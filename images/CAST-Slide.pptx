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68" r:id="rId2"/>
  </p:sldIdLst>
  <p:sldSz cx="13716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F1FF"/>
    <a:srgbClr val="FFD9D9"/>
    <a:srgbClr val="F8E4F6"/>
    <a:srgbClr val="FCEDE4"/>
    <a:srgbClr val="FDF3ED"/>
    <a:srgbClr val="C9C400"/>
    <a:srgbClr val="F7F6B8"/>
    <a:srgbClr val="0000FF"/>
    <a:srgbClr val="FF8989"/>
    <a:srgbClr val="F4FC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695DDF-083D-4D29-88B4-BD9E1DD69537}" v="761" dt="2026-08-20T09:05:07.5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41" autoAdjust="0"/>
  </p:normalViewPr>
  <p:slideViewPr>
    <p:cSldViewPr snapToGrid="0">
      <p:cViewPr>
        <p:scale>
          <a:sx n="100" d="100"/>
          <a:sy n="100" d="100"/>
        </p:scale>
        <p:origin x="82" y="67"/>
      </p:cViewPr>
      <p:guideLst>
        <p:guide orient="horz" pos="2160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Đức Thành Lê" userId="775589ddb43b4380" providerId="LiveId" clId="{9FD5E441-44C4-4DBD-A08F-38CC1D25082F}"/>
    <pc:docChg chg="undo redo custSel addSld delSld modSld sldOrd modMainMaster modNotesMaster">
      <pc:chgData name="Đức Thành Lê" userId="775589ddb43b4380" providerId="LiveId" clId="{9FD5E441-44C4-4DBD-A08F-38CC1D25082F}" dt="2026-08-20T09:05:30.447" v="29160" actId="14100"/>
      <pc:docMkLst>
        <pc:docMk/>
      </pc:docMkLst>
      <pc:sldChg chg="addSp delSp modSp add del mod ord modNotes">
        <pc:chgData name="Đức Thành Lê" userId="775589ddb43b4380" providerId="LiveId" clId="{9FD5E441-44C4-4DBD-A08F-38CC1D25082F}" dt="2026-08-20T09:03:28.272" v="29130" actId="47"/>
        <pc:sldMkLst>
          <pc:docMk/>
          <pc:sldMk cId="1005367961" sldId="266"/>
        </pc:sldMkLst>
      </pc:sldChg>
      <pc:sldChg chg="addSp delSp modSp new del mod">
        <pc:chgData name="Đức Thành Lê" userId="775589ddb43b4380" providerId="LiveId" clId="{9FD5E441-44C4-4DBD-A08F-38CC1D25082F}" dt="2026-08-20T09:03:35.264" v="29131" actId="47"/>
        <pc:sldMkLst>
          <pc:docMk/>
          <pc:sldMk cId="3430654819" sldId="267"/>
        </pc:sldMkLst>
        <pc:spChg chg="mod">
          <ac:chgData name="Đức Thành Lê" userId="775589ddb43b4380" providerId="LiveId" clId="{9FD5E441-44C4-4DBD-A08F-38CC1D25082F}" dt="2026-08-20T07:36:38.060" v="28087"/>
          <ac:spMkLst>
            <pc:docMk/>
            <pc:sldMk cId="3430654819" sldId="267"/>
            <ac:spMk id="6" creationId="{0E8A8ECC-A7AC-C9B8-3E3C-4306A987B059}"/>
          </ac:spMkLst>
        </pc:spChg>
        <pc:spChg chg="mod">
          <ac:chgData name="Đức Thành Lê" userId="775589ddb43b4380" providerId="LiveId" clId="{9FD5E441-44C4-4DBD-A08F-38CC1D25082F}" dt="2026-08-20T08:24:14.964" v="28570" actId="1076"/>
          <ac:spMkLst>
            <pc:docMk/>
            <pc:sldMk cId="3430654819" sldId="267"/>
            <ac:spMk id="7" creationId="{B4B27134-13FD-E6B8-41D2-23F01B00CFD8}"/>
          </ac:spMkLst>
        </pc:spChg>
        <pc:spChg chg="mod">
          <ac:chgData name="Đức Thành Lê" userId="775589ddb43b4380" providerId="LiveId" clId="{9FD5E441-44C4-4DBD-A08F-38CC1D25082F}" dt="2026-08-20T07:36:38.060" v="28087"/>
          <ac:spMkLst>
            <pc:docMk/>
            <pc:sldMk cId="3430654819" sldId="267"/>
            <ac:spMk id="9" creationId="{9E91A46D-47B3-EAE4-386A-CD4383B533A5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13" creationId="{6E13B8CB-571C-8A30-382F-3144157D71FA}"/>
          </ac:spMkLst>
        </pc:spChg>
        <pc:spChg chg="mod topLvl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26" creationId="{DA6AA5DA-E86C-F857-FC23-66798A5D9652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455" creationId="{0D612E81-CA61-F477-C87C-D712BC95454A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8" creationId="{FC0C3407-472F-36DD-7CB7-608694D360E2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465" creationId="{A902D66A-9E02-1DB3-7FB3-CC7275BB5821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474" creationId="{077EF150-971C-4FF1-64D4-1DA949CEF4C0}"/>
          </ac:spMkLst>
        </pc:spChg>
        <pc:spChg chg="mod topLvl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3584" creationId="{F81DAF06-7D7A-6C86-0374-BD415772B588}"/>
          </ac:spMkLst>
        </pc:spChg>
        <pc:spChg chg="mod topLvl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3586" creationId="{398B32B8-FF0C-501D-8680-DD5686E4C9B5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3624" creationId="{04BA5F89-4F8A-520D-6BFB-A2AF66B067CB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3639" creationId="{DDFD0C52-93EA-49E1-1D66-0543817279AA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3657" creationId="{4D4AF0FD-73B7-E914-99FF-67BD2AA9A562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3659" creationId="{836B8486-72EB-41E0-CF79-DC66358DA629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3662" creationId="{F946E37D-F5E9-66A9-417F-7B00A8D0E9CE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3713" creationId="{30DE664A-C73C-3ACF-EBCD-01FCEFB6329E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3714" creationId="{CAF4D660-FB26-3465-F7F9-D444074B8232}"/>
          </ac:spMkLst>
        </pc:spChg>
        <pc:spChg chg="mod topLvl">
          <ac:chgData name="Đức Thành Lê" userId="775589ddb43b4380" providerId="LiveId" clId="{9FD5E441-44C4-4DBD-A08F-38CC1D25082F}" dt="2026-08-20T07:49:52.156" v="28139" actId="164"/>
          <ac:spMkLst>
            <pc:docMk/>
            <pc:sldMk cId="3430654819" sldId="267"/>
            <ac:spMk id="3718" creationId="{10A5BD2D-900C-322C-7662-1BB950E97C2E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391" creationId="{4D397E81-1949-B949-44A2-453E5758D1EE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412" creationId="{FF5128A1-9D6E-BC8D-680A-4A1B43FC2663}"/>
          </ac:spMkLst>
        </pc:spChg>
        <pc:spChg chg="mod">
          <ac:chgData name="Đức Thành Lê" userId="775589ddb43b4380" providerId="LiveId" clId="{9FD5E441-44C4-4DBD-A08F-38CC1D25082F}" dt="2026-08-20T08:27:14.728" v="28586" actId="1035"/>
          <ac:spMkLst>
            <pc:docMk/>
            <pc:sldMk cId="3430654819" sldId="267"/>
            <ac:spMk id="4422" creationId="{01F55A8C-BB3B-DF4C-C41B-4C5A3533F27E}"/>
          </ac:spMkLst>
        </pc:spChg>
        <pc:spChg chg="mod or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429" creationId="{318FFD29-CF9A-2059-57AB-14A0FB3FD808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431" creationId="{5A7EEA15-95BE-475C-D558-2B8FA4DA5B74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434" creationId="{580293F7-7D1D-E7BC-5BC7-2295A81AEB05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4438" creationId="{E68E89F4-725D-BD9C-67FB-84809AF938D2}"/>
          </ac:spMkLst>
        </pc:spChg>
        <pc:spChg chg="mod">
          <ac:chgData name="Đức Thành Lê" userId="775589ddb43b4380" providerId="LiveId" clId="{9FD5E441-44C4-4DBD-A08F-38CC1D25082F}" dt="2026-08-20T08:29:11.727" v="28616" actId="1036"/>
          <ac:spMkLst>
            <pc:docMk/>
            <pc:sldMk cId="3430654819" sldId="267"/>
            <ac:spMk id="4445" creationId="{8AED32ED-1D0C-5EEE-5216-545710A58049}"/>
          </ac:spMkLst>
        </pc:spChg>
        <pc:spChg chg="mod">
          <ac:chgData name="Đức Thành Lê" userId="775589ddb43b4380" providerId="LiveId" clId="{9FD5E441-44C4-4DBD-A08F-38CC1D25082F}" dt="2026-08-20T08:30:55.066" v="28671" actId="1076"/>
          <ac:spMkLst>
            <pc:docMk/>
            <pc:sldMk cId="3430654819" sldId="267"/>
            <ac:spMk id="4450" creationId="{2B8A6B4F-CDB7-2454-85CC-CDD770536816}"/>
          </ac:spMkLst>
        </pc:spChg>
        <pc:spChg chg="del topLvl">
          <ac:chgData name="Đức Thành Lê" userId="775589ddb43b4380" providerId="LiveId" clId="{9FD5E441-44C4-4DBD-A08F-38CC1D25082F}" dt="2026-08-20T08:18:44.525" v="28517" actId="478"/>
          <ac:spMkLst>
            <pc:docMk/>
            <pc:sldMk cId="3430654819" sldId="267"/>
            <ac:spMk id="4462" creationId="{4C60C75C-0F3D-E945-B2D3-8932A0E05C57}"/>
          </ac:spMkLst>
        </pc:spChg>
        <pc:spChg chg="mod topLvl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463" creationId="{B5D88776-6A73-AEFF-F3B4-C8A50DDBEA14}"/>
          </ac:spMkLst>
        </pc:spChg>
        <pc:spChg chg="mod topLvl">
          <ac:chgData name="Đức Thành Lê" userId="775589ddb43b4380" providerId="LiveId" clId="{9FD5E441-44C4-4DBD-A08F-38CC1D25082F}" dt="2026-08-20T08:03:51.967" v="28329" actId="14100"/>
          <ac:spMkLst>
            <pc:docMk/>
            <pc:sldMk cId="3430654819" sldId="267"/>
            <ac:spMk id="4471" creationId="{37E9F689-E4AE-6F09-064D-4B1E4D7B4E82}"/>
          </ac:spMkLst>
        </pc:spChg>
        <pc:spChg chg="mod">
          <ac:chgData name="Đức Thành Lê" userId="775589ddb43b4380" providerId="LiveId" clId="{9FD5E441-44C4-4DBD-A08F-38CC1D25082F}" dt="2026-08-20T08:03:44.968" v="28328" actId="1036"/>
          <ac:spMkLst>
            <pc:docMk/>
            <pc:sldMk cId="3430654819" sldId="267"/>
            <ac:spMk id="4472" creationId="{FDFE8533-46B7-E244-F6C1-001DB3F56E9D}"/>
          </ac:spMkLst>
        </pc:spChg>
        <pc:spChg chg="mod">
          <ac:chgData name="Đức Thành Lê" userId="775589ddb43b4380" providerId="LiveId" clId="{9FD5E441-44C4-4DBD-A08F-38CC1D25082F}" dt="2026-08-20T08:33:58.067" v="28713" actId="165"/>
          <ac:spMkLst>
            <pc:docMk/>
            <pc:sldMk cId="3430654819" sldId="267"/>
            <ac:spMk id="4482" creationId="{34C0E126-5A78-B392-0E52-0D7C226B5F40}"/>
          </ac:spMkLst>
        </pc:spChg>
        <pc:spChg chg="mod">
          <ac:chgData name="Đức Thành Lê" userId="775589ddb43b4380" providerId="LiveId" clId="{9FD5E441-44C4-4DBD-A08F-38CC1D25082F}" dt="2026-08-20T08:20:38.193" v="28535" actId="1076"/>
          <ac:spMkLst>
            <pc:docMk/>
            <pc:sldMk cId="3430654819" sldId="267"/>
            <ac:spMk id="4484" creationId="{46A15900-B841-9882-F15A-FA3ABD7B7E1C}"/>
          </ac:spMkLst>
        </pc:spChg>
        <pc:spChg chg="mod">
          <ac:chgData name="Đức Thành Lê" userId="775589ddb43b4380" providerId="LiveId" clId="{9FD5E441-44C4-4DBD-A08F-38CC1D25082F}" dt="2026-08-20T08:01:03.251" v="28299" actId="164"/>
          <ac:spMkLst>
            <pc:docMk/>
            <pc:sldMk cId="3430654819" sldId="267"/>
            <ac:spMk id="4485" creationId="{D191588B-B395-0F15-2358-F0D54E8EA706}"/>
          </ac:spMkLst>
        </pc:spChg>
        <pc:spChg chg="mod">
          <ac:chgData name="Đức Thành Lê" userId="775589ddb43b4380" providerId="LiveId" clId="{9FD5E441-44C4-4DBD-A08F-38CC1D25082F}" dt="2026-08-20T08:01:03.251" v="28299" actId="164"/>
          <ac:spMkLst>
            <pc:docMk/>
            <pc:sldMk cId="3430654819" sldId="267"/>
            <ac:spMk id="4487" creationId="{78030207-A8D1-9EF7-3CB8-0A530050D56D}"/>
          </ac:spMkLst>
        </pc:spChg>
        <pc:spChg chg="mod topLvl">
          <ac:chgData name="Đức Thành Lê" userId="775589ddb43b4380" providerId="LiveId" clId="{9FD5E441-44C4-4DBD-A08F-38CC1D25082F}" dt="2026-08-20T08:01:03.251" v="28299" actId="164"/>
          <ac:spMkLst>
            <pc:docMk/>
            <pc:sldMk cId="3430654819" sldId="267"/>
            <ac:spMk id="4488" creationId="{B84E458A-A3DC-B144-FE93-62AB1231F705}"/>
          </ac:spMkLst>
        </pc:spChg>
        <pc:spChg chg="mod">
          <ac:chgData name="Đức Thành Lê" userId="775589ddb43b4380" providerId="LiveId" clId="{9FD5E441-44C4-4DBD-A08F-38CC1D25082F}" dt="2026-08-20T08:20:48.983" v="28536" actId="1076"/>
          <ac:spMkLst>
            <pc:docMk/>
            <pc:sldMk cId="3430654819" sldId="267"/>
            <ac:spMk id="4496" creationId="{FC224BC2-14BF-0F53-F4B9-B0B8C1CECB82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503" creationId="{7A7D956B-CBE4-938B-A5B1-EDD4F0433556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06" creationId="{A4FF903F-E501-FAE2-4447-904016D74A6F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07" creationId="{644015E3-ADF8-CC9F-214D-83DD45CB7EDA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16" creationId="{9DF001A1-BCC3-0342-2EE2-85ABAAC5A574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17" creationId="{BD2A1F5D-4730-5672-F10B-F9679404B5F2}"/>
          </ac:spMkLst>
        </pc:spChg>
        <pc:spChg chg="mod">
          <ac:chgData name="Đức Thành Lê" userId="775589ddb43b4380" providerId="LiveId" clId="{9FD5E441-44C4-4DBD-A08F-38CC1D25082F}" dt="2026-08-20T08:00:10.840" v="28215" actId="165"/>
          <ac:spMkLst>
            <pc:docMk/>
            <pc:sldMk cId="3430654819" sldId="267"/>
            <ac:spMk id="4524" creationId="{4B95D7D1-27CF-598A-7444-BA4912166834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4576" creationId="{AA935379-8E22-8B26-839F-66D999AA5DBA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4578" creationId="{FF1D9C9B-8678-43EF-1A1C-019BD50F507B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4582" creationId="{D35215E3-96FE-E7C4-2558-3F5A05B658EC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4588" creationId="{3870A8ED-4206-C39E-31DB-E6954423D611}"/>
          </ac:spMkLst>
        </pc:spChg>
        <pc:spChg chg="mod">
          <ac:chgData name="Đức Thành Lê" userId="775589ddb43b4380" providerId="LiveId" clId="{9FD5E441-44C4-4DBD-A08F-38CC1D25082F}" dt="2026-08-20T07:50:42.984" v="28142" actId="165"/>
          <ac:spMkLst>
            <pc:docMk/>
            <pc:sldMk cId="3430654819" sldId="267"/>
            <ac:spMk id="4600" creationId="{73E74432-FA36-9F98-1E49-3DD5C539F5BE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602" creationId="{395AB44E-C399-E32C-801B-A66E1D1F6B02}"/>
          </ac:spMkLst>
        </pc:spChg>
        <pc:spChg chg="mod">
          <ac:chgData name="Đức Thành Lê" userId="775589ddb43b4380" providerId="LiveId" clId="{9FD5E441-44C4-4DBD-A08F-38CC1D25082F}" dt="2026-08-20T08:21:33.578" v="28549" actId="1037"/>
          <ac:spMkLst>
            <pc:docMk/>
            <pc:sldMk cId="3430654819" sldId="267"/>
            <ac:spMk id="4633" creationId="{44108AC3-A138-D645-048F-E7632377BA00}"/>
          </ac:spMkLst>
        </pc:spChg>
        <pc:spChg chg="mod">
          <ac:chgData name="Đức Thành Lê" userId="775589ddb43b4380" providerId="LiveId" clId="{9FD5E441-44C4-4DBD-A08F-38CC1D25082F}" dt="2026-08-20T08:21:30.506" v="28544" actId="1076"/>
          <ac:spMkLst>
            <pc:docMk/>
            <pc:sldMk cId="3430654819" sldId="267"/>
            <ac:spMk id="4634" creationId="{07B98C49-80A3-363F-8B66-9755A77714EB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635" creationId="{9B7327DE-DBF9-66DB-33E2-F6F818239163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683" creationId="{2E318A8D-F324-3B55-E77A-E05EF865E3AE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694" creationId="{55C10CC7-BBEA-BB8B-EE11-17FA67B0A19F}"/>
          </ac:spMkLst>
        </pc:spChg>
        <pc:spChg chg="mod or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697" creationId="{15CB398D-DB8B-6074-8F3F-42D79155C359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699" creationId="{FAF12BF6-007B-8AA4-EE62-8834768EA0A3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701" creationId="{A87DB740-95F2-037F-EC2C-62D407B3D212}"/>
          </ac:spMkLst>
        </pc:spChg>
        <pc:spChg chg="mod">
          <ac:chgData name="Đức Thành Lê" userId="775589ddb43b4380" providerId="LiveId" clId="{9FD5E441-44C4-4DBD-A08F-38CC1D25082F}" dt="2026-08-20T08:33:25.728" v="28682"/>
          <ac:spMkLst>
            <pc:docMk/>
            <pc:sldMk cId="3430654819" sldId="267"/>
            <ac:spMk id="4714" creationId="{752DCBF4-4B0E-8DAB-9422-9BCAA14316F2}"/>
          </ac:spMkLst>
        </pc:spChg>
        <pc:spChg chg="mod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862" creationId="{C8EDDE42-68CC-A51F-0E72-C4133F2E0135}"/>
          </ac:spMkLst>
        </pc:spChg>
        <pc:spChg chg="mod topLvl">
          <ac:chgData name="Đức Thành Lê" userId="775589ddb43b4380" providerId="LiveId" clId="{9FD5E441-44C4-4DBD-A08F-38CC1D25082F}" dt="2026-08-20T08:37:15.348" v="28737" actId="164"/>
          <ac:spMkLst>
            <pc:docMk/>
            <pc:sldMk cId="3430654819" sldId="267"/>
            <ac:spMk id="4866" creationId="{807E0558-0F73-EC22-ED08-AD99747D8438}"/>
          </ac:spMkLst>
        </pc:spChg>
        <pc:spChg chg="mod topLvl">
          <ac:chgData name="Đức Thành Lê" userId="775589ddb43b4380" providerId="LiveId" clId="{9FD5E441-44C4-4DBD-A08F-38CC1D25082F}" dt="2026-08-20T08:35:29.077" v="28731" actId="164"/>
          <ac:spMkLst>
            <pc:docMk/>
            <pc:sldMk cId="3430654819" sldId="267"/>
            <ac:spMk id="4877" creationId="{6A09430F-69CB-DB91-A5A3-4FCA467B29F6}"/>
          </ac:spMkLst>
        </pc:spChg>
        <pc:spChg chg="mod">
          <ac:chgData name="Đức Thành Lê" userId="775589ddb43b4380" providerId="LiveId" clId="{9FD5E441-44C4-4DBD-A08F-38CC1D25082F}" dt="2026-08-20T08:35:24.273" v="28730" actId="165"/>
          <ac:spMkLst>
            <pc:docMk/>
            <pc:sldMk cId="3430654819" sldId="267"/>
            <ac:spMk id="4879" creationId="{12969718-3888-4382-098A-B774DE8A2E0A}"/>
          </ac:spMkLst>
        </pc:spChg>
        <pc:spChg chg="mod">
          <ac:chgData name="Đức Thành Lê" userId="775589ddb43b4380" providerId="LiveId" clId="{9FD5E441-44C4-4DBD-A08F-38CC1D25082F}" dt="2026-08-20T08:35:24.273" v="28730" actId="165"/>
          <ac:spMkLst>
            <pc:docMk/>
            <pc:sldMk cId="3430654819" sldId="267"/>
            <ac:spMk id="4880" creationId="{9DA87991-D168-FECF-162E-0C3C156D5392}"/>
          </ac:spMkLst>
        </pc:spChg>
        <pc:spChg chg="mod">
          <ac:chgData name="Đức Thành Lê" userId="775589ddb43b4380" providerId="LiveId" clId="{9FD5E441-44C4-4DBD-A08F-38CC1D25082F}" dt="2026-08-20T07:59:27.456" v="28204" actId="1036"/>
          <ac:spMkLst>
            <pc:docMk/>
            <pc:sldMk cId="3430654819" sldId="267"/>
            <ac:spMk id="4894" creationId="{A7880D33-1F3F-9A84-D95D-66814D484D3E}"/>
          </ac:spMkLst>
        </pc:spChg>
        <pc:spChg chg="mod">
          <ac:chgData name="Đức Thành Lê" userId="775589ddb43b4380" providerId="LiveId" clId="{9FD5E441-44C4-4DBD-A08F-38CC1D25082F}" dt="2026-08-20T07:55:33.376" v="28181" actId="164"/>
          <ac:spMkLst>
            <pc:docMk/>
            <pc:sldMk cId="3430654819" sldId="267"/>
            <ac:spMk id="4988" creationId="{A5D73019-242A-95AA-4610-22165D456E9A}"/>
          </ac:spMkLst>
        </pc:spChg>
        <pc:spChg chg="mod">
          <ac:chgData name="Đức Thành Lê" userId="775589ddb43b4380" providerId="LiveId" clId="{9FD5E441-44C4-4DBD-A08F-38CC1D25082F}" dt="2026-08-20T07:53:34.855" v="28152" actId="164"/>
          <ac:spMkLst>
            <pc:docMk/>
            <pc:sldMk cId="3430654819" sldId="267"/>
            <ac:spMk id="4990" creationId="{6CE5E6E1-0EFA-B6A2-9F8F-3CC4AB1FE890}"/>
          </ac:spMkLst>
        </pc:spChg>
        <pc:spChg chg="mod topLvl">
          <ac:chgData name="Đức Thành Lê" userId="775589ddb43b4380" providerId="LiveId" clId="{9FD5E441-44C4-4DBD-A08F-38CC1D25082F}" dt="2026-08-20T08:35:33.942" v="28732" actId="1076"/>
          <ac:spMkLst>
            <pc:docMk/>
            <pc:sldMk cId="3430654819" sldId="267"/>
            <ac:spMk id="5145" creationId="{DFA8CDE8-1DE9-FA00-BE82-12A146F79386}"/>
          </ac:spMkLst>
        </pc:spChg>
        <pc:grpChg chg="add mod">
          <ac:chgData name="Đức Thành Lê" userId="775589ddb43b4380" providerId="LiveId" clId="{9FD5E441-44C4-4DBD-A08F-38CC1D25082F}" dt="2026-08-20T07:36:38.060" v="28087"/>
          <ac:grpSpMkLst>
            <pc:docMk/>
            <pc:sldMk cId="3430654819" sldId="267"/>
            <ac:grpSpMk id="5" creationId="{6FB5E56D-4590-F825-849C-8F6345936561}"/>
          </ac:grpSpMkLst>
        </pc:grpChg>
        <pc:grpChg chg="mod">
          <ac:chgData name="Đức Thành Lê" userId="775589ddb43b4380" providerId="LiveId" clId="{9FD5E441-44C4-4DBD-A08F-38CC1D25082F}" dt="2026-08-20T08:29:33.980" v="28660" actId="1035"/>
          <ac:grpSpMkLst>
            <pc:docMk/>
            <pc:sldMk cId="3430654819" sldId="267"/>
            <ac:grpSpMk id="11" creationId="{2E9F200B-DB3A-6C59-28BD-48C19370685F}"/>
          </ac:grpSpMkLst>
        </pc:grpChg>
        <pc:grpChg chg="add mod">
          <ac:chgData name="Đức Thành Lê" userId="775589ddb43b4380" providerId="LiveId" clId="{9FD5E441-44C4-4DBD-A08F-38CC1D25082F}" dt="2026-08-20T07:37:46.181" v="28113" actId="164"/>
          <ac:grpSpMkLst>
            <pc:docMk/>
            <pc:sldMk cId="3430654819" sldId="267"/>
            <ac:grpSpMk id="17" creationId="{536A6671-07FB-9ACF-CF3E-D20A546F65E7}"/>
          </ac:grpSpMkLst>
        </pc:grpChg>
        <pc:grpChg chg="add mod">
          <ac:chgData name="Đức Thành Lê" userId="775589ddb43b4380" providerId="LiveId" clId="{9FD5E441-44C4-4DBD-A08F-38CC1D25082F}" dt="2026-08-20T08:12:59.407" v="28445" actId="1036"/>
          <ac:grpSpMkLst>
            <pc:docMk/>
            <pc:sldMk cId="3430654819" sldId="267"/>
            <ac:grpSpMk id="18" creationId="{E4536B87-2FE4-C49C-072A-F011FD53F35A}"/>
          </ac:grpSpMkLst>
        </pc:grpChg>
        <pc:grpChg chg="add mod">
          <ac:chgData name="Đức Thành Lê" userId="775589ddb43b4380" providerId="LiveId" clId="{9FD5E441-44C4-4DBD-A08F-38CC1D25082F}" dt="2026-08-20T07:50:06.029" v="28141" actId="164"/>
          <ac:grpSpMkLst>
            <pc:docMk/>
            <pc:sldMk cId="3430654819" sldId="267"/>
            <ac:grpSpMk id="19" creationId="{44C83B0B-4D5B-4030-4742-9FA3AFEA5603}"/>
          </ac:grpSpMkLst>
        </pc:grpChg>
        <pc:grpChg chg="add mod">
          <ac:chgData name="Đức Thành Lê" userId="775589ddb43b4380" providerId="LiveId" clId="{9FD5E441-44C4-4DBD-A08F-38CC1D25082F}" dt="2026-08-20T07:53:38.435" v="28153" actId="1076"/>
          <ac:grpSpMkLst>
            <pc:docMk/>
            <pc:sldMk cId="3430654819" sldId="267"/>
            <ac:grpSpMk id="22" creationId="{B956B60E-D223-ACE3-8AC4-FF09AA75D9D8}"/>
          </ac:grpSpMkLst>
        </pc:grpChg>
        <pc:grpChg chg="add mod">
          <ac:chgData name="Đức Thành Lê" userId="775589ddb43b4380" providerId="LiveId" clId="{9FD5E441-44C4-4DBD-A08F-38CC1D25082F}" dt="2026-08-20T07:55:43.133" v="28183" actId="1076"/>
          <ac:grpSpMkLst>
            <pc:docMk/>
            <pc:sldMk cId="3430654819" sldId="267"/>
            <ac:grpSpMk id="23" creationId="{AB29271B-29F2-60A0-18DB-E1BE19576EDD}"/>
          </ac:grpSpMkLst>
        </pc:grpChg>
        <pc:grpChg chg="add mod">
          <ac:chgData name="Đức Thành Lê" userId="775589ddb43b4380" providerId="LiveId" clId="{9FD5E441-44C4-4DBD-A08F-38CC1D25082F}" dt="2026-08-20T08:03:23.692" v="28322" actId="164"/>
          <ac:grpSpMkLst>
            <pc:docMk/>
            <pc:sldMk cId="3430654819" sldId="267"/>
            <ac:grpSpMk id="38" creationId="{5ADBB358-9C40-9A89-0786-B6A7D37479FE}"/>
          </ac:grpSpMkLst>
        </pc:grpChg>
        <pc:grpChg chg="add mod">
          <ac:chgData name="Đức Thành Lê" userId="775589ddb43b4380" providerId="LiveId" clId="{9FD5E441-44C4-4DBD-A08F-38CC1D25082F}" dt="2026-08-20T08:03:23.692" v="28322" actId="164"/>
          <ac:grpSpMkLst>
            <pc:docMk/>
            <pc:sldMk cId="3430654819" sldId="267"/>
            <ac:grpSpMk id="41" creationId="{99392AE6-E4E9-FD1D-C7E7-02260B2EAF55}"/>
          </ac:grpSpMkLst>
        </pc:grpChg>
        <pc:grpChg chg="mod ord">
          <ac:chgData name="Đức Thành Lê" userId="775589ddb43b4380" providerId="LiveId" clId="{9FD5E441-44C4-4DBD-A08F-38CC1D25082F}" dt="2026-08-20T08:30:35.638" v="28670" actId="166"/>
          <ac:grpSpMkLst>
            <pc:docMk/>
            <pc:sldMk cId="3430654819" sldId="267"/>
            <ac:grpSpMk id="44" creationId="{98F28AD0-73E5-2C87-4DCF-7F1C4D4D018F}"/>
          </ac:grpSpMkLst>
        </pc:grpChg>
        <pc:grpChg chg="add mod">
          <ac:chgData name="Đức Thành Lê" userId="775589ddb43b4380" providerId="LiveId" clId="{9FD5E441-44C4-4DBD-A08F-38CC1D25082F}" dt="2026-08-20T08:26:59.093" v="28581" actId="1036"/>
          <ac:grpSpMkLst>
            <pc:docMk/>
            <pc:sldMk cId="3430654819" sldId="267"/>
            <ac:grpSpMk id="47" creationId="{A8DFFD0B-2C25-096F-4E03-7F27E983DA36}"/>
          </ac:grpSpMkLst>
        </pc:grpChg>
        <pc:grpChg chg="del mod">
          <ac:chgData name="Đức Thành Lê" userId="775589ddb43b4380" providerId="LiveId" clId="{9FD5E441-44C4-4DBD-A08F-38CC1D25082F}" dt="2026-08-20T07:45:56.737" v="28116" actId="165"/>
          <ac:grpSpMkLst>
            <pc:docMk/>
            <pc:sldMk cId="3430654819" sldId="267"/>
            <ac:grpSpMk id="3589" creationId="{86D6D8D0-D983-EE0D-B415-0C700BCC8282}"/>
          </ac:grpSpMkLst>
        </pc:grpChg>
        <pc:grpChg chg="mod">
          <ac:chgData name="Đức Thành Lê" userId="775589ddb43b4380" providerId="LiveId" clId="{9FD5E441-44C4-4DBD-A08F-38CC1D25082F}" dt="2026-08-20T07:53:34.855" v="28152" actId="164"/>
          <ac:grpSpMkLst>
            <pc:docMk/>
            <pc:sldMk cId="3430654819" sldId="267"/>
            <ac:grpSpMk id="3619" creationId="{204EE860-C8D0-ABEF-D3A9-3997CD16B5EE}"/>
          </ac:grpSpMkLst>
        </pc:grpChg>
        <pc:grpChg chg="mod">
          <ac:chgData name="Đức Thành Lê" userId="775589ddb43b4380" providerId="LiveId" clId="{9FD5E441-44C4-4DBD-A08F-38CC1D25082F}" dt="2026-08-20T07:55:33.376" v="28181" actId="164"/>
          <ac:grpSpMkLst>
            <pc:docMk/>
            <pc:sldMk cId="3430654819" sldId="267"/>
            <ac:grpSpMk id="3631" creationId="{79E60412-13B4-ADCC-3596-6B2C10F071B1}"/>
          </ac:grpSpMkLst>
        </pc:grpChg>
        <pc:grpChg chg="mod">
          <ac:chgData name="Đức Thành Lê" userId="775589ddb43b4380" providerId="LiveId" clId="{9FD5E441-44C4-4DBD-A08F-38CC1D25082F}" dt="2026-08-20T07:50:06.029" v="28141" actId="164"/>
          <ac:grpSpMkLst>
            <pc:docMk/>
            <pc:sldMk cId="3430654819" sldId="267"/>
            <ac:grpSpMk id="3632" creationId="{1C11BA30-1E97-9F23-4103-AD1D0952917D}"/>
          </ac:grpSpMkLst>
        </pc:grpChg>
        <pc:grpChg chg="mod">
          <ac:chgData name="Đức Thành Lê" userId="775589ddb43b4380" providerId="LiveId" clId="{9FD5E441-44C4-4DBD-A08F-38CC1D25082F}" dt="2026-08-20T07:57:04.329" v="28198" actId="1076"/>
          <ac:grpSpMkLst>
            <pc:docMk/>
            <pc:sldMk cId="3430654819" sldId="267"/>
            <ac:grpSpMk id="3715" creationId="{93DEDF7A-1455-9747-4DCD-CDBAE70E95F7}"/>
          </ac:grpSpMkLst>
        </pc:grpChg>
        <pc:grpChg chg="mod">
          <ac:chgData name="Đức Thành Lê" userId="775589ddb43b4380" providerId="LiveId" clId="{9FD5E441-44C4-4DBD-A08F-38CC1D25082F}" dt="2026-08-20T07:37:06.804" v="28105" actId="1038"/>
          <ac:grpSpMkLst>
            <pc:docMk/>
            <pc:sldMk cId="3430654819" sldId="267"/>
            <ac:grpSpMk id="3727" creationId="{8B7E9D37-565A-060E-E33C-3CBAFAE8B834}"/>
          </ac:grpSpMkLst>
        </pc:grpChg>
        <pc:grpChg chg="mod">
          <ac:chgData name="Đức Thành Lê" userId="775589ddb43b4380" providerId="LiveId" clId="{9FD5E441-44C4-4DBD-A08F-38CC1D25082F}" dt="2026-08-20T08:39:56.744" v="28778" actId="1037"/>
          <ac:grpSpMkLst>
            <pc:docMk/>
            <pc:sldMk cId="3430654819" sldId="267"/>
            <ac:grpSpMk id="4387" creationId="{19687476-BAB6-6E42-2523-2A8DF149B95B}"/>
          </ac:grpSpMkLst>
        </pc:grpChg>
        <pc:grpChg chg="del mod ord">
          <ac:chgData name="Đức Thành Lê" userId="775589ddb43b4380" providerId="LiveId" clId="{9FD5E441-44C4-4DBD-A08F-38CC1D25082F}" dt="2026-08-20T08:18:44.525" v="28517" actId="478"/>
          <ac:grpSpMkLst>
            <pc:docMk/>
            <pc:sldMk cId="3430654819" sldId="267"/>
            <ac:grpSpMk id="4423" creationId="{C3CA82E7-5D16-F378-D9AB-87AA2E666D96}"/>
          </ac:grpSpMkLst>
        </pc:grpChg>
        <pc:grpChg chg="mod">
          <ac:chgData name="Đức Thành Lê" userId="775589ddb43b4380" providerId="LiveId" clId="{9FD5E441-44C4-4DBD-A08F-38CC1D25082F}" dt="2026-08-20T08:00:06.997" v="28214" actId="1076"/>
          <ac:grpSpMkLst>
            <pc:docMk/>
            <pc:sldMk cId="3430654819" sldId="267"/>
            <ac:grpSpMk id="4470" creationId="{BCFB89EA-C737-8F7E-4EEE-B124FEAD744E}"/>
          </ac:grpSpMkLst>
        </pc:grpChg>
        <pc:grpChg chg="mod">
          <ac:chgData name="Đức Thành Lê" userId="775589ddb43b4380" providerId="LiveId" clId="{9FD5E441-44C4-4DBD-A08F-38CC1D25082F}" dt="2026-08-20T08:01:03.251" v="28299" actId="164"/>
          <ac:grpSpMkLst>
            <pc:docMk/>
            <pc:sldMk cId="3430654819" sldId="267"/>
            <ac:grpSpMk id="4489" creationId="{9EDBEAAD-4D34-99D3-4B67-08EC61A09B47}"/>
          </ac:grpSpMkLst>
        </pc:grpChg>
        <pc:grpChg chg="mod">
          <ac:chgData name="Đức Thành Lê" userId="775589ddb43b4380" providerId="LiveId" clId="{9FD5E441-44C4-4DBD-A08F-38CC1D25082F}" dt="2026-08-20T08:03:23.692" v="28322" actId="164"/>
          <ac:grpSpMkLst>
            <pc:docMk/>
            <pc:sldMk cId="3430654819" sldId="267"/>
            <ac:grpSpMk id="4490" creationId="{3533FCF3-7273-8908-D709-B2A28B379E6F}"/>
          </ac:grpSpMkLst>
        </pc:grpChg>
        <pc:grpChg chg="mod">
          <ac:chgData name="Đức Thành Lê" userId="775589ddb43b4380" providerId="LiveId" clId="{9FD5E441-44C4-4DBD-A08F-38CC1D25082F}" dt="2026-08-20T08:03:23.692" v="28322" actId="164"/>
          <ac:grpSpMkLst>
            <pc:docMk/>
            <pc:sldMk cId="3430654819" sldId="267"/>
            <ac:grpSpMk id="4491" creationId="{50CAA8DE-218F-EBA4-DB7A-D46518A9D349}"/>
          </ac:grpSpMkLst>
        </pc:grpChg>
        <pc:grpChg chg="mod">
          <ac:chgData name="Đức Thành Lê" userId="775589ddb43b4380" providerId="LiveId" clId="{9FD5E441-44C4-4DBD-A08F-38CC1D25082F}" dt="2026-08-20T08:02:19.981" v="28304" actId="164"/>
          <ac:grpSpMkLst>
            <pc:docMk/>
            <pc:sldMk cId="3430654819" sldId="267"/>
            <ac:grpSpMk id="4493" creationId="{3E1AE4B2-EE21-D154-CC4F-5DAE6333D4EE}"/>
          </ac:grpSpMkLst>
        </pc:grpChg>
        <pc:grpChg chg="add del mod">
          <ac:chgData name="Đức Thành Lê" userId="775589ddb43b4380" providerId="LiveId" clId="{9FD5E441-44C4-4DBD-A08F-38CC1D25082F}" dt="2026-08-20T07:35:33.378" v="28077" actId="165"/>
          <ac:grpSpMkLst>
            <pc:docMk/>
            <pc:sldMk cId="3430654819" sldId="267"/>
            <ac:grpSpMk id="4632" creationId="{8982CA45-6922-9A29-7F04-89AEAAE5EACC}"/>
          </ac:grpSpMkLst>
        </pc:grpChg>
        <pc:grpChg chg="add mod">
          <ac:chgData name="Đức Thành Lê" userId="775589ddb43b4380" providerId="LiveId" clId="{9FD5E441-44C4-4DBD-A08F-38CC1D25082F}" dt="2026-08-20T08:35:37.582" v="28733" actId="164"/>
          <ac:grpSpMkLst>
            <pc:docMk/>
            <pc:sldMk cId="3430654819" sldId="267"/>
            <ac:grpSpMk id="4726" creationId="{7355CDCF-6BA3-2FF3-90AF-B067AC41D782}"/>
          </ac:grpSpMkLst>
        </pc:grpChg>
        <pc:grpChg chg="add mod ord">
          <ac:chgData name="Đức Thành Lê" userId="775589ddb43b4380" providerId="LiveId" clId="{9FD5E441-44C4-4DBD-A08F-38CC1D25082F}" dt="2026-08-20T08:35:39.326" v="28734" actId="167"/>
          <ac:grpSpMkLst>
            <pc:docMk/>
            <pc:sldMk cId="3430654819" sldId="267"/>
            <ac:grpSpMk id="4727" creationId="{BECD6C25-CF56-9BF1-DD87-2AD6D714DBB0}"/>
          </ac:grpSpMkLst>
        </pc:grpChg>
        <pc:grpChg chg="ord">
          <ac:chgData name="Đức Thành Lê" userId="775589ddb43b4380" providerId="LiveId" clId="{9FD5E441-44C4-4DBD-A08F-38CC1D25082F}" dt="2026-08-20T08:37:18.827" v="28738" actId="167"/>
          <ac:grpSpMkLst>
            <pc:docMk/>
            <pc:sldMk cId="3430654819" sldId="267"/>
            <ac:grpSpMk id="4800" creationId="{60F740F1-865F-146F-FCB0-5D64637EC881}"/>
          </ac:grpSpMkLst>
        </pc:grpChg>
        <pc:grpChg chg="del mod topLvl">
          <ac:chgData name="Đức Thành Lê" userId="775589ddb43b4380" providerId="LiveId" clId="{9FD5E441-44C4-4DBD-A08F-38CC1D25082F}" dt="2026-08-20T08:35:24.273" v="28730" actId="165"/>
          <ac:grpSpMkLst>
            <pc:docMk/>
            <pc:sldMk cId="3430654819" sldId="267"/>
            <ac:grpSpMk id="4876" creationId="{C14042D2-9292-B760-EB89-F730D699F660}"/>
          </ac:grpSpMkLst>
        </pc:grpChg>
        <pc:grpChg chg="mod topLvl">
          <ac:chgData name="Đức Thành Lê" userId="775589ddb43b4380" providerId="LiveId" clId="{9FD5E441-44C4-4DBD-A08F-38CC1D25082F}" dt="2026-08-20T08:35:37.582" v="28733" actId="164"/>
          <ac:grpSpMkLst>
            <pc:docMk/>
            <pc:sldMk cId="3430654819" sldId="267"/>
            <ac:grpSpMk id="4878" creationId="{ED589988-427C-124A-3E07-484B033657B1}"/>
          </ac:grpSpMkLst>
        </pc:grpChg>
        <pc:grpChg chg="del mod">
          <ac:chgData name="Đức Thành Lê" userId="775589ddb43b4380" providerId="LiveId" clId="{9FD5E441-44C4-4DBD-A08F-38CC1D25082F}" dt="2026-08-20T08:34:06.864" v="28714" actId="165"/>
          <ac:grpSpMkLst>
            <pc:docMk/>
            <pc:sldMk cId="3430654819" sldId="267"/>
            <ac:grpSpMk id="4881" creationId="{2F732E60-C44E-F7EC-8326-DBB05027E8FD}"/>
          </ac:grpSpMkLst>
        </pc:grpChg>
        <pc:grpChg chg="mod">
          <ac:chgData name="Đức Thành Lê" userId="775589ddb43b4380" providerId="LiveId" clId="{9FD5E441-44C4-4DBD-A08F-38CC1D25082F}" dt="2026-08-20T07:34:24.337" v="28055" actId="1076"/>
          <ac:grpSpMkLst>
            <pc:docMk/>
            <pc:sldMk cId="3430654819" sldId="267"/>
            <ac:grpSpMk id="4891" creationId="{6FADC595-D68C-4A30-C964-2EF53D25D0AE}"/>
          </ac:grpSpMkLst>
        </pc:grpChg>
        <pc:picChg chg="mod">
          <ac:chgData name="Đức Thành Lê" userId="775589ddb43b4380" providerId="LiveId" clId="{9FD5E441-44C4-4DBD-A08F-38CC1D25082F}" dt="2026-08-20T08:16:00.451" v="28493" actId="1036"/>
          <ac:picMkLst>
            <pc:docMk/>
            <pc:sldMk cId="3430654819" sldId="267"/>
            <ac:picMk id="5113" creationId="{495BF8A2-4007-AD43-09D3-42FDECB62BB4}"/>
          </ac:picMkLst>
        </pc:picChg>
        <pc:cxnChg chg="mod">
          <ac:chgData name="Đức Thành Lê" userId="775589ddb43b4380" providerId="LiveId" clId="{9FD5E441-44C4-4DBD-A08F-38CC1D25082F}" dt="2026-08-20T08:24:11.042" v="28569" actId="14100"/>
          <ac:cxnSpMkLst>
            <pc:docMk/>
            <pc:sldMk cId="3430654819" sldId="267"/>
            <ac:cxnSpMk id="40" creationId="{D0B747B2-0785-D346-D5D9-78B4ABCF42AB}"/>
          </ac:cxnSpMkLst>
        </pc:cxnChg>
        <pc:cxnChg chg="mod">
          <ac:chgData name="Đức Thành Lê" userId="775589ddb43b4380" providerId="LiveId" clId="{9FD5E441-44C4-4DBD-A08F-38CC1D25082F}" dt="2026-08-20T08:13:06.631" v="28446" actId="14100"/>
          <ac:cxnSpMkLst>
            <pc:docMk/>
            <pc:sldMk cId="3430654819" sldId="267"/>
            <ac:cxnSpMk id="3591" creationId="{701C16C5-DE79-9EC9-C9BB-7E941CDCBD0A}"/>
          </ac:cxnSpMkLst>
        </pc:cxnChg>
        <pc:cxnChg chg="mod">
          <ac:chgData name="Đức Thành Lê" userId="775589ddb43b4380" providerId="LiveId" clId="{9FD5E441-44C4-4DBD-A08F-38CC1D25082F}" dt="2026-08-20T08:13:08.429" v="28447" actId="14100"/>
          <ac:cxnSpMkLst>
            <pc:docMk/>
            <pc:sldMk cId="3430654819" sldId="267"/>
            <ac:cxnSpMk id="3592" creationId="{60BAB25A-C828-C767-65F9-E8B446F9C3F7}"/>
          </ac:cxnSpMkLst>
        </pc:cxnChg>
        <pc:cxnChg chg="add mod">
          <ac:chgData name="Đức Thành Lê" userId="775589ddb43b4380" providerId="LiveId" clId="{9FD5E441-44C4-4DBD-A08F-38CC1D25082F}" dt="2026-08-20T08:29:54.880" v="28665" actId="14100"/>
          <ac:cxnSpMkLst>
            <pc:docMk/>
            <pc:sldMk cId="3430654819" sldId="267"/>
            <ac:cxnSpMk id="4358" creationId="{27DF5FC8-E135-0E81-3C3B-400A45A71B99}"/>
          </ac:cxnSpMkLst>
        </pc:cxnChg>
        <pc:cxnChg chg="mod">
          <ac:chgData name="Đức Thành Lê" userId="775589ddb43b4380" providerId="LiveId" clId="{9FD5E441-44C4-4DBD-A08F-38CC1D25082F}" dt="2026-08-20T08:30:58.438" v="28672" actId="14100"/>
          <ac:cxnSpMkLst>
            <pc:docMk/>
            <pc:sldMk cId="3430654819" sldId="267"/>
            <ac:cxnSpMk id="4451" creationId="{77F4BD16-6F70-B0E8-EFA3-0B21C302DE5E}"/>
          </ac:cxnSpMkLst>
        </pc:cxnChg>
        <pc:cxnChg chg="mod">
          <ac:chgData name="Đức Thành Lê" userId="775589ddb43b4380" providerId="LiveId" clId="{9FD5E441-44C4-4DBD-A08F-38CC1D25082F}" dt="2026-08-20T08:20:34.633" v="28534" actId="14100"/>
          <ac:cxnSpMkLst>
            <pc:docMk/>
            <pc:sldMk cId="3430654819" sldId="267"/>
            <ac:cxnSpMk id="4492" creationId="{1CB40FE7-C084-EE16-0DDC-1E0D32E8D2E6}"/>
          </ac:cxnSpMkLst>
        </pc:cxnChg>
        <pc:cxnChg chg="mod topLvl">
          <ac:chgData name="Đức Thành Lê" userId="775589ddb43b4380" providerId="LiveId" clId="{9FD5E441-44C4-4DBD-A08F-38CC1D25082F}" dt="2026-08-20T08:14:40.502" v="28474" actId="14100"/>
          <ac:cxnSpMkLst>
            <pc:docMk/>
            <pc:sldMk cId="3430654819" sldId="267"/>
            <ac:cxnSpMk id="4619" creationId="{FB440E96-14AC-526E-65B0-BDE514EFB222}"/>
          </ac:cxnSpMkLst>
        </pc:cxnChg>
        <pc:cxnChg chg="mod topLvl">
          <ac:chgData name="Đức Thành Lê" userId="775589ddb43b4380" providerId="LiveId" clId="{9FD5E441-44C4-4DBD-A08F-38CC1D25082F}" dt="2026-08-20T07:56:53.315" v="28197" actId="1036"/>
          <ac:cxnSpMkLst>
            <pc:docMk/>
            <pc:sldMk cId="3430654819" sldId="267"/>
            <ac:cxnSpMk id="4624" creationId="{3DED6020-9539-3C16-6229-64F5C0646B00}"/>
          </ac:cxnSpMkLst>
        </pc:cxnChg>
        <pc:cxnChg chg="mod topLvl">
          <ac:chgData name="Đức Thành Lê" userId="775589ddb43b4380" providerId="LiveId" clId="{9FD5E441-44C4-4DBD-A08F-38CC1D25082F}" dt="2026-08-20T07:56:53.315" v="28197" actId="1036"/>
          <ac:cxnSpMkLst>
            <pc:docMk/>
            <pc:sldMk cId="3430654819" sldId="267"/>
            <ac:cxnSpMk id="4630" creationId="{6F17FFB0-BA30-E308-59A9-42BD485E2823}"/>
          </ac:cxnSpMkLst>
        </pc:cxnChg>
        <pc:cxnChg chg="mod topLvl">
          <ac:chgData name="Đức Thành Lê" userId="775589ddb43b4380" providerId="LiveId" clId="{9FD5E441-44C4-4DBD-A08F-38CC1D25082F}" dt="2026-08-20T07:56:53.315" v="28197" actId="1036"/>
          <ac:cxnSpMkLst>
            <pc:docMk/>
            <pc:sldMk cId="3430654819" sldId="267"/>
            <ac:cxnSpMk id="4631" creationId="{EC096607-A4AA-ADCD-4CBD-E0B73457D91D}"/>
          </ac:cxnSpMkLst>
        </pc:cxnChg>
        <pc:cxnChg chg="mod">
          <ac:chgData name="Đức Thành Lê" userId="775589ddb43b4380" providerId="LiveId" clId="{9FD5E441-44C4-4DBD-A08F-38CC1D25082F}" dt="2026-08-20T08:30:06.327" v="28668" actId="14100"/>
          <ac:cxnSpMkLst>
            <pc:docMk/>
            <pc:sldMk cId="3430654819" sldId="267"/>
            <ac:cxnSpMk id="4830" creationId="{AF3A33CE-72BD-82D6-B0AF-438E89992830}"/>
          </ac:cxnSpMkLst>
        </pc:cxnChg>
        <pc:cxnChg chg="mod">
          <ac:chgData name="Đức Thành Lê" userId="775589ddb43b4380" providerId="LiveId" clId="{9FD5E441-44C4-4DBD-A08F-38CC1D25082F}" dt="2026-08-20T08:35:57.732" v="28735" actId="1076"/>
          <ac:cxnSpMkLst>
            <pc:docMk/>
            <pc:sldMk cId="3430654819" sldId="267"/>
            <ac:cxnSpMk id="4868" creationId="{24355C27-9766-F4DF-45B7-7D820733BD56}"/>
          </ac:cxnSpMkLst>
        </pc:cxnChg>
        <pc:cxnChg chg="del mod ord">
          <ac:chgData name="Đức Thành Lê" userId="775589ddb43b4380" providerId="LiveId" clId="{9FD5E441-44C4-4DBD-A08F-38CC1D25082F}" dt="2026-08-20T08:17:47.833" v="28507" actId="478"/>
          <ac:cxnSpMkLst>
            <pc:docMk/>
            <pc:sldMk cId="3430654819" sldId="267"/>
            <ac:cxnSpMk id="5047" creationId="{7FFF3751-8E89-8CCF-8483-B9E62AB12B6F}"/>
          </ac:cxnSpMkLst>
        </pc:cxnChg>
        <pc:cxnChg chg="mod">
          <ac:chgData name="Đức Thành Lê" userId="775589ddb43b4380" providerId="LiveId" clId="{9FD5E441-44C4-4DBD-A08F-38CC1D25082F}" dt="2026-08-20T08:30:02.760" v="28667" actId="14100"/>
          <ac:cxnSpMkLst>
            <pc:docMk/>
            <pc:sldMk cId="3430654819" sldId="267"/>
            <ac:cxnSpMk id="5094" creationId="{AED5AF4E-2CBE-7B24-6E24-B7D8CF26F440}"/>
          </ac:cxnSpMkLst>
        </pc:cxnChg>
      </pc:sldChg>
      <pc:sldChg chg="addSp delSp modSp add mod">
        <pc:chgData name="Đức Thành Lê" userId="775589ddb43b4380" providerId="LiveId" clId="{9FD5E441-44C4-4DBD-A08F-38CC1D25082F}" dt="2026-08-20T09:05:30.447" v="29160" actId="14100"/>
        <pc:sldMkLst>
          <pc:docMk/>
          <pc:sldMk cId="2300616454" sldId="268"/>
        </pc:sldMkLst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9" creationId="{CCEA3EC6-2CAB-6BD9-2A97-41A88752EA6B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38" creationId="{C27B6FFF-1876-D4A2-3E19-EB1E4FDE8DA8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470" creationId="{BD258C3E-BF61-7EE1-E31F-25806B0B9BE4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478" creationId="{2A35B595-1AF1-713A-3F1C-A62121948237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3412" creationId="{A84D1340-2EA8-93F8-2287-B22CDF2E3070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3414" creationId="{B376D829-0709-3754-4DC5-4DB89E8FB831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421" creationId="{C420BC1A-FCD1-285C-7B00-20419E692938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423" creationId="{F53DE12B-6002-3CEE-4FAE-215F9EAEB8CD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586" creationId="{CF85E691-F6FE-E4B4-0433-5F9814F89E55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595" creationId="{8F9292EF-00E5-4AFC-1891-6F0D5AAE43B7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3596" creationId="{E88AC5D0-9FFF-FD29-53A8-554C450A5CA9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601" creationId="{0B8C4A76-41EB-4DDE-2EA2-585F9B5C72BB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3602" creationId="{8160BD7D-FDB2-51E1-65DD-6C631279D963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3618" creationId="{90EDF4B6-1AC0-8CE8-699E-861437DAAD7B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3727" creationId="{25F490BF-0AD1-C8B4-A8C3-D0A35C62313A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3753" creationId="{A85ACAAE-C0E0-D478-3502-8B5F939C2189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3762" creationId="{66E6CEBC-7476-B7B6-A6F3-7B7DAC8CE07C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357" creationId="{D375C308-41EE-46F8-09AF-8F0E369C28C2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10" creationId="{F2AFA4D2-FAB3-3951-2330-B1C30BA21E0E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12" creationId="{BAD24722-CE74-700C-AD56-34A9F3B22EC0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58" creationId="{AC382FEF-8F59-59CA-542B-7D487288F109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59" creationId="{F1E49E5B-5D3E-F5B9-C1BC-48229D8BE7DA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75" creationId="{DF7EEC88-D094-0ED7-18AD-784A4A18E39E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490" creationId="{29BF1C55-3B04-02EC-1BD7-AFDDB908EE00}"/>
          </ac:spMkLst>
        </pc:spChg>
        <pc:spChg chg="mod">
          <ac:chgData name="Đức Thành Lê" userId="775589ddb43b4380" providerId="LiveId" clId="{9FD5E441-44C4-4DBD-A08F-38CC1D25082F}" dt="2026-08-20T08:31:31.566" v="28673"/>
          <ac:spMkLst>
            <pc:docMk/>
            <pc:sldMk cId="2300616454" sldId="268"/>
            <ac:spMk id="4508" creationId="{CB5D750F-666B-1C63-995E-155F6CB0B139}"/>
          </ac:spMkLst>
        </pc:spChg>
        <pc:spChg chg="mod">
          <ac:chgData name="Đức Thành Lê" userId="775589ddb43b4380" providerId="LiveId" clId="{9FD5E441-44C4-4DBD-A08F-38CC1D25082F}" dt="2026-08-20T08:31:45.013" v="28677" actId="1035"/>
          <ac:spMkLst>
            <pc:docMk/>
            <pc:sldMk cId="2300616454" sldId="268"/>
            <ac:spMk id="4531" creationId="{3959B351-4AC1-42C8-5A63-CBB8FFFFBE52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4620" creationId="{7C60DE6A-8087-F5E2-96DE-18526593501D}"/>
          </ac:spMkLst>
        </pc:spChg>
        <pc:spChg chg="mod">
          <ac:chgData name="Đức Thành Lê" userId="775589ddb43b4380" providerId="LiveId" clId="{9FD5E441-44C4-4DBD-A08F-38CC1D25082F}" dt="2026-08-20T08:37:27.267" v="28739"/>
          <ac:spMkLst>
            <pc:docMk/>
            <pc:sldMk cId="2300616454" sldId="268"/>
            <ac:spMk id="4621" creationId="{A1820E48-49EE-9EB6-BDA8-648CA25DDD7D}"/>
          </ac:spMkLst>
        </pc:spChg>
        <pc:spChg chg="mod">
          <ac:chgData name="Đức Thành Lê" userId="775589ddb43b4380" providerId="LiveId" clId="{9FD5E441-44C4-4DBD-A08F-38CC1D25082F}" dt="2026-08-20T09:03:49.694" v="29137" actId="1038"/>
          <ac:spMkLst>
            <pc:docMk/>
            <pc:sldMk cId="2300616454" sldId="268"/>
            <ac:spMk id="4869" creationId="{7DEFA41D-004B-071B-AAA1-93403737F7AB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4877" creationId="{CACDA15E-0DCD-C641-A3EF-4B2C193226F0}"/>
          </ac:spMkLst>
        </pc:spChg>
        <pc:spChg chg="mod">
          <ac:chgData name="Đức Thành Lê" userId="775589ddb43b4380" providerId="LiveId" clId="{9FD5E441-44C4-4DBD-A08F-38CC1D25082F}" dt="2026-08-20T09:02:31.409" v="29124" actId="14100"/>
          <ac:spMkLst>
            <pc:docMk/>
            <pc:sldMk cId="2300616454" sldId="268"/>
            <ac:spMk id="4883" creationId="{68DA620D-AED9-F7F6-1235-1C7BC06005E2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5025" creationId="{8775DE0B-0695-18B1-D098-674EE5FD02D7}"/>
          </ac:spMkLst>
        </pc:spChg>
        <pc:spChg chg="mod">
          <ac:chgData name="Đức Thành Lê" userId="775589ddb43b4380" providerId="LiveId" clId="{9FD5E441-44C4-4DBD-A08F-38CC1D25082F}" dt="2026-08-20T09:04:32.279" v="29142" actId="165"/>
          <ac:spMkLst>
            <pc:docMk/>
            <pc:sldMk cId="2300616454" sldId="268"/>
            <ac:spMk id="5029" creationId="{15105724-1AC9-F931-DD23-40A13E5B8BE9}"/>
          </ac:spMkLst>
        </pc:spChg>
        <pc:spChg chg="mod ord">
          <ac:chgData name="Đức Thành Lê" userId="775589ddb43b4380" providerId="LiveId" clId="{9FD5E441-44C4-4DBD-A08F-38CC1D25082F}" dt="2026-08-20T09:04:51.554" v="29146" actId="165"/>
          <ac:spMkLst>
            <pc:docMk/>
            <pc:sldMk cId="2300616454" sldId="268"/>
            <ac:spMk id="5051" creationId="{2FDF07A4-8E65-E5B8-1DF6-419A68606E52}"/>
          </ac:spMkLst>
        </pc:spChg>
        <pc:spChg chg="mod">
          <ac:chgData name="Đức Thành Lê" userId="775589ddb43b4380" providerId="LiveId" clId="{9FD5E441-44C4-4DBD-A08F-38CC1D25082F}" dt="2026-08-20T09:04:51.554" v="29146" actId="165"/>
          <ac:spMkLst>
            <pc:docMk/>
            <pc:sldMk cId="2300616454" sldId="268"/>
            <ac:spMk id="5052" creationId="{0D3EF467-D170-81A6-D1DD-5A05B31F2A4C}"/>
          </ac:spMkLst>
        </pc:spChg>
        <pc:spChg chg="mod">
          <ac:chgData name="Đức Thành Lê" userId="775589ddb43b4380" providerId="LiveId" clId="{9FD5E441-44C4-4DBD-A08F-38CC1D25082F}" dt="2026-08-20T09:04:51.554" v="29146" actId="165"/>
          <ac:spMkLst>
            <pc:docMk/>
            <pc:sldMk cId="2300616454" sldId="268"/>
            <ac:spMk id="5053" creationId="{9608831A-05FA-A87A-7F81-68C579DAAD60}"/>
          </ac:spMkLst>
        </pc:spChg>
        <pc:spChg chg="mod">
          <ac:chgData name="Đức Thành Lê" userId="775589ddb43b4380" providerId="LiveId" clId="{9FD5E441-44C4-4DBD-A08F-38CC1D25082F}" dt="2026-08-20T09:04:51.554" v="29146" actId="165"/>
          <ac:spMkLst>
            <pc:docMk/>
            <pc:sldMk cId="2300616454" sldId="268"/>
            <ac:spMk id="5055" creationId="{F79C973A-E053-027D-1BC3-1FA341B9597E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197" creationId="{3B243FB9-AA3D-BC77-145A-A9B885E479AA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08" creationId="{50D60979-CDE2-C9E3-58AD-1FAED600A38F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36" creationId="{4DDAB6D3-3433-F66A-A1A5-09666DB82FD6}"/>
          </ac:spMkLst>
        </pc:spChg>
        <pc:spChg chg="mod">
          <ac:chgData name="Đức Thành Lê" userId="775589ddb43b4380" providerId="LiveId" clId="{9FD5E441-44C4-4DBD-A08F-38CC1D25082F}" dt="2026-08-20T09:03:23.510" v="29129" actId="1036"/>
          <ac:spMkLst>
            <pc:docMk/>
            <pc:sldMk cId="2300616454" sldId="268"/>
            <ac:spMk id="5237" creationId="{DAA6FF68-20CE-24E8-193E-D8811A7EBF71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43" creationId="{23EAE7D9-B552-3157-2405-C599878836DC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52" creationId="{91B36259-6827-EFAD-0571-D00392B6C1E0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58" creationId="{13662B03-25A7-C46C-9248-C243A4FB0BDD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65" creationId="{AA2F8F25-7132-0F9D-DB74-8B317025A9B4}"/>
          </ac:spMkLst>
        </pc:spChg>
        <pc:spChg chg="mod">
          <ac:chgData name="Đức Thành Lê" userId="775589ddb43b4380" providerId="LiveId" clId="{9FD5E441-44C4-4DBD-A08F-38CC1D25082F}" dt="2026-08-20T09:01:23.846" v="29117"/>
          <ac:spMkLst>
            <pc:docMk/>
            <pc:sldMk cId="2300616454" sldId="268"/>
            <ac:spMk id="5274" creationId="{F50D43EC-419C-05DA-2093-7E961D408392}"/>
          </ac:spMkLst>
        </pc:spChg>
        <pc:grpChg chg="del">
          <ac:chgData name="Đức Thành Lê" userId="775589ddb43b4380" providerId="LiveId" clId="{9FD5E441-44C4-4DBD-A08F-38CC1D25082F}" dt="2026-08-20T08:36:54.551" v="28736" actId="478"/>
          <ac:grpSpMkLst>
            <pc:docMk/>
            <pc:sldMk cId="2300616454" sldId="268"/>
            <ac:grpSpMk id="3" creationId="{856280E6-180E-F171-691F-46466D46AFF7}"/>
          </ac:grpSpMkLst>
        </pc:grpChg>
        <pc:grpChg chg="del">
          <ac:chgData name="Đức Thành Lê" userId="775589ddb43b4380" providerId="LiveId" clId="{9FD5E441-44C4-4DBD-A08F-38CC1D25082F}" dt="2026-08-20T08:36:54.551" v="28736" actId="478"/>
          <ac:grpSpMkLst>
            <pc:docMk/>
            <pc:sldMk cId="2300616454" sldId="268"/>
            <ac:grpSpMk id="11" creationId="{59C243D4-3BE7-27FE-C4B7-70EECD824A08}"/>
          </ac:grpSpMkLst>
        </pc:grpChg>
        <pc:grpChg chg="mod">
          <ac:chgData name="Đức Thành Lê" userId="775589ddb43b4380" providerId="LiveId" clId="{9FD5E441-44C4-4DBD-A08F-38CC1D25082F}" dt="2026-08-20T09:01:52.685" v="29120" actId="1036"/>
          <ac:grpSpMkLst>
            <pc:docMk/>
            <pc:sldMk cId="2300616454" sldId="268"/>
            <ac:grpSpMk id="3746" creationId="{1A130887-7CCB-BE5D-6444-729C9C4FD75C}"/>
          </ac:grpSpMkLst>
        </pc:grpChg>
        <pc:grpChg chg="del">
          <ac:chgData name="Đức Thành Lê" userId="775589ddb43b4380" providerId="LiveId" clId="{9FD5E441-44C4-4DBD-A08F-38CC1D25082F}" dt="2026-08-20T08:36:54.551" v="28736" actId="478"/>
          <ac:grpSpMkLst>
            <pc:docMk/>
            <pc:sldMk cId="2300616454" sldId="268"/>
            <ac:grpSpMk id="4326" creationId="{69FE7D98-CEC2-FD43-FE9D-9340AE515B89}"/>
          </ac:grpSpMkLst>
        </pc:grpChg>
        <pc:grpChg chg="del">
          <ac:chgData name="Đức Thành Lê" userId="775589ddb43b4380" providerId="LiveId" clId="{9FD5E441-44C4-4DBD-A08F-38CC1D25082F}" dt="2026-08-20T08:36:54.551" v="28736" actId="478"/>
          <ac:grpSpMkLst>
            <pc:docMk/>
            <pc:sldMk cId="2300616454" sldId="268"/>
            <ac:grpSpMk id="4530" creationId="{1362C54F-F71D-B812-1FB0-9DA45AC3FAC2}"/>
          </ac:grpSpMkLst>
        </pc:grpChg>
        <pc:grpChg chg="del ord">
          <ac:chgData name="Đức Thành Lê" userId="775589ddb43b4380" providerId="LiveId" clId="{9FD5E441-44C4-4DBD-A08F-38CC1D25082F}" dt="2026-08-20T09:04:51.554" v="29146" actId="165"/>
          <ac:grpSpMkLst>
            <pc:docMk/>
            <pc:sldMk cId="2300616454" sldId="268"/>
            <ac:grpSpMk id="4583" creationId="{8A13954B-7507-112A-E28C-9F2564803590}"/>
          </ac:grpSpMkLst>
        </pc:grpChg>
        <pc:grpChg chg="mod">
          <ac:chgData name="Đức Thành Lê" userId="775589ddb43b4380" providerId="LiveId" clId="{9FD5E441-44C4-4DBD-A08F-38CC1D25082F}" dt="2026-08-20T09:05:24.900" v="29158" actId="1035"/>
          <ac:grpSpMkLst>
            <pc:docMk/>
            <pc:sldMk cId="2300616454" sldId="268"/>
            <ac:grpSpMk id="4585" creationId="{7C8E316C-B4CA-797F-B6D9-3EF43C2C288F}"/>
          </ac:grpSpMkLst>
        </pc:grpChg>
        <pc:grpChg chg="mod">
          <ac:chgData name="Đức Thành Lê" userId="775589ddb43b4380" providerId="LiveId" clId="{9FD5E441-44C4-4DBD-A08F-38CC1D25082F}" dt="2026-08-20T09:02:15.015" v="29121" actId="14100"/>
          <ac:grpSpMkLst>
            <pc:docMk/>
            <pc:sldMk cId="2300616454" sldId="268"/>
            <ac:grpSpMk id="4884" creationId="{74853A56-E00D-2C1D-0A91-8A5CB84FF6BF}"/>
          </ac:grpSpMkLst>
        </pc:grpChg>
        <pc:grpChg chg="mod ord topLvl">
          <ac:chgData name="Đức Thành Lê" userId="775589ddb43b4380" providerId="LiveId" clId="{9FD5E441-44C4-4DBD-A08F-38CC1D25082F}" dt="2026-08-20T09:05:07.547" v="29149" actId="164"/>
          <ac:grpSpMkLst>
            <pc:docMk/>
            <pc:sldMk cId="2300616454" sldId="268"/>
            <ac:grpSpMk id="5048" creationId="{75BE4EAE-59F5-048C-18F0-44FF9B0E8EFC}"/>
          </ac:grpSpMkLst>
        </pc:grpChg>
        <pc:grpChg chg="mod ord topLvl">
          <ac:chgData name="Đức Thành Lê" userId="775589ddb43b4380" providerId="LiveId" clId="{9FD5E441-44C4-4DBD-A08F-38CC1D25082F}" dt="2026-08-20T09:05:07.547" v="29149" actId="164"/>
          <ac:grpSpMkLst>
            <pc:docMk/>
            <pc:sldMk cId="2300616454" sldId="268"/>
            <ac:grpSpMk id="5049" creationId="{E63B447E-EA13-538C-6B6B-CAE5E04C8FCB}"/>
          </ac:grpSpMkLst>
        </pc:grpChg>
        <pc:grpChg chg="add mod ord">
          <ac:chgData name="Đức Thành Lê" userId="775589ddb43b4380" providerId="LiveId" clId="{9FD5E441-44C4-4DBD-A08F-38CC1D25082F}" dt="2026-08-20T09:05:10.527" v="29150" actId="167"/>
          <ac:grpSpMkLst>
            <pc:docMk/>
            <pc:sldMk cId="2300616454" sldId="268"/>
            <ac:grpSpMk id="5319" creationId="{9AB21983-043D-ECFE-C625-3989B6675991}"/>
          </ac:grpSpMkLst>
        </pc:grpChg>
        <pc:cxnChg chg="mod">
          <ac:chgData name="Đức Thành Lê" userId="775589ddb43b4380" providerId="LiveId" clId="{9FD5E441-44C4-4DBD-A08F-38CC1D25082F}" dt="2026-08-20T09:05:30.447" v="29160" actId="14100"/>
          <ac:cxnSpMkLst>
            <pc:docMk/>
            <pc:sldMk cId="2300616454" sldId="268"/>
            <ac:cxnSpMk id="464" creationId="{36107CEC-7A9B-8AD1-8C16-26504A87666F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335" creationId="{C7A1CDB3-F527-9D85-03FC-1A3BF5BAE214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352" creationId="{DD3A964D-6B87-14EF-84A3-D940A27672EE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353" creationId="{95DB69A2-A74B-6001-26C2-BB2DFDFC6B95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356" creationId="{0A529A2B-BB2A-4B4D-C92F-291A29CC6822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368" creationId="{51D33D4B-0B85-F3EA-BF1A-7F1790242B41}"/>
          </ac:cxnSpMkLst>
        </pc:cxnChg>
        <pc:cxnChg chg="mod">
          <ac:chgData name="Đức Thành Lê" userId="775589ddb43b4380" providerId="LiveId" clId="{9FD5E441-44C4-4DBD-A08F-38CC1D25082F}" dt="2026-08-20T08:36:54.551" v="28736" actId="478"/>
          <ac:cxnSpMkLst>
            <pc:docMk/>
            <pc:sldMk cId="2300616454" sldId="268"/>
            <ac:cxnSpMk id="4438" creationId="{9079A8DA-D95F-BF23-1D31-50599124102D}"/>
          </ac:cxnSpMkLst>
        </pc:cxnChg>
      </pc:sldChg>
      <pc:sldChg chg="addSp delSp modSp new del mod">
        <pc:chgData name="Đức Thành Lê" userId="775589ddb43b4380" providerId="LiveId" clId="{9FD5E441-44C4-4DBD-A08F-38CC1D25082F}" dt="2026-08-20T09:03:36.992" v="29132" actId="47"/>
        <pc:sldMkLst>
          <pc:docMk/>
          <pc:sldMk cId="3517188388" sldId="269"/>
        </pc:sldMkLst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5" creationId="{E76D55B8-EC26-33E5-A074-82E2EFF3E629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7" creationId="{2A92DC44-F736-5E11-F41D-7A05426ABE74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10" creationId="{B20727AE-FBB9-6C7B-059B-648330DEA88B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28" creationId="{E1AA5BD3-6BA1-BED0-331C-58588A48FE3A}"/>
          </ac:spMkLst>
        </pc:spChg>
        <pc:spChg chg="mod">
          <ac:chgData name="Đức Thành Lê" userId="775589ddb43b4380" providerId="LiveId" clId="{9FD5E441-44C4-4DBD-A08F-38CC1D25082F}" dt="2026-08-20T08:58:08.025" v="29092" actId="1076"/>
          <ac:spMkLst>
            <pc:docMk/>
            <pc:sldMk cId="3517188388" sldId="269"/>
            <ac:spMk id="4713" creationId="{F2F02D9F-7FA8-1DFA-C193-855D535AE9FF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716" creationId="{37AFC8D3-CE19-405A-5393-C99DF85028A1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726" creationId="{4D3BD23C-21DE-92A0-4614-22FA7A046106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728" creationId="{0B975251-C853-1CE3-B022-22D1D4432E19}"/>
          </ac:spMkLst>
        </pc:spChg>
        <pc:spChg chg="mod topLvl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729" creationId="{BAD09B08-A611-F6FC-F42D-6392B1924AB0}"/>
          </ac:spMkLst>
        </pc:spChg>
        <pc:spChg chg="mod topLvl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731" creationId="{2785545C-15C4-CABA-6D00-6DC64C774B48}"/>
          </ac:spMkLst>
        </pc:spChg>
        <pc:spChg chg="mod topLvl">
          <ac:chgData name="Đức Thành Lê" userId="775589ddb43b4380" providerId="LiveId" clId="{9FD5E441-44C4-4DBD-A08F-38CC1D25082F}" dt="2026-08-20T08:59:22.288" v="29101" actId="1076"/>
          <ac:spMkLst>
            <pc:docMk/>
            <pc:sldMk cId="3517188388" sldId="269"/>
            <ac:spMk id="4734" creationId="{1FAF9B81-49D3-B860-0A9D-4EE622E9AD34}"/>
          </ac:spMkLst>
        </pc:spChg>
        <pc:spChg chg="mod topLvl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806" creationId="{163CCA17-643B-42A2-1373-73D426CBD690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807" creationId="{61C1B824-ED3F-C1C3-3CBA-D1247D81CBFC}"/>
          </ac:spMkLst>
        </pc:spChg>
        <pc:spChg chg="mod">
          <ac:chgData name="Đức Thành Lê" userId="775589ddb43b4380" providerId="LiveId" clId="{9FD5E441-44C4-4DBD-A08F-38CC1D25082F}" dt="2026-08-20T09:00:17.383" v="29104" actId="1076"/>
          <ac:spMkLst>
            <pc:docMk/>
            <pc:sldMk cId="3517188388" sldId="269"/>
            <ac:spMk id="4809" creationId="{83820702-A08B-1A6F-ECDF-629FF02D5085}"/>
          </ac:spMkLst>
        </pc:spChg>
        <pc:spChg chg="mod">
          <ac:chgData name="Đức Thành Lê" userId="775589ddb43b4380" providerId="LiveId" clId="{9FD5E441-44C4-4DBD-A08F-38CC1D25082F}" dt="2026-08-20T08:55:02.931" v="29056" actId="1076"/>
          <ac:spMkLst>
            <pc:docMk/>
            <pc:sldMk cId="3517188388" sldId="269"/>
            <ac:spMk id="4813" creationId="{F8328951-AD81-F4F2-D81C-66BA72DB7964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816" creationId="{EA04AD68-8769-DD7D-3AE0-732EBFF5C575}"/>
          </ac:spMkLst>
        </pc:spChg>
        <pc:spChg chg="mod">
          <ac:chgData name="Đức Thành Lê" userId="775589ddb43b4380" providerId="LiveId" clId="{9FD5E441-44C4-4DBD-A08F-38CC1D25082F}" dt="2026-08-20T09:00:59.351" v="29116" actId="164"/>
          <ac:spMkLst>
            <pc:docMk/>
            <pc:sldMk cId="3517188388" sldId="269"/>
            <ac:spMk id="4819" creationId="{0985E1FE-B714-526C-8A61-21172CDF2D5B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4821" creationId="{56D62E75-BCAD-D8D5-AB93-02A1768D03DE}"/>
          </ac:spMkLst>
        </pc:spChg>
        <pc:spChg chg="mod">
          <ac:chgData name="Đức Thành Lê" userId="775589ddb43b4380" providerId="LiveId" clId="{9FD5E441-44C4-4DBD-A08F-38CC1D25082F}" dt="2026-08-20T08:57:57.978" v="29077" actId="1076"/>
          <ac:spMkLst>
            <pc:docMk/>
            <pc:sldMk cId="3517188388" sldId="269"/>
            <ac:spMk id="4823" creationId="{88320F24-76C3-9170-E0CE-48265E1B571A}"/>
          </ac:spMkLst>
        </pc:spChg>
        <pc:spChg chg="mod">
          <ac:chgData name="Đức Thành Lê" userId="775589ddb43b4380" providerId="LiveId" clId="{9FD5E441-44C4-4DBD-A08F-38CC1D25082F}" dt="2026-08-20T08:58:03.380" v="29090" actId="1036"/>
          <ac:spMkLst>
            <pc:docMk/>
            <pc:sldMk cId="3517188388" sldId="269"/>
            <ac:spMk id="4827" creationId="{DA880BF8-90CA-6A81-3A3B-F00E9E531F98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31" creationId="{ACCDA180-481F-AC0C-3918-A37C24872A5E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32" creationId="{D99BC72C-6646-0121-E143-450EC662C6BC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34" creationId="{34EFDCF0-647E-82A4-15D8-8D1B83DD8E89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35" creationId="{C5E28A09-9583-9F27-D445-6C3F9E45CE74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36" creationId="{B7054FBD-6AC1-9918-FC2F-E6FD8A95426F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62" creationId="{7463838A-87FD-DA7E-C03F-4702B3B7E336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66" creationId="{1B112E8F-62AF-9276-BA50-39347293D26D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68" creationId="{7A158108-A2F1-0CA8-9FBB-AB486DD3108E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73" creationId="{3F129C85-7C99-5B9F-E073-6B11F08E4FF5}"/>
          </ac:spMkLst>
        </pc:spChg>
        <pc:spChg chg="mod">
          <ac:chgData name="Đức Thành Lê" userId="775589ddb43b4380" providerId="LiveId" clId="{9FD5E441-44C4-4DBD-A08F-38CC1D25082F}" dt="2026-08-20T08:55:19.642" v="29058" actId="165"/>
          <ac:spMkLst>
            <pc:docMk/>
            <pc:sldMk cId="3517188388" sldId="269"/>
            <ac:spMk id="4875" creationId="{14BC5C4F-AD72-6B9F-19DC-C6FB8AB128E3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4876" creationId="{5A88B706-AFD9-DAC7-8CBF-CD0B7714E4E2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4878" creationId="{3316AD68-649E-492A-1E81-054C6E3E1F6A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4891" creationId="{9BF410A8-CF1C-2912-005B-E44EBE9D9B44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4893" creationId="{3C4B25ED-B0E5-5E70-3A37-88DBFBC8379C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4961" creationId="{4F41EF84-8FE5-39D1-44D0-95B1CFE9291B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4962" creationId="{4A8DEB74-0030-07BC-0568-3CD51D1F8CE0}"/>
          </ac:spMkLst>
        </pc:spChg>
        <pc:spChg chg="mod">
          <ac:chgData name="Đức Thành Lê" userId="775589ddb43b4380" providerId="LiveId" clId="{9FD5E441-44C4-4DBD-A08F-38CC1D25082F}" dt="2026-08-20T08:54:27.113" v="29043" actId="1076"/>
          <ac:spMkLst>
            <pc:docMk/>
            <pc:sldMk cId="3517188388" sldId="269"/>
            <ac:spMk id="4969" creationId="{B3125578-15F7-1CC7-8952-5474A837D2A3}"/>
          </ac:spMkLst>
        </pc:spChg>
        <pc:spChg chg="mod">
          <ac:chgData name="Đức Thành Lê" userId="775589ddb43b4380" providerId="LiveId" clId="{9FD5E441-44C4-4DBD-A08F-38CC1D25082F}" dt="2026-08-20T08:57:45.697" v="29074" actId="1076"/>
          <ac:spMkLst>
            <pc:docMk/>
            <pc:sldMk cId="3517188388" sldId="269"/>
            <ac:spMk id="4971" creationId="{EC718065-58F9-4E94-85CF-AB990C6B4044}"/>
          </ac:spMkLst>
        </pc:spChg>
        <pc:spChg chg="mod">
          <ac:chgData name="Đức Thành Lê" userId="775589ddb43b4380" providerId="LiveId" clId="{9FD5E441-44C4-4DBD-A08F-38CC1D25082F}" dt="2026-08-20T08:50:08.674" v="28894" actId="165"/>
          <ac:spMkLst>
            <pc:docMk/>
            <pc:sldMk cId="3517188388" sldId="269"/>
            <ac:spMk id="5024" creationId="{B2BB80C5-5FA1-7B7C-BF80-D1F45669FD3D}"/>
          </ac:spMkLst>
        </pc:spChg>
        <pc:spChg chg="mod">
          <ac:chgData name="Đức Thành Lê" userId="775589ddb43b4380" providerId="LiveId" clId="{9FD5E441-44C4-4DBD-A08F-38CC1D25082F}" dt="2026-08-20T08:50:40.035" v="28914" actId="1076"/>
          <ac:spMkLst>
            <pc:docMk/>
            <pc:sldMk cId="3517188388" sldId="269"/>
            <ac:spMk id="5025" creationId="{94BBE258-748C-4116-FFE2-6B5985F5357A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5026" creationId="{139E7F1E-B1B3-39DE-8A3A-83E0DFE622CF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5034" creationId="{D6CDF177-055D-1C07-3EBF-54C464F48E6F}"/>
          </ac:spMkLst>
        </pc:spChg>
        <pc:spChg chg="mod">
          <ac:chgData name="Đức Thành Lê" userId="775589ddb43b4380" providerId="LiveId" clId="{9FD5E441-44C4-4DBD-A08F-38CC1D25082F}" dt="2026-08-20T08:33:19.785" v="28681" actId="164"/>
          <ac:spMkLst>
            <pc:docMk/>
            <pc:sldMk cId="3517188388" sldId="269"/>
            <ac:spMk id="5038" creationId="{AD88CE12-DA21-70E2-7224-BD3043319373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5046" creationId="{B652DACF-0FD0-2991-22E7-92C97E60D5B1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5048" creationId="{5F1ECA7C-66CB-9EC9-89AF-BCFC935195AD}"/>
          </ac:spMkLst>
        </pc:spChg>
        <pc:spChg chg="mod">
          <ac:chgData name="Đức Thành Lê" userId="775589ddb43b4380" providerId="LiveId" clId="{9FD5E441-44C4-4DBD-A08F-38CC1D25082F}" dt="2026-08-20T08:45:18.697" v="28797" actId="1037"/>
          <ac:spMkLst>
            <pc:docMk/>
            <pc:sldMk cId="3517188388" sldId="269"/>
            <ac:spMk id="5053" creationId="{301DD6C5-C2D7-1F7E-8D3B-6A29C2D5F220}"/>
          </ac:spMkLst>
        </pc:spChg>
        <pc:spChg chg="mod">
          <ac:chgData name="Đức Thành Lê" userId="775589ddb43b4380" providerId="LiveId" clId="{9FD5E441-44C4-4DBD-A08F-38CC1D25082F}" dt="2026-08-20T08:43:49.114" v="28782" actId="165"/>
          <ac:spMkLst>
            <pc:docMk/>
            <pc:sldMk cId="3517188388" sldId="269"/>
            <ac:spMk id="5054" creationId="{23CB76CF-C733-29F5-4804-D0567495E3B5}"/>
          </ac:spMkLst>
        </pc:spChg>
        <pc:spChg chg="mod">
          <ac:chgData name="Đức Thành Lê" userId="775589ddb43b4380" providerId="LiveId" clId="{9FD5E441-44C4-4DBD-A08F-38CC1D25082F}" dt="2026-08-20T08:41:30.871" v="28780" actId="165"/>
          <ac:spMkLst>
            <pc:docMk/>
            <pc:sldMk cId="3517188388" sldId="269"/>
            <ac:spMk id="5123" creationId="{93059BD5-54F7-202A-B9CC-2254E61C60EF}"/>
          </ac:spMkLst>
        </pc:spChg>
        <pc:grpChg chg="add del mod">
          <ac:chgData name="Đức Thành Lê" userId="775589ddb43b4380" providerId="LiveId" clId="{9FD5E441-44C4-4DBD-A08F-38CC1D25082F}" dt="2026-08-20T08:39:48.162" v="28740" actId="478"/>
          <ac:grpSpMkLst>
            <pc:docMk/>
            <pc:sldMk cId="3517188388" sldId="269"/>
            <ac:grpSpMk id="2" creationId="{17B10803-2858-4A20-D6D4-A8D7B2E9025B}"/>
          </ac:grpSpMkLst>
        </pc:grpChg>
        <pc:grpChg chg="mod">
          <ac:chgData name="Đức Thành Lê" userId="775589ddb43b4380" providerId="LiveId" clId="{9FD5E441-44C4-4DBD-A08F-38CC1D25082F}" dt="2026-08-20T09:00:44.388" v="29115" actId="1036"/>
          <ac:grpSpMkLst>
            <pc:docMk/>
            <pc:sldMk cId="3517188388" sldId="269"/>
            <ac:grpSpMk id="6" creationId="{4A704F56-5265-DD3B-B5F6-D2122787CB88}"/>
          </ac:grpSpMkLst>
        </pc:grpChg>
        <pc:grpChg chg="mod">
          <ac:chgData name="Đức Thành Lê" userId="775589ddb43b4380" providerId="LiveId" clId="{9FD5E441-44C4-4DBD-A08F-38CC1D25082F}" dt="2026-08-20T08:33:19.785" v="28681" actId="164"/>
          <ac:grpSpMkLst>
            <pc:docMk/>
            <pc:sldMk cId="3517188388" sldId="269"/>
            <ac:grpSpMk id="4675" creationId="{D16C57AF-3F9B-6982-E8E8-BE1D663A7E6F}"/>
          </ac:grpSpMkLst>
        </pc:grpChg>
        <pc:grpChg chg="mod">
          <ac:chgData name="Đức Thành Lê" userId="775589ddb43b4380" providerId="LiveId" clId="{9FD5E441-44C4-4DBD-A08F-38CC1D25082F}" dt="2026-08-20T09:00:31.669" v="29107" actId="1076"/>
          <ac:grpSpMkLst>
            <pc:docMk/>
            <pc:sldMk cId="3517188388" sldId="269"/>
            <ac:grpSpMk id="4714" creationId="{31DFE45F-9A7D-42B2-D51C-2C2ADC36F2B7}"/>
          </ac:grpSpMkLst>
        </pc:grpChg>
        <pc:grpChg chg="mod">
          <ac:chgData name="Đức Thành Lê" userId="775589ddb43b4380" providerId="LiveId" clId="{9FD5E441-44C4-4DBD-A08F-38CC1D25082F}" dt="2026-08-20T08:47:04.803" v="28805" actId="1036"/>
          <ac:grpSpMkLst>
            <pc:docMk/>
            <pc:sldMk cId="3517188388" sldId="269"/>
            <ac:grpSpMk id="4724" creationId="{D3691F59-3C07-437B-C3FD-8358FAE5E208}"/>
          </ac:grpSpMkLst>
        </pc:grpChg>
        <pc:grpChg chg="mod">
          <ac:chgData name="Đức Thành Lê" userId="775589ddb43b4380" providerId="LiveId" clId="{9FD5E441-44C4-4DBD-A08F-38CC1D25082F}" dt="2026-08-20T08:47:04.803" v="28805" actId="1036"/>
          <ac:grpSpMkLst>
            <pc:docMk/>
            <pc:sldMk cId="3517188388" sldId="269"/>
            <ac:grpSpMk id="4725" creationId="{3B114B37-6F72-062B-BB32-49E71A9E688C}"/>
          </ac:grpSpMkLst>
        </pc:grpChg>
        <pc:grpChg chg="mod">
          <ac:chgData name="Đức Thành Lê" userId="775589ddb43b4380" providerId="LiveId" clId="{9FD5E441-44C4-4DBD-A08F-38CC1D25082F}" dt="2026-08-20T08:52:09.486" v="29014" actId="1035"/>
          <ac:grpSpMkLst>
            <pc:docMk/>
            <pc:sldMk cId="3517188388" sldId="269"/>
            <ac:grpSpMk id="4727" creationId="{4FB61CB1-4BF6-DD67-E290-F77359695321}"/>
          </ac:grpSpMkLst>
        </pc:grpChg>
        <pc:grpChg chg="mod topLvl">
          <ac:chgData name="Đức Thành Lê" userId="775589ddb43b4380" providerId="LiveId" clId="{9FD5E441-44C4-4DBD-A08F-38CC1D25082F}" dt="2026-08-20T08:52:02.379" v="28996" actId="1036"/>
          <ac:grpSpMkLst>
            <pc:docMk/>
            <pc:sldMk cId="3517188388" sldId="269"/>
            <ac:grpSpMk id="4732" creationId="{78E766E3-25EF-CB64-757F-EB82444A1EDD}"/>
          </ac:grpSpMkLst>
        </pc:grpChg>
        <pc:grpChg chg="mod">
          <ac:chgData name="Đức Thành Lê" userId="775589ddb43b4380" providerId="LiveId" clId="{9FD5E441-44C4-4DBD-A08F-38CC1D25082F}" dt="2026-08-20T08:51:39.287" v="28945" actId="1036"/>
          <ac:grpSpMkLst>
            <pc:docMk/>
            <pc:sldMk cId="3517188388" sldId="269"/>
            <ac:grpSpMk id="4801" creationId="{8C40942D-5847-B479-66F9-D800BD7565D0}"/>
          </ac:grpSpMkLst>
        </pc:grpChg>
        <pc:grpChg chg="mod">
          <ac:chgData name="Đức Thành Lê" userId="775589ddb43b4380" providerId="LiveId" clId="{9FD5E441-44C4-4DBD-A08F-38CC1D25082F}" dt="2026-08-20T08:51:43.136" v="28952" actId="1036"/>
          <ac:grpSpMkLst>
            <pc:docMk/>
            <pc:sldMk cId="3517188388" sldId="269"/>
            <ac:grpSpMk id="4803" creationId="{688F0F49-3DE2-85D7-0B71-1AAD5768706D}"/>
          </ac:grpSpMkLst>
        </pc:grpChg>
        <pc:grpChg chg="mod">
          <ac:chgData name="Đức Thành Lê" userId="775589ddb43b4380" providerId="LiveId" clId="{9FD5E441-44C4-4DBD-A08F-38CC1D25082F}" dt="2026-08-20T08:59:27.225" v="29102" actId="1076"/>
          <ac:grpSpMkLst>
            <pc:docMk/>
            <pc:sldMk cId="3517188388" sldId="269"/>
            <ac:grpSpMk id="4810" creationId="{DB14D660-2289-ABF5-DF8F-F738F52FEE8C}"/>
          </ac:grpSpMkLst>
        </pc:grpChg>
        <pc:grpChg chg="mod">
          <ac:chgData name="Đức Thành Lê" userId="775589ddb43b4380" providerId="LiveId" clId="{9FD5E441-44C4-4DBD-A08F-38CC1D25082F}" dt="2026-08-20T08:55:15.295" v="29057" actId="1076"/>
          <ac:grpSpMkLst>
            <pc:docMk/>
            <pc:sldMk cId="3517188388" sldId="269"/>
            <ac:grpSpMk id="4811" creationId="{51F77F07-8CC7-A729-A646-96ABADD3B3B7}"/>
          </ac:grpSpMkLst>
        </pc:grpChg>
        <pc:grpChg chg="mod">
          <ac:chgData name="Đức Thành Lê" userId="775589ddb43b4380" providerId="LiveId" clId="{9FD5E441-44C4-4DBD-A08F-38CC1D25082F}" dt="2026-08-20T08:55:01.096" v="29055" actId="1038"/>
          <ac:grpSpMkLst>
            <pc:docMk/>
            <pc:sldMk cId="3517188388" sldId="269"/>
            <ac:grpSpMk id="4814" creationId="{42975CA9-CCE3-83B6-C62D-68968CDE3C19}"/>
          </ac:grpSpMkLst>
        </pc:grpChg>
        <pc:grpChg chg="mod">
          <ac:chgData name="Đức Thành Lê" userId="775589ddb43b4380" providerId="LiveId" clId="{9FD5E441-44C4-4DBD-A08F-38CC1D25082F}" dt="2026-08-20T08:58:57.163" v="29096" actId="1076"/>
          <ac:grpSpMkLst>
            <pc:docMk/>
            <pc:sldMk cId="3517188388" sldId="269"/>
            <ac:grpSpMk id="4817" creationId="{1C9D8221-A120-CC9E-2C4E-6F60F6DEB6C7}"/>
          </ac:grpSpMkLst>
        </pc:grpChg>
        <pc:grpChg chg="mod">
          <ac:chgData name="Đức Thành Lê" userId="775589ddb43b4380" providerId="LiveId" clId="{9FD5E441-44C4-4DBD-A08F-38CC1D25082F}" dt="2026-08-20T08:58:03.380" v="29090" actId="1036"/>
          <ac:grpSpMkLst>
            <pc:docMk/>
            <pc:sldMk cId="3517188388" sldId="269"/>
            <ac:grpSpMk id="4824" creationId="{5AB38667-3CA2-6BE5-379A-049C53542F2D}"/>
          </ac:grpSpMkLst>
        </pc:grpChg>
        <pc:grpChg chg="mod">
          <ac:chgData name="Đức Thành Lê" userId="775589ddb43b4380" providerId="LiveId" clId="{9FD5E441-44C4-4DBD-A08F-38CC1D25082F}" dt="2026-08-20T08:58:03.380" v="29090" actId="1036"/>
          <ac:grpSpMkLst>
            <pc:docMk/>
            <pc:sldMk cId="3517188388" sldId="269"/>
            <ac:grpSpMk id="4825" creationId="{C8EBA45A-B2A6-69E5-D13C-04A62EB2748D}"/>
          </ac:grpSpMkLst>
        </pc:grpChg>
        <pc:grpChg chg="mod">
          <ac:chgData name="Đức Thành Lê" userId="775589ddb43b4380" providerId="LiveId" clId="{9FD5E441-44C4-4DBD-A08F-38CC1D25082F}" dt="2026-08-20T08:58:03.380" v="29090" actId="1036"/>
          <ac:grpSpMkLst>
            <pc:docMk/>
            <pc:sldMk cId="3517188388" sldId="269"/>
            <ac:grpSpMk id="4826" creationId="{2BF4C663-8BF3-7FC4-E604-C2B561C2AC0B}"/>
          </ac:grpSpMkLst>
        </pc:grpChg>
        <pc:grpChg chg="mod">
          <ac:chgData name="Đức Thành Lê" userId="775589ddb43b4380" providerId="LiveId" clId="{9FD5E441-44C4-4DBD-A08F-38CC1D25082F}" dt="2026-08-20T08:58:03.380" v="29090" actId="1036"/>
          <ac:grpSpMkLst>
            <pc:docMk/>
            <pc:sldMk cId="3517188388" sldId="269"/>
            <ac:grpSpMk id="4828" creationId="{685EA34F-A6D3-4747-5DB8-6852811E72FA}"/>
          </ac:grpSpMkLst>
        </pc:grpChg>
        <pc:grpChg chg="mod">
          <ac:chgData name="Đức Thành Lê" userId="775589ddb43b4380" providerId="LiveId" clId="{9FD5E441-44C4-4DBD-A08F-38CC1D25082F}" dt="2026-08-20T08:58:03.380" v="29090" actId="1036"/>
          <ac:grpSpMkLst>
            <pc:docMk/>
            <pc:sldMk cId="3517188388" sldId="269"/>
            <ac:grpSpMk id="4830" creationId="{D2DAE91F-112F-2D0D-928C-E61FA5607BE5}"/>
          </ac:grpSpMkLst>
        </pc:grpChg>
        <pc:grpChg chg="mod">
          <ac:chgData name="Đức Thành Lê" userId="775589ddb43b4380" providerId="LiveId" clId="{9FD5E441-44C4-4DBD-A08F-38CC1D25082F}" dt="2026-08-20T08:33:19.785" v="28681" actId="164"/>
          <ac:grpSpMkLst>
            <pc:docMk/>
            <pc:sldMk cId="3517188388" sldId="269"/>
            <ac:grpSpMk id="5052" creationId="{0C226D83-718E-7E6D-4E45-75D5016B7AEF}"/>
          </ac:grpSpMkLst>
        </pc:grpChg>
        <pc:grpChg chg="add del mod">
          <ac:chgData name="Đức Thành Lê" userId="775589ddb43b4380" providerId="LiveId" clId="{9FD5E441-44C4-4DBD-A08F-38CC1D25082F}" dt="2026-08-20T08:49:26.707" v="28844" actId="165"/>
          <ac:grpSpMkLst>
            <pc:docMk/>
            <pc:sldMk cId="3517188388" sldId="269"/>
            <ac:grpSpMk id="5130" creationId="{EF774F21-A1C0-D1E9-75AD-58F9EF9267CB}"/>
          </ac:grpSpMkLst>
        </pc:grpChg>
        <pc:grpChg chg="add del mod">
          <ac:chgData name="Đức Thành Lê" userId="775589ddb43b4380" providerId="LiveId" clId="{9FD5E441-44C4-4DBD-A08F-38CC1D25082F}" dt="2026-08-20T08:50:08.674" v="28894" actId="165"/>
          <ac:grpSpMkLst>
            <pc:docMk/>
            <pc:sldMk cId="3517188388" sldId="269"/>
            <ac:grpSpMk id="5132" creationId="{2823B9FE-E843-02B5-D868-0C46749A5AD1}"/>
          </ac:grpSpMkLst>
        </pc:grp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3603" creationId="{EC5894A9-D49B-471E-EC81-9479EC6AA9B1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3618" creationId="{D6F074A4-CD31-1B63-DB3C-80FBB2A21E87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705" creationId="{9439D610-A752-C5AD-C8A9-9DD000369909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710" creationId="{958DE33B-F4D7-DD92-BD9B-2D8F2D41FA26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723" creationId="{218194CE-7AFF-400D-490E-BBC2DA268DE1}"/>
          </ac:cxnSpMkLst>
        </pc:cxnChg>
        <pc:cxnChg chg="mod topLvl">
          <ac:chgData name="Đức Thành Lê" userId="775589ddb43b4380" providerId="LiveId" clId="{9FD5E441-44C4-4DBD-A08F-38CC1D25082F}" dt="2026-08-20T08:52:02.379" v="28996" actId="1036"/>
          <ac:cxnSpMkLst>
            <pc:docMk/>
            <pc:sldMk cId="3517188388" sldId="269"/>
            <ac:cxnSpMk id="4730" creationId="{65C392F4-5226-9049-69B3-7A19A4D3B2FC}"/>
          </ac:cxnSpMkLst>
        </pc:cxnChg>
        <pc:cxnChg chg="mod">
          <ac:chgData name="Đức Thành Lê" userId="775589ddb43b4380" providerId="LiveId" clId="{9FD5E441-44C4-4DBD-A08F-38CC1D25082F}" dt="2026-08-20T08:52:09.486" v="29014" actId="1035"/>
          <ac:cxnSpMkLst>
            <pc:docMk/>
            <pc:sldMk cId="3517188388" sldId="269"/>
            <ac:cxnSpMk id="4733" creationId="{5D6B138D-C70B-E998-2808-752328C68AAA}"/>
          </ac:cxnSpMkLst>
        </pc:cxnChg>
        <pc:cxnChg chg="mod">
          <ac:chgData name="Đức Thành Lê" userId="775589ddb43b4380" providerId="LiveId" clId="{9FD5E441-44C4-4DBD-A08F-38CC1D25082F}" dt="2026-08-20T08:52:09.486" v="29014" actId="1035"/>
          <ac:cxnSpMkLst>
            <pc:docMk/>
            <pc:sldMk cId="3517188388" sldId="269"/>
            <ac:cxnSpMk id="4735" creationId="{FE1E981F-5084-3152-1D63-F7561AB3B6AE}"/>
          </ac:cxnSpMkLst>
        </pc:cxnChg>
        <pc:cxnChg chg="mod">
          <ac:chgData name="Đức Thành Lê" userId="775589ddb43b4380" providerId="LiveId" clId="{9FD5E441-44C4-4DBD-A08F-38CC1D25082F}" dt="2026-08-20T08:52:39.104" v="29019" actId="14100"/>
          <ac:cxnSpMkLst>
            <pc:docMk/>
            <pc:sldMk cId="3517188388" sldId="269"/>
            <ac:cxnSpMk id="4804" creationId="{C51DB384-D5D4-D155-D6F1-A5308C5EF288}"/>
          </ac:cxnSpMkLst>
        </pc:cxnChg>
        <pc:cxnChg chg="mod">
          <ac:chgData name="Đức Thành Lê" userId="775589ddb43b4380" providerId="LiveId" clId="{9FD5E441-44C4-4DBD-A08F-38CC1D25082F}" dt="2026-08-20T08:51:43.136" v="28952" actId="1036"/>
          <ac:cxnSpMkLst>
            <pc:docMk/>
            <pc:sldMk cId="3517188388" sldId="269"/>
            <ac:cxnSpMk id="4808" creationId="{50DADEFA-6EAA-E13A-BF0A-86FE57B4C21B}"/>
          </ac:cxnSpMkLst>
        </pc:cxnChg>
        <pc:cxnChg chg="mod">
          <ac:chgData name="Đức Thành Lê" userId="775589ddb43b4380" providerId="LiveId" clId="{9FD5E441-44C4-4DBD-A08F-38CC1D25082F}" dt="2026-08-20T08:55:01.096" v="29055" actId="1038"/>
          <ac:cxnSpMkLst>
            <pc:docMk/>
            <pc:sldMk cId="3517188388" sldId="269"/>
            <ac:cxnSpMk id="4812" creationId="{C36B5356-38F6-A78D-FFE5-F2A5D4EC174C}"/>
          </ac:cxnSpMkLst>
        </pc:cxnChg>
        <pc:cxnChg chg="mod">
          <ac:chgData name="Đức Thành Lê" userId="775589ddb43b4380" providerId="LiveId" clId="{9FD5E441-44C4-4DBD-A08F-38CC1D25082F}" dt="2026-08-20T08:58:11.398" v="29094" actId="14100"/>
          <ac:cxnSpMkLst>
            <pc:docMk/>
            <pc:sldMk cId="3517188388" sldId="269"/>
            <ac:cxnSpMk id="4815" creationId="{3C46BB65-BB88-D389-16E3-A7CA7E9B124D}"/>
          </ac:cxnSpMkLst>
        </pc:cxnChg>
        <pc:cxnChg chg="mod">
          <ac:chgData name="Đức Thành Lê" userId="775589ddb43b4380" providerId="LiveId" clId="{9FD5E441-44C4-4DBD-A08F-38CC1D25082F}" dt="2026-08-20T08:59:03.949" v="29098" actId="14100"/>
          <ac:cxnSpMkLst>
            <pc:docMk/>
            <pc:sldMk cId="3517188388" sldId="269"/>
            <ac:cxnSpMk id="4818" creationId="{F9BFA6DA-ED8B-46A2-B1A2-9E54FFDF2B0D}"/>
          </ac:cxnSpMkLst>
        </pc:cxnChg>
        <pc:cxnChg chg="del mod">
          <ac:chgData name="Đức Thành Lê" userId="775589ddb43b4380" providerId="LiveId" clId="{9FD5E441-44C4-4DBD-A08F-38CC1D25082F}" dt="2026-08-20T08:56:47.366" v="29060" actId="478"/>
          <ac:cxnSpMkLst>
            <pc:docMk/>
            <pc:sldMk cId="3517188388" sldId="269"/>
            <ac:cxnSpMk id="4829" creationId="{7770AF1D-F503-E346-4825-4988DD48C7E1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870" creationId="{A4EF402A-483C-68F5-21CB-36066FDAF9E5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874" creationId="{175EB435-9435-BF82-2025-F4FCE31C00A3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4981" creationId="{3C5165B3-7A23-B46E-41E1-60735C0E6974}"/>
          </ac:cxnSpMkLst>
        </pc:cxnChg>
        <pc:cxnChg chg="mod">
          <ac:chgData name="Đức Thành Lê" userId="775589ddb43b4380" providerId="LiveId" clId="{9FD5E441-44C4-4DBD-A08F-38CC1D25082F}" dt="2026-08-20T08:39:48.162" v="28740" actId="478"/>
          <ac:cxnSpMkLst>
            <pc:docMk/>
            <pc:sldMk cId="3517188388" sldId="269"/>
            <ac:cxnSpMk id="5031" creationId="{6328C34D-D342-6D5A-EA11-992C90602F45}"/>
          </ac:cxnSpMkLst>
        </pc:cxnChg>
        <pc:cxnChg chg="add mod">
          <ac:chgData name="Đức Thành Lê" userId="775589ddb43b4380" providerId="LiveId" clId="{9FD5E441-44C4-4DBD-A08F-38CC1D25082F}" dt="2026-08-20T08:58:03.380" v="29090" actId="1036"/>
          <ac:cxnSpMkLst>
            <pc:docMk/>
            <pc:sldMk cId="3517188388" sldId="269"/>
            <ac:cxnSpMk id="5147" creationId="{7B1A15AC-D0E6-7F8B-59E5-4739E7F85B3A}"/>
          </ac:cxnSpMkLst>
        </pc:cxnChg>
      </pc:sldChg>
      <pc:sldMasterChg chg="modSp modSldLayout">
        <pc:chgData name="Đức Thành Lê" userId="775589ddb43b4380" providerId="LiveId" clId="{9FD5E441-44C4-4DBD-A08F-38CC1D25082F}" dt="2026-08-15T09:30:31.588" v="27707"/>
        <pc:sldMasterMkLst>
          <pc:docMk/>
          <pc:sldMasterMk cId="434329299" sldId="2147483672"/>
        </pc:sldMasterMkLst>
        <pc:spChg chg="mod">
          <ac:chgData name="Đức Thành Lê" userId="775589ddb43b4380" providerId="LiveId" clId="{9FD5E441-44C4-4DBD-A08F-38CC1D25082F}" dt="2026-08-15T09:30:31.588" v="27707"/>
          <ac:spMkLst>
            <pc:docMk/>
            <pc:sldMasterMk cId="434329299" sldId="2147483672"/>
            <ac:spMk id="2" creationId="{00000000-0000-0000-0000-000000000000}"/>
          </ac:spMkLst>
        </pc:spChg>
        <pc:spChg chg="mod">
          <ac:chgData name="Đức Thành Lê" userId="775589ddb43b4380" providerId="LiveId" clId="{9FD5E441-44C4-4DBD-A08F-38CC1D25082F}" dt="2026-08-15T09:30:31.588" v="27707"/>
          <ac:spMkLst>
            <pc:docMk/>
            <pc:sldMasterMk cId="434329299" sldId="2147483672"/>
            <ac:spMk id="3" creationId="{00000000-0000-0000-0000-000000000000}"/>
          </ac:spMkLst>
        </pc:spChg>
        <pc:spChg chg="mod">
          <ac:chgData name="Đức Thành Lê" userId="775589ddb43b4380" providerId="LiveId" clId="{9FD5E441-44C4-4DBD-A08F-38CC1D25082F}" dt="2026-08-15T09:30:31.588" v="27707"/>
          <ac:spMkLst>
            <pc:docMk/>
            <pc:sldMasterMk cId="434329299" sldId="2147483672"/>
            <ac:spMk id="4" creationId="{00000000-0000-0000-0000-000000000000}"/>
          </ac:spMkLst>
        </pc:spChg>
        <pc:spChg chg="mod">
          <ac:chgData name="Đức Thành Lê" userId="775589ddb43b4380" providerId="LiveId" clId="{9FD5E441-44C4-4DBD-A08F-38CC1D25082F}" dt="2026-08-15T09:30:31.588" v="27707"/>
          <ac:spMkLst>
            <pc:docMk/>
            <pc:sldMasterMk cId="434329299" sldId="2147483672"/>
            <ac:spMk id="5" creationId="{00000000-0000-0000-0000-000000000000}"/>
          </ac:spMkLst>
        </pc:spChg>
        <pc:spChg chg="mod">
          <ac:chgData name="Đức Thành Lê" userId="775589ddb43b4380" providerId="LiveId" clId="{9FD5E441-44C4-4DBD-A08F-38CC1D25082F}" dt="2026-08-15T09:30:31.588" v="27707"/>
          <ac:spMkLst>
            <pc:docMk/>
            <pc:sldMasterMk cId="434329299" sldId="2147483672"/>
            <ac:spMk id="6" creationId="{00000000-0000-0000-0000-000000000000}"/>
          </ac:spMkLst>
        </pc:sp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2669498837" sldId="2147483673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669498837" sldId="2147483673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669498837" sldId="2147483673"/>
              <ac:spMk id="3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2799722809" sldId="2147483675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799722809" sldId="2147483675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799722809" sldId="2147483675"/>
              <ac:spMk id="3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3360838833" sldId="2147483676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360838833" sldId="2147483676"/>
              <ac:spMk id="3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360838833" sldId="2147483676"/>
              <ac:spMk id="4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3412989562" sldId="2147483677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412989562" sldId="2147483677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412989562" sldId="2147483677"/>
              <ac:spMk id="3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412989562" sldId="2147483677"/>
              <ac:spMk id="4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412989562" sldId="2147483677"/>
              <ac:spMk id="5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412989562" sldId="2147483677"/>
              <ac:spMk id="6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1473127619" sldId="2147483680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1473127619" sldId="2147483680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1473127619" sldId="2147483680"/>
              <ac:spMk id="3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1473127619" sldId="2147483680"/>
              <ac:spMk id="4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3011504753" sldId="2147483681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011504753" sldId="2147483681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011504753" sldId="2147483681"/>
              <ac:spMk id="3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3011504753" sldId="2147483681"/>
              <ac:spMk id="4" creationId="{00000000-0000-0000-0000-000000000000}"/>
            </ac:spMkLst>
          </pc:spChg>
        </pc:sldLayoutChg>
        <pc:sldLayoutChg chg="modSp">
          <pc:chgData name="Đức Thành Lê" userId="775589ddb43b4380" providerId="LiveId" clId="{9FD5E441-44C4-4DBD-A08F-38CC1D25082F}" dt="2026-08-15T09:30:31.588" v="27707"/>
          <pc:sldLayoutMkLst>
            <pc:docMk/>
            <pc:sldMasterMk cId="434329299" sldId="2147483672"/>
            <pc:sldLayoutMk cId="2861498981" sldId="2147483683"/>
          </pc:sldLayoutMkLst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861498981" sldId="2147483683"/>
              <ac:spMk id="2" creationId="{00000000-0000-0000-0000-000000000000}"/>
            </ac:spMkLst>
          </pc:spChg>
          <pc:spChg chg="mod">
            <ac:chgData name="Đức Thành Lê" userId="775589ddb43b4380" providerId="LiveId" clId="{9FD5E441-44C4-4DBD-A08F-38CC1D25082F}" dt="2026-08-15T09:30:31.588" v="27707"/>
            <ac:spMkLst>
              <pc:docMk/>
              <pc:sldMasterMk cId="434329299" sldId="2147483672"/>
              <pc:sldLayoutMk cId="2861498981" sldId="2147483683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3CBF14-E8F0-4689-8F4B-9AD268A39B1C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1143000"/>
            <a:ext cx="6172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AA8C77-2970-4DFE-BFF3-2CFAFCA754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757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BDC4-1825-C821-42AC-71452169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A1D8B-C9A8-C0B3-7D8E-36942B2CA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42900" y="1143000"/>
            <a:ext cx="61722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1B1BD-3993-EA99-EB9E-955E2AF85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2C21-E8D3-C62A-B979-1D0A2E2D0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AA8C77-2970-4DFE-BFF3-2CFAFCA7541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795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1" y="1122363"/>
            <a:ext cx="10287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1" y="3602038"/>
            <a:ext cx="10287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3" indent="0" algn="ctr">
              <a:buNone/>
              <a:defRPr sz="2001"/>
            </a:lvl2pPr>
            <a:lvl3pPr marL="914426" indent="0" algn="ctr">
              <a:buNone/>
              <a:defRPr sz="1800"/>
            </a:lvl3pPr>
            <a:lvl4pPr marL="1371639" indent="0" algn="ctr">
              <a:buNone/>
              <a:defRPr sz="1600"/>
            </a:lvl4pPr>
            <a:lvl5pPr marL="1828851" indent="0" algn="ctr">
              <a:buNone/>
              <a:defRPr sz="1600"/>
            </a:lvl5pPr>
            <a:lvl6pPr marL="2286064" indent="0" algn="ctr">
              <a:buNone/>
              <a:defRPr sz="1600"/>
            </a:lvl6pPr>
            <a:lvl7pPr marL="2743277" indent="0" algn="ctr">
              <a:buNone/>
              <a:defRPr sz="1600"/>
            </a:lvl7pPr>
            <a:lvl8pPr marL="3200490" indent="0" algn="ctr">
              <a:buNone/>
              <a:defRPr sz="1600"/>
            </a:lvl8pPr>
            <a:lvl9pPr marL="365770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98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582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3" y="1709745"/>
            <a:ext cx="1183005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3" y="4589470"/>
            <a:ext cx="118300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3" indent="0">
              <a:buNone/>
              <a:defRPr sz="2001">
                <a:solidFill>
                  <a:schemeClr val="tx1">
                    <a:tint val="82000"/>
                  </a:schemeClr>
                </a:solidFill>
              </a:defRPr>
            </a:lvl2pPr>
            <a:lvl3pPr marL="91442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3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9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722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6" y="1825625"/>
            <a:ext cx="58293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6" y="1825625"/>
            <a:ext cx="58293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38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4" y="365129"/>
            <a:ext cx="1183005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1681163"/>
            <a:ext cx="580251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3" indent="0">
              <a:buNone/>
              <a:defRPr sz="2001" b="1"/>
            </a:lvl2pPr>
            <a:lvl3pPr marL="914426" indent="0">
              <a:buNone/>
              <a:defRPr sz="1800" b="1"/>
            </a:lvl3pPr>
            <a:lvl4pPr marL="1371639" indent="0">
              <a:buNone/>
              <a:defRPr sz="1600" b="1"/>
            </a:lvl4pPr>
            <a:lvl5pPr marL="1828851" indent="0">
              <a:buNone/>
              <a:defRPr sz="1600" b="1"/>
            </a:lvl5pPr>
            <a:lvl6pPr marL="2286064" indent="0">
              <a:buNone/>
              <a:defRPr sz="1600" b="1"/>
            </a:lvl6pPr>
            <a:lvl7pPr marL="2743277" indent="0">
              <a:buNone/>
              <a:defRPr sz="1600" b="1"/>
            </a:lvl7pPr>
            <a:lvl8pPr marL="3200490" indent="0">
              <a:buNone/>
              <a:defRPr sz="1600" b="1"/>
            </a:lvl8pPr>
            <a:lvl9pPr marL="36577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2505075"/>
            <a:ext cx="580251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8" y="1681163"/>
            <a:ext cx="58310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3" indent="0">
              <a:buNone/>
              <a:defRPr sz="2001" b="1"/>
            </a:lvl2pPr>
            <a:lvl3pPr marL="914426" indent="0">
              <a:buNone/>
              <a:defRPr sz="1800" b="1"/>
            </a:lvl3pPr>
            <a:lvl4pPr marL="1371639" indent="0">
              <a:buNone/>
              <a:defRPr sz="1600" b="1"/>
            </a:lvl4pPr>
            <a:lvl5pPr marL="1828851" indent="0">
              <a:buNone/>
              <a:defRPr sz="1600" b="1"/>
            </a:lvl5pPr>
            <a:lvl6pPr marL="2286064" indent="0">
              <a:buNone/>
              <a:defRPr sz="1600" b="1"/>
            </a:lvl6pPr>
            <a:lvl7pPr marL="2743277" indent="0">
              <a:buNone/>
              <a:defRPr sz="1600" b="1"/>
            </a:lvl7pPr>
            <a:lvl8pPr marL="3200490" indent="0">
              <a:buNone/>
              <a:defRPr sz="1600" b="1"/>
            </a:lvl8pPr>
            <a:lvl9pPr marL="36577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8" y="2505075"/>
            <a:ext cx="58310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89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68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95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4" y="457200"/>
            <a:ext cx="442376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987432"/>
            <a:ext cx="6943726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4" y="2057400"/>
            <a:ext cx="4423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3" indent="0">
              <a:buNone/>
              <a:defRPr sz="1400"/>
            </a:lvl2pPr>
            <a:lvl3pPr marL="914426" indent="0">
              <a:buNone/>
              <a:defRPr sz="1200"/>
            </a:lvl3pPr>
            <a:lvl4pPr marL="1371639" indent="0">
              <a:buNone/>
              <a:defRPr sz="1000"/>
            </a:lvl4pPr>
            <a:lvl5pPr marL="1828851" indent="0">
              <a:buNone/>
              <a:defRPr sz="1000"/>
            </a:lvl5pPr>
            <a:lvl6pPr marL="2286064" indent="0">
              <a:buNone/>
              <a:defRPr sz="1000"/>
            </a:lvl6pPr>
            <a:lvl7pPr marL="2743277" indent="0">
              <a:buNone/>
              <a:defRPr sz="1000"/>
            </a:lvl7pPr>
            <a:lvl8pPr marL="3200490" indent="0">
              <a:buNone/>
              <a:defRPr sz="1000"/>
            </a:lvl8pPr>
            <a:lvl9pPr marL="36577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27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4" y="457200"/>
            <a:ext cx="442376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7" y="987432"/>
            <a:ext cx="6943726" cy="4873625"/>
          </a:xfrm>
        </p:spPr>
        <p:txBody>
          <a:bodyPr anchor="t"/>
          <a:lstStyle>
            <a:lvl1pPr marL="0" indent="0">
              <a:buNone/>
              <a:defRPr sz="3201"/>
            </a:lvl1pPr>
            <a:lvl2pPr marL="457213" indent="0">
              <a:buNone/>
              <a:defRPr sz="2800"/>
            </a:lvl2pPr>
            <a:lvl3pPr marL="914426" indent="0">
              <a:buNone/>
              <a:defRPr sz="2400"/>
            </a:lvl3pPr>
            <a:lvl4pPr marL="1371639" indent="0">
              <a:buNone/>
              <a:defRPr sz="2001"/>
            </a:lvl4pPr>
            <a:lvl5pPr marL="1828851" indent="0">
              <a:buNone/>
              <a:defRPr sz="2001"/>
            </a:lvl5pPr>
            <a:lvl6pPr marL="2286064" indent="0">
              <a:buNone/>
              <a:defRPr sz="2001"/>
            </a:lvl6pPr>
            <a:lvl7pPr marL="2743277" indent="0">
              <a:buNone/>
              <a:defRPr sz="2001"/>
            </a:lvl7pPr>
            <a:lvl8pPr marL="3200490" indent="0">
              <a:buNone/>
              <a:defRPr sz="2001"/>
            </a:lvl8pPr>
            <a:lvl9pPr marL="3657703" indent="0">
              <a:buNone/>
              <a:defRPr sz="2001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4" y="2057400"/>
            <a:ext cx="4423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3" indent="0">
              <a:buNone/>
              <a:defRPr sz="1400"/>
            </a:lvl2pPr>
            <a:lvl3pPr marL="914426" indent="0">
              <a:buNone/>
              <a:defRPr sz="1200"/>
            </a:lvl3pPr>
            <a:lvl4pPr marL="1371639" indent="0">
              <a:buNone/>
              <a:defRPr sz="1000"/>
            </a:lvl4pPr>
            <a:lvl5pPr marL="1828851" indent="0">
              <a:buNone/>
              <a:defRPr sz="1000"/>
            </a:lvl5pPr>
            <a:lvl6pPr marL="2286064" indent="0">
              <a:buNone/>
              <a:defRPr sz="1000"/>
            </a:lvl6pPr>
            <a:lvl7pPr marL="2743277" indent="0">
              <a:buNone/>
              <a:defRPr sz="1000"/>
            </a:lvl7pPr>
            <a:lvl8pPr marL="3200490" indent="0">
              <a:buNone/>
              <a:defRPr sz="1000"/>
            </a:lvl8pPr>
            <a:lvl9pPr marL="36577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504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113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5" y="365125"/>
            <a:ext cx="2957513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365125"/>
            <a:ext cx="8701088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498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7" y="365129"/>
            <a:ext cx="118300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7" y="1825625"/>
            <a:ext cx="118300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7" y="6356357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B23CB7-BF89-4EBE-9FAE-2DDB881F3F8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7" y="6356357"/>
            <a:ext cx="46291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6" y="6356357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09463-4FD8-46A3-A96C-2DBAD7057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329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26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9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32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5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8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72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83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97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09" indent="-228606" algn="l" defTabSz="9144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3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6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9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51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64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77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90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03" algn="l" defTabSz="91442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9.svg"/><Relationship Id="rId13" Type="http://schemas.openxmlformats.org/officeDocument/2006/relationships/image" Target="../media/image110.png"/><Relationship Id="rId109" Type="http://schemas.openxmlformats.org/officeDocument/2006/relationships/image" Target="../media/image71.png"/><Relationship Id="rId21" Type="http://schemas.openxmlformats.org/officeDocument/2006/relationships/image" Target="../media/image19.png"/><Relationship Id="rId34" Type="http://schemas.openxmlformats.org/officeDocument/2006/relationships/image" Target="../media/image5.svg"/><Relationship Id="rId42" Type="http://schemas.openxmlformats.org/officeDocument/2006/relationships/image" Target="../media/image40.png"/><Relationship Id="rId47" Type="http://schemas.openxmlformats.org/officeDocument/2006/relationships/image" Target="../media/image45.png"/><Relationship Id="rId50" Type="http://schemas.openxmlformats.org/officeDocument/2006/relationships/image" Target="../media/image48.png"/><Relationship Id="rId55" Type="http://schemas.openxmlformats.org/officeDocument/2006/relationships/image" Target="../media/image53.png"/><Relationship Id="rId63" Type="http://schemas.openxmlformats.org/officeDocument/2006/relationships/image" Target="../media/image61.png"/><Relationship Id="rId68" Type="http://schemas.openxmlformats.org/officeDocument/2006/relationships/image" Target="../media/image30.png"/><Relationship Id="rId76" Type="http://schemas.openxmlformats.org/officeDocument/2006/relationships/image" Target="../media/image42.png"/><Relationship Id="rId104" Type="http://schemas.openxmlformats.org/officeDocument/2006/relationships/image" Target="../media/image60.svg"/><Relationship Id="rId84" Type="http://schemas.openxmlformats.org/officeDocument/2006/relationships/image" Target="../media/image82.png"/><Relationship Id="rId89" Type="http://schemas.openxmlformats.org/officeDocument/2006/relationships/image" Target="../media/image87.png"/><Relationship Id="rId71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107" Type="http://schemas.openxmlformats.org/officeDocument/2006/relationships/image" Target="../media/image69.png"/><Relationship Id="rId24" Type="http://schemas.openxmlformats.org/officeDocument/2006/relationships/image" Target="../media/image22.png"/><Relationship Id="rId32" Type="http://schemas.openxmlformats.org/officeDocument/2006/relationships/image" Target="../media/image3.svg"/><Relationship Id="rId37" Type="http://schemas.openxmlformats.org/officeDocument/2006/relationships/image" Target="../media/image7.svg"/><Relationship Id="rId40" Type="http://schemas.openxmlformats.org/officeDocument/2006/relationships/image" Target="../media/image38.png"/><Relationship Id="rId45" Type="http://schemas.openxmlformats.org/officeDocument/2006/relationships/image" Target="../media/image12.svg"/><Relationship Id="rId53" Type="http://schemas.openxmlformats.org/officeDocument/2006/relationships/image" Target="../media/image51.png"/><Relationship Id="rId58" Type="http://schemas.openxmlformats.org/officeDocument/2006/relationships/image" Target="../media/image56.png"/><Relationship Id="rId66" Type="http://schemas.openxmlformats.org/officeDocument/2006/relationships/image" Target="../media/image64.png"/><Relationship Id="rId11" Type="http://schemas.openxmlformats.org/officeDocument/2006/relationships/image" Target="../media/image9.png"/><Relationship Id="rId74" Type="http://schemas.openxmlformats.org/officeDocument/2006/relationships/image" Target="../media/image37.png"/><Relationship Id="rId79" Type="http://schemas.openxmlformats.org/officeDocument/2006/relationships/image" Target="../media/image45.svg"/><Relationship Id="rId102" Type="http://schemas.openxmlformats.org/officeDocument/2006/relationships/image" Target="../media/image59.png"/><Relationship Id="rId87" Type="http://schemas.openxmlformats.org/officeDocument/2006/relationships/image" Target="../media/image85.png"/><Relationship Id="rId110" Type="http://schemas.openxmlformats.org/officeDocument/2006/relationships/image" Target="../media/image72.png"/><Relationship Id="rId61" Type="http://schemas.openxmlformats.org/officeDocument/2006/relationships/image" Target="../media/image27.svg"/><Relationship Id="rId5" Type="http://schemas.openxmlformats.org/officeDocument/2006/relationships/image" Target="../media/image3.png"/><Relationship Id="rId82" Type="http://schemas.openxmlformats.org/officeDocument/2006/relationships/image" Target="../media/image80.png"/><Relationship Id="rId95" Type="http://schemas.openxmlformats.org/officeDocument/2006/relationships/image" Target="../media/image93.png"/><Relationship Id="rId19" Type="http://schemas.openxmlformats.org/officeDocument/2006/relationships/image" Target="../media/image17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6.svg"/><Relationship Id="rId43" Type="http://schemas.openxmlformats.org/officeDocument/2006/relationships/image" Target="../media/image10.svg"/><Relationship Id="rId48" Type="http://schemas.openxmlformats.org/officeDocument/2006/relationships/image" Target="../media/image46.png"/><Relationship Id="rId56" Type="http://schemas.openxmlformats.org/officeDocument/2006/relationships/image" Target="../media/image54.png"/><Relationship Id="rId64" Type="http://schemas.openxmlformats.org/officeDocument/2006/relationships/image" Target="../media/image62.png"/><Relationship Id="rId69" Type="http://schemas.openxmlformats.org/officeDocument/2006/relationships/image" Target="../media/image31.png"/><Relationship Id="rId14" Type="http://schemas.openxmlformats.org/officeDocument/2006/relationships/image" Target="../media/image12.png"/><Relationship Id="rId77" Type="http://schemas.openxmlformats.org/officeDocument/2006/relationships/image" Target="../media/image43.png"/><Relationship Id="rId100" Type="http://schemas.openxmlformats.org/officeDocument/2006/relationships/image" Target="../media/image49.png"/><Relationship Id="rId105" Type="http://schemas.openxmlformats.org/officeDocument/2006/relationships/image" Target="../media/image66.png"/><Relationship Id="rId51" Type="http://schemas.openxmlformats.org/officeDocument/2006/relationships/image" Target="../media/image15.svg"/><Relationship Id="rId72" Type="http://schemas.openxmlformats.org/officeDocument/2006/relationships/image" Target="../media/image35.png"/><Relationship Id="rId98" Type="http://schemas.openxmlformats.org/officeDocument/2006/relationships/image" Target="../media/image60.png"/><Relationship Id="rId80" Type="http://schemas.openxmlformats.org/officeDocument/2006/relationships/image" Target="../media/image78.png"/><Relationship Id="rId85" Type="http://schemas.openxmlformats.org/officeDocument/2006/relationships/image" Target="../media/image83.png"/><Relationship Id="rId3" Type="http://schemas.openxmlformats.org/officeDocument/2006/relationships/image" Target="../media/image1.png"/><Relationship Id="rId25" Type="http://schemas.openxmlformats.org/officeDocument/2006/relationships/image" Target="../media/image23.png"/><Relationship Id="rId33" Type="http://schemas.openxmlformats.org/officeDocument/2006/relationships/image" Target="../media/image4.png"/><Relationship Id="rId38" Type="http://schemas.openxmlformats.org/officeDocument/2006/relationships/image" Target="../media/image8.png"/><Relationship Id="rId46" Type="http://schemas.openxmlformats.org/officeDocument/2006/relationships/image" Target="../media/image13.svg"/><Relationship Id="rId59" Type="http://schemas.openxmlformats.org/officeDocument/2006/relationships/image" Target="../media/image57.png"/><Relationship Id="rId67" Type="http://schemas.openxmlformats.org/officeDocument/2006/relationships/image" Target="../media/image65.png"/><Relationship Id="rId12" Type="http://schemas.openxmlformats.org/officeDocument/2006/relationships/image" Target="../media/image10.png"/><Relationship Id="rId103" Type="http://schemas.openxmlformats.org/officeDocument/2006/relationships/image" Target="../media/image67.png"/><Relationship Id="rId108" Type="http://schemas.openxmlformats.org/officeDocument/2006/relationships/image" Target="../media/image70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54" Type="http://schemas.openxmlformats.org/officeDocument/2006/relationships/image" Target="../media/image52.png"/><Relationship Id="rId62" Type="http://schemas.openxmlformats.org/officeDocument/2006/relationships/image" Target="../media/image28.svg"/><Relationship Id="rId70" Type="http://schemas.openxmlformats.org/officeDocument/2006/relationships/image" Target="../media/image32.svg"/><Relationship Id="rId75" Type="http://schemas.openxmlformats.org/officeDocument/2006/relationships/image" Target="../media/image41.png"/><Relationship Id="rId83" Type="http://schemas.openxmlformats.org/officeDocument/2006/relationships/image" Target="../media/image81.png"/><Relationship Id="rId111" Type="http://schemas.openxmlformats.org/officeDocument/2006/relationships/image" Target="../media/image73.png"/><Relationship Id="rId96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0.png"/><Relationship Id="rId23" Type="http://schemas.openxmlformats.org/officeDocument/2006/relationships/image" Target="../media/image21.png"/><Relationship Id="rId28" Type="http://schemas.openxmlformats.org/officeDocument/2006/relationships/image" Target="../media/image2.png"/><Relationship Id="rId36" Type="http://schemas.openxmlformats.org/officeDocument/2006/relationships/image" Target="../media/image34.png"/><Relationship Id="rId49" Type="http://schemas.openxmlformats.org/officeDocument/2006/relationships/image" Target="../media/image14.png"/><Relationship Id="rId57" Type="http://schemas.openxmlformats.org/officeDocument/2006/relationships/image" Target="../media/image55.png"/><Relationship Id="rId106" Type="http://schemas.openxmlformats.org/officeDocument/2006/relationships/image" Target="../media/image68.png"/><Relationship Id="rId31" Type="http://schemas.openxmlformats.org/officeDocument/2006/relationships/image" Target="../media/image29.png"/><Relationship Id="rId44" Type="http://schemas.openxmlformats.org/officeDocument/2006/relationships/image" Target="../media/image11.png"/><Relationship Id="rId52" Type="http://schemas.openxmlformats.org/officeDocument/2006/relationships/image" Target="../media/image50.png"/><Relationship Id="rId60" Type="http://schemas.openxmlformats.org/officeDocument/2006/relationships/image" Target="../media/image26.png"/><Relationship Id="rId65" Type="http://schemas.openxmlformats.org/officeDocument/2006/relationships/image" Target="../media/image63.png"/><Relationship Id="rId73" Type="http://schemas.openxmlformats.org/officeDocument/2006/relationships/image" Target="../media/image36.png"/><Relationship Id="rId78" Type="http://schemas.openxmlformats.org/officeDocument/2006/relationships/image" Target="../media/image44.png"/><Relationship Id="rId99" Type="http://schemas.openxmlformats.org/officeDocument/2006/relationships/image" Target="../media/image47.png"/><Relationship Id="rId101" Type="http://schemas.openxmlformats.org/officeDocument/2006/relationships/image" Target="../media/image58.png"/><Relationship Id="rId81" Type="http://schemas.openxmlformats.org/officeDocument/2006/relationships/image" Target="../media/image79.png"/><Relationship Id="rId86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A6C11-2062-7F2B-5C05-AD17FD159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19" name="Group 5318">
            <a:extLst>
              <a:ext uri="{FF2B5EF4-FFF2-40B4-BE49-F238E27FC236}">
                <a16:creationId xmlns:a16="http://schemas.microsoft.com/office/drawing/2014/main" id="{9AB21983-043D-ECFE-C625-3989B6675991}"/>
              </a:ext>
            </a:extLst>
          </p:cNvPr>
          <p:cNvGrpSpPr/>
          <p:nvPr/>
        </p:nvGrpSpPr>
        <p:grpSpPr>
          <a:xfrm>
            <a:off x="238327" y="-18689"/>
            <a:ext cx="6137866" cy="4242434"/>
            <a:chOff x="238327" y="-18689"/>
            <a:chExt cx="6137866" cy="4242434"/>
          </a:xfrm>
        </p:grpSpPr>
        <p:grpSp>
          <p:nvGrpSpPr>
            <p:cNvPr id="5049" name="Group 5048">
              <a:extLst>
                <a:ext uri="{FF2B5EF4-FFF2-40B4-BE49-F238E27FC236}">
                  <a16:creationId xmlns:a16="http://schemas.microsoft.com/office/drawing/2014/main" id="{E63B447E-EA13-538C-6B6B-CAE5E04C8FCB}"/>
                </a:ext>
              </a:extLst>
            </p:cNvPr>
            <p:cNvGrpSpPr/>
            <p:nvPr/>
          </p:nvGrpSpPr>
          <p:grpSpPr>
            <a:xfrm>
              <a:off x="238327" y="-18689"/>
              <a:ext cx="981892" cy="478843"/>
              <a:chOff x="238327" y="-18689"/>
              <a:chExt cx="981892" cy="478843"/>
            </a:xfrm>
          </p:grpSpPr>
          <p:sp>
            <p:nvSpPr>
              <p:cNvPr id="5051" name="Arrow: Circular 5050">
                <a:extLst>
                  <a:ext uri="{FF2B5EF4-FFF2-40B4-BE49-F238E27FC236}">
                    <a16:creationId xmlns:a16="http://schemas.microsoft.com/office/drawing/2014/main" id="{2FDF07A4-8E65-E5B8-1DF6-419A68606E52}"/>
                  </a:ext>
                </a:extLst>
              </p:cNvPr>
              <p:cNvSpPr/>
              <p:nvPr/>
            </p:nvSpPr>
            <p:spPr>
              <a:xfrm rot="16943358" flipH="1">
                <a:off x="731772" y="-28292"/>
                <a:ext cx="441983" cy="534910"/>
              </a:xfrm>
              <a:prstGeom prst="circularArrow">
                <a:avLst>
                  <a:gd name="adj1" fmla="val 15315"/>
                  <a:gd name="adj2" fmla="val 1051935"/>
                  <a:gd name="adj3" fmla="val 20543810"/>
                  <a:gd name="adj4" fmla="val 8752312"/>
                  <a:gd name="adj5" fmla="val 12500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52" name="TextBox 5051">
                    <a:extLst>
                      <a:ext uri="{FF2B5EF4-FFF2-40B4-BE49-F238E27FC236}">
                        <a16:creationId xmlns:a16="http://schemas.microsoft.com/office/drawing/2014/main" id="{0D3EF467-D170-81A6-D1DD-5A05B31F2A4C}"/>
                      </a:ext>
                    </a:extLst>
                  </p:cNvPr>
                  <p:cNvSpPr txBox="1"/>
                  <p:nvPr/>
                </p:nvSpPr>
                <p:spPr>
                  <a:xfrm>
                    <a:off x="238327" y="-18689"/>
                    <a:ext cx="743992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>
              <p:sp>
                <p:nvSpPr>
                  <p:cNvPr id="5052" name="TextBox 5051">
                    <a:extLst>
                      <a:ext uri="{FF2B5EF4-FFF2-40B4-BE49-F238E27FC236}">
                        <a16:creationId xmlns:a16="http://schemas.microsoft.com/office/drawing/2014/main" id="{0D3EF467-D170-81A6-D1DD-5A05B31F2A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327" y="-18689"/>
                    <a:ext cx="743992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048" name="Group 5047">
              <a:extLst>
                <a:ext uri="{FF2B5EF4-FFF2-40B4-BE49-F238E27FC236}">
                  <a16:creationId xmlns:a16="http://schemas.microsoft.com/office/drawing/2014/main" id="{75BE4EAE-59F5-048C-18F0-44FF9B0E8EFC}"/>
                </a:ext>
              </a:extLst>
            </p:cNvPr>
            <p:cNvGrpSpPr/>
            <p:nvPr/>
          </p:nvGrpSpPr>
          <p:grpSpPr>
            <a:xfrm>
              <a:off x="914759" y="91437"/>
              <a:ext cx="5461434" cy="4132308"/>
              <a:chOff x="4309026" y="382481"/>
              <a:chExt cx="4878276" cy="3750291"/>
            </a:xfrm>
          </p:grpSpPr>
          <p:sp>
            <p:nvSpPr>
              <p:cNvPr id="5053" name="Rectangle: Rounded Corners 5052">
                <a:extLst>
                  <a:ext uri="{FF2B5EF4-FFF2-40B4-BE49-F238E27FC236}">
                    <a16:creationId xmlns:a16="http://schemas.microsoft.com/office/drawing/2014/main" id="{9608831A-05FA-A87A-7F81-68C579DAAD60}"/>
                  </a:ext>
                </a:extLst>
              </p:cNvPr>
              <p:cNvSpPr/>
              <p:nvPr/>
            </p:nvSpPr>
            <p:spPr>
              <a:xfrm rot="16200000">
                <a:off x="4917915" y="-182380"/>
                <a:ext cx="3704525" cy="4834248"/>
              </a:xfrm>
              <a:prstGeom prst="roundRect">
                <a:avLst>
                  <a:gd name="adj" fmla="val 1903"/>
                </a:avLst>
              </a:prstGeom>
              <a:solidFill>
                <a:srgbClr val="F8E4F6"/>
              </a:solidFill>
              <a:ln w="28575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55" name="TextBox 5054">
                <a:extLst>
                  <a:ext uri="{FF2B5EF4-FFF2-40B4-BE49-F238E27FC236}">
                    <a16:creationId xmlns:a16="http://schemas.microsoft.com/office/drawing/2014/main" id="{F79C973A-E053-027D-1BC3-1FA341B9597E}"/>
                  </a:ext>
                </a:extLst>
              </p:cNvPr>
              <p:cNvSpPr txBox="1"/>
              <p:nvPr/>
            </p:nvSpPr>
            <p:spPr>
              <a:xfrm>
                <a:off x="4309026" y="3546191"/>
                <a:ext cx="2331489" cy="5865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accent5">
                        <a:lumMod val="50000"/>
                      </a:schemeClr>
                    </a:solidFill>
                  </a:rPr>
                  <a:t>Stabilized Drift-Controlled Adaptation</a:t>
                </a:r>
              </a:p>
            </p:txBody>
          </p:sp>
        </p:grpSp>
      </p:grpSp>
      <p:cxnSp>
        <p:nvCxnSpPr>
          <p:cNvPr id="4592" name="Straight Connector 4591">
            <a:extLst>
              <a:ext uri="{FF2B5EF4-FFF2-40B4-BE49-F238E27FC236}">
                <a16:creationId xmlns:a16="http://schemas.microsoft.com/office/drawing/2014/main" id="{35E51844-4D21-714D-DFCA-AC167D2774AF}"/>
              </a:ext>
            </a:extLst>
          </p:cNvPr>
          <p:cNvCxnSpPr>
            <a:cxnSpLocks/>
          </p:cNvCxnSpPr>
          <p:nvPr/>
        </p:nvCxnSpPr>
        <p:spPr>
          <a:xfrm>
            <a:off x="26016" y="4533274"/>
            <a:ext cx="11445766" cy="0"/>
          </a:xfrm>
          <a:prstGeom prst="line">
            <a:avLst/>
          </a:prstGeom>
          <a:ln w="28575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408" name="Group 3407">
            <a:extLst>
              <a:ext uri="{FF2B5EF4-FFF2-40B4-BE49-F238E27FC236}">
                <a16:creationId xmlns:a16="http://schemas.microsoft.com/office/drawing/2014/main" id="{E53EA218-2776-1A54-ECCE-83B4B774A4A6}"/>
              </a:ext>
            </a:extLst>
          </p:cNvPr>
          <p:cNvGrpSpPr/>
          <p:nvPr/>
        </p:nvGrpSpPr>
        <p:grpSpPr>
          <a:xfrm>
            <a:off x="-6913" y="4540923"/>
            <a:ext cx="11536671" cy="1986470"/>
            <a:chOff x="-32931" y="4843176"/>
            <a:chExt cx="11536671" cy="2049193"/>
          </a:xfrm>
        </p:grpSpPr>
        <p:grpSp>
          <p:nvGrpSpPr>
            <p:cNvPr id="3398" name="Group 3397">
              <a:extLst>
                <a:ext uri="{FF2B5EF4-FFF2-40B4-BE49-F238E27FC236}">
                  <a16:creationId xmlns:a16="http://schemas.microsoft.com/office/drawing/2014/main" id="{E496A02E-AFFE-EE9F-1CD1-06DA00276E82}"/>
                </a:ext>
              </a:extLst>
            </p:cNvPr>
            <p:cNvGrpSpPr/>
            <p:nvPr/>
          </p:nvGrpSpPr>
          <p:grpSpPr>
            <a:xfrm>
              <a:off x="6330234" y="4878288"/>
              <a:ext cx="5173506" cy="1947454"/>
              <a:chOff x="6330234" y="4878288"/>
              <a:chExt cx="5173506" cy="1947454"/>
            </a:xfrm>
          </p:grpSpPr>
          <p:grpSp>
            <p:nvGrpSpPr>
              <p:cNvPr id="4541" name="Group 4540">
                <a:extLst>
                  <a:ext uri="{FF2B5EF4-FFF2-40B4-BE49-F238E27FC236}">
                    <a16:creationId xmlns:a16="http://schemas.microsoft.com/office/drawing/2014/main" id="{2727C8BA-ED28-108E-BB47-5565DFE3A25F}"/>
                  </a:ext>
                </a:extLst>
              </p:cNvPr>
              <p:cNvGrpSpPr/>
              <p:nvPr/>
            </p:nvGrpSpPr>
            <p:grpSpPr>
              <a:xfrm>
                <a:off x="6330234" y="4878288"/>
                <a:ext cx="5173098" cy="1947454"/>
                <a:chOff x="6354010" y="-9968"/>
                <a:chExt cx="5173098" cy="1947454"/>
              </a:xfrm>
            </p:grpSpPr>
            <p:sp>
              <p:nvSpPr>
                <p:cNvPr id="4323" name="Rectangle: Rounded Corners 4322">
                  <a:extLst>
                    <a:ext uri="{FF2B5EF4-FFF2-40B4-BE49-F238E27FC236}">
                      <a16:creationId xmlns:a16="http://schemas.microsoft.com/office/drawing/2014/main" id="{2E04AA41-E20C-B615-62EF-F2AB359000A1}"/>
                    </a:ext>
                  </a:extLst>
                </p:cNvPr>
                <p:cNvSpPr/>
                <p:nvPr/>
              </p:nvSpPr>
              <p:spPr>
                <a:xfrm rot="16200000">
                  <a:off x="8002207" y="-1587415"/>
                  <a:ext cx="1916793" cy="5133009"/>
                </a:xfrm>
                <a:prstGeom prst="roundRect">
                  <a:avLst>
                    <a:gd name="adj" fmla="val 3840"/>
                  </a:avLst>
                </a:prstGeom>
                <a:solidFill>
                  <a:srgbClr val="F4FCF2"/>
                </a:solidFill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1467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426" name="TextBox 4425">
                  <a:extLst>
                    <a:ext uri="{FF2B5EF4-FFF2-40B4-BE49-F238E27FC236}">
                      <a16:creationId xmlns:a16="http://schemas.microsoft.com/office/drawing/2014/main" id="{B3542CB0-4DAD-FCAF-E294-CE5CC57B165E}"/>
                    </a:ext>
                  </a:extLst>
                </p:cNvPr>
                <p:cNvSpPr txBox="1"/>
                <p:nvPr/>
              </p:nvSpPr>
              <p:spPr>
                <a:xfrm>
                  <a:off x="6354010" y="-9968"/>
                  <a:ext cx="2555726" cy="3492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i="1" dirty="0"/>
                    <a:t>Continual Model Merging</a:t>
                  </a:r>
                </a:p>
              </p:txBody>
            </p:sp>
          </p:grpSp>
          <p:grpSp>
            <p:nvGrpSpPr>
              <p:cNvPr id="4609" name="Group 4608">
                <a:extLst>
                  <a:ext uri="{FF2B5EF4-FFF2-40B4-BE49-F238E27FC236}">
                    <a16:creationId xmlns:a16="http://schemas.microsoft.com/office/drawing/2014/main" id="{4C8EA7CF-3228-A981-0EF9-08186A4DCB11}"/>
                  </a:ext>
                </a:extLst>
              </p:cNvPr>
              <p:cNvGrpSpPr/>
              <p:nvPr/>
            </p:nvGrpSpPr>
            <p:grpSpPr>
              <a:xfrm>
                <a:off x="9760690" y="4942471"/>
                <a:ext cx="1743050" cy="525720"/>
                <a:chOff x="9849040" y="5564426"/>
                <a:chExt cx="1743050" cy="525720"/>
              </a:xfrm>
            </p:grpSpPr>
            <p:sp>
              <p:nvSpPr>
                <p:cNvPr id="4474" name="Rectangle: Rounded Corners 4473">
                  <a:extLst>
                    <a:ext uri="{FF2B5EF4-FFF2-40B4-BE49-F238E27FC236}">
                      <a16:creationId xmlns:a16="http://schemas.microsoft.com/office/drawing/2014/main" id="{E2797DA4-73A0-63A9-E85F-CAEB74BB88C0}"/>
                    </a:ext>
                  </a:extLst>
                </p:cNvPr>
                <p:cNvSpPr/>
                <p:nvPr/>
              </p:nvSpPr>
              <p:spPr>
                <a:xfrm>
                  <a:off x="9849040" y="5586189"/>
                  <a:ext cx="1661732" cy="503957"/>
                </a:xfrm>
                <a:prstGeom prst="roundRect">
                  <a:avLst>
                    <a:gd name="adj" fmla="val 5822"/>
                  </a:avLst>
                </a:prstGeom>
                <a:solidFill>
                  <a:schemeClr val="bg1"/>
                </a:solidFill>
                <a:ln w="28575">
                  <a:solidFill>
                    <a:schemeClr val="tx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1859776A-DEDD-AE25-1E63-342FD4AB92B6}"/>
                    </a:ext>
                  </a:extLst>
                </p:cNvPr>
                <p:cNvGrpSpPr/>
                <p:nvPr/>
              </p:nvGrpSpPr>
              <p:grpSpPr>
                <a:xfrm>
                  <a:off x="9922738" y="5564426"/>
                  <a:ext cx="1669352" cy="317495"/>
                  <a:chOff x="8343874" y="5760098"/>
                  <a:chExt cx="1669352" cy="317495"/>
                </a:xfrm>
              </p:grpSpPr>
              <p:sp>
                <p:nvSpPr>
                  <p:cNvPr id="4511" name="TextBox 4510">
                    <a:extLst>
                      <a:ext uri="{FF2B5EF4-FFF2-40B4-BE49-F238E27FC236}">
                        <a16:creationId xmlns:a16="http://schemas.microsoft.com/office/drawing/2014/main" id="{461ECF2B-925B-BF00-162E-B3F6519D2E4A}"/>
                      </a:ext>
                    </a:extLst>
                  </p:cNvPr>
                  <p:cNvSpPr txBox="1"/>
                  <p:nvPr/>
                </p:nvSpPr>
                <p:spPr>
                  <a:xfrm>
                    <a:off x="8531834" y="5760098"/>
                    <a:ext cx="1481392" cy="3174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i="1" dirty="0"/>
                      <a:t>New information</a:t>
                    </a:r>
                  </a:p>
                </p:txBody>
              </p:sp>
              <p:sp>
                <p:nvSpPr>
                  <p:cNvPr id="451" name="Cube 450">
                    <a:extLst>
                      <a:ext uri="{FF2B5EF4-FFF2-40B4-BE49-F238E27FC236}">
                        <a16:creationId xmlns:a16="http://schemas.microsoft.com/office/drawing/2014/main" id="{08FC6E7C-1FF1-2B32-4E40-258764D826B7}"/>
                      </a:ext>
                    </a:extLst>
                  </p:cNvPr>
                  <p:cNvSpPr/>
                  <p:nvPr/>
                </p:nvSpPr>
                <p:spPr>
                  <a:xfrm>
                    <a:off x="8343874" y="5821420"/>
                    <a:ext cx="213897" cy="18545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59" name="Group 458">
                  <a:extLst>
                    <a:ext uri="{FF2B5EF4-FFF2-40B4-BE49-F238E27FC236}">
                      <a16:creationId xmlns:a16="http://schemas.microsoft.com/office/drawing/2014/main" id="{E3E88F3E-38A5-2DCA-DE3D-DCBF6434514F}"/>
                    </a:ext>
                  </a:extLst>
                </p:cNvPr>
                <p:cNvGrpSpPr/>
                <p:nvPr/>
              </p:nvGrpSpPr>
              <p:grpSpPr>
                <a:xfrm>
                  <a:off x="9912041" y="5770821"/>
                  <a:ext cx="1598731" cy="317495"/>
                  <a:chOff x="8333177" y="6012213"/>
                  <a:chExt cx="1598731" cy="317495"/>
                </a:xfrm>
              </p:grpSpPr>
              <p:sp>
                <p:nvSpPr>
                  <p:cNvPr id="4512" name="TextBox 4511">
                    <a:extLst>
                      <a:ext uri="{FF2B5EF4-FFF2-40B4-BE49-F238E27FC236}">
                        <a16:creationId xmlns:a16="http://schemas.microsoft.com/office/drawing/2014/main" id="{F5F261DA-BC0E-D264-0978-8F5DBF753407}"/>
                      </a:ext>
                    </a:extLst>
                  </p:cNvPr>
                  <p:cNvSpPr txBox="1"/>
                  <p:nvPr/>
                </p:nvSpPr>
                <p:spPr>
                  <a:xfrm>
                    <a:off x="8522128" y="6012213"/>
                    <a:ext cx="1409780" cy="3174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i="1" dirty="0"/>
                      <a:t>Old information</a:t>
                    </a:r>
                  </a:p>
                </p:txBody>
              </p:sp>
              <p:sp>
                <p:nvSpPr>
                  <p:cNvPr id="453" name="Cube 452">
                    <a:extLst>
                      <a:ext uri="{FF2B5EF4-FFF2-40B4-BE49-F238E27FC236}">
                        <a16:creationId xmlns:a16="http://schemas.microsoft.com/office/drawing/2014/main" id="{77B994ED-F0CB-701F-EF75-88C1D1CD95B1}"/>
                      </a:ext>
                    </a:extLst>
                  </p:cNvPr>
                  <p:cNvSpPr/>
                  <p:nvPr/>
                </p:nvSpPr>
                <p:spPr>
                  <a:xfrm>
                    <a:off x="8333177" y="6101566"/>
                    <a:ext cx="213897" cy="18545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9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FF000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grpSp>
            <p:nvGrpSpPr>
              <p:cNvPr id="3397" name="Group 3396">
                <a:extLst>
                  <a:ext uri="{FF2B5EF4-FFF2-40B4-BE49-F238E27FC236}">
                    <a16:creationId xmlns:a16="http://schemas.microsoft.com/office/drawing/2014/main" id="{C4842667-C9EC-C321-C4B1-48759893FCDF}"/>
                  </a:ext>
                </a:extLst>
              </p:cNvPr>
              <p:cNvGrpSpPr/>
              <p:nvPr/>
            </p:nvGrpSpPr>
            <p:grpSpPr>
              <a:xfrm>
                <a:off x="6483485" y="5001664"/>
                <a:ext cx="4555688" cy="1778460"/>
                <a:chOff x="6483485" y="5001664"/>
                <a:chExt cx="4555688" cy="17784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24" name="TextBox 4323">
                      <a:extLst>
                        <a:ext uri="{FF2B5EF4-FFF2-40B4-BE49-F238E27FC236}">
                          <a16:creationId xmlns:a16="http://schemas.microsoft.com/office/drawing/2014/main" id="{CF91DF1C-189D-4E53-C804-0AF90FF35A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99263" y="5019783"/>
                      <a:ext cx="383058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𝑏𝑎𝑠𝑒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324" name="TextBox 4323">
                      <a:extLst>
                        <a:ext uri="{FF2B5EF4-FFF2-40B4-BE49-F238E27FC236}">
                          <a16:creationId xmlns:a16="http://schemas.microsoft.com/office/drawing/2014/main" id="{2FA284B9-69A6-AD49-5169-9048B78E26B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99263" y="5019783"/>
                      <a:ext cx="383058" cy="476242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4762" r="-117460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325" name="Group 4324">
                  <a:extLst>
                    <a:ext uri="{FF2B5EF4-FFF2-40B4-BE49-F238E27FC236}">
                      <a16:creationId xmlns:a16="http://schemas.microsoft.com/office/drawing/2014/main" id="{95C0A0D8-E4C9-3B5E-2853-EA25263086C2}"/>
                    </a:ext>
                  </a:extLst>
                </p:cNvPr>
                <p:cNvGrpSpPr/>
                <p:nvPr/>
              </p:nvGrpSpPr>
              <p:grpSpPr>
                <a:xfrm>
                  <a:off x="8122956" y="5076966"/>
                  <a:ext cx="383058" cy="413206"/>
                  <a:chOff x="4299307" y="1129"/>
                  <a:chExt cx="383058" cy="467820"/>
                </a:xfrm>
              </p:grpSpPr>
              <p:sp>
                <p:nvSpPr>
                  <p:cNvPr id="4539" name="Oval 4538">
                    <a:extLst>
                      <a:ext uri="{FF2B5EF4-FFF2-40B4-BE49-F238E27FC236}">
                        <a16:creationId xmlns:a16="http://schemas.microsoft.com/office/drawing/2014/main" id="{8E55B926-2A3F-A4A9-8039-E144DA00B34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382098" y="117922"/>
                    <a:ext cx="217003" cy="225818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40" name="TextBox 4539">
                        <a:extLst>
                          <a:ext uri="{FF2B5EF4-FFF2-40B4-BE49-F238E27FC236}">
                            <a16:creationId xmlns:a16="http://schemas.microsoft.com/office/drawing/2014/main" id="{6F20B416-E7B4-090C-6EBA-2AA7F04AC54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299307" y="1129"/>
                        <a:ext cx="383058" cy="4678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sz="2004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oMath>
                          </m:oMathPara>
                        </a14:m>
                        <a:endParaRPr lang="en-US" sz="24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540" name="TextBox 4539">
                        <a:extLst>
                          <a:ext uri="{FF2B5EF4-FFF2-40B4-BE49-F238E27FC236}">
                            <a16:creationId xmlns:a16="http://schemas.microsoft.com/office/drawing/2014/main" id="{B71844FC-5170-3F09-58D0-F3F62B9B151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99307" y="1129"/>
                        <a:ext cx="383058" cy="46782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336" name="Arrow: Right 4335">
                  <a:extLst>
                    <a:ext uri="{FF2B5EF4-FFF2-40B4-BE49-F238E27FC236}">
                      <a16:creationId xmlns:a16="http://schemas.microsoft.com/office/drawing/2014/main" id="{F78D5696-3391-6239-D0BB-6B3A8BB9789F}"/>
                    </a:ext>
                  </a:extLst>
                </p:cNvPr>
                <p:cNvSpPr/>
                <p:nvPr/>
              </p:nvSpPr>
              <p:spPr>
                <a:xfrm flipV="1">
                  <a:off x="7852477" y="5229421"/>
                  <a:ext cx="312795" cy="113647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75" name="Arrow: Right 4374">
                  <a:extLst>
                    <a:ext uri="{FF2B5EF4-FFF2-40B4-BE49-F238E27FC236}">
                      <a16:creationId xmlns:a16="http://schemas.microsoft.com/office/drawing/2014/main" id="{418D278E-45EC-4A0B-1043-A73FD9E59420}"/>
                    </a:ext>
                  </a:extLst>
                </p:cNvPr>
                <p:cNvSpPr/>
                <p:nvPr/>
              </p:nvSpPr>
              <p:spPr>
                <a:xfrm rot="5400000" flipV="1">
                  <a:off x="6547385" y="5513684"/>
                  <a:ext cx="276278" cy="128668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77" name="Arrow: Bent 4376">
                  <a:extLst>
                    <a:ext uri="{FF2B5EF4-FFF2-40B4-BE49-F238E27FC236}">
                      <a16:creationId xmlns:a16="http://schemas.microsoft.com/office/drawing/2014/main" id="{8CBBD1D9-44D2-F277-8448-6803B0FAD27C}"/>
                    </a:ext>
                  </a:extLst>
                </p:cNvPr>
                <p:cNvSpPr/>
                <p:nvPr/>
              </p:nvSpPr>
              <p:spPr>
                <a:xfrm flipV="1">
                  <a:off x="6637682" y="6035187"/>
                  <a:ext cx="1354416" cy="461664"/>
                </a:xfrm>
                <a:prstGeom prst="bentArrow">
                  <a:avLst>
                    <a:gd name="adj1" fmla="val 16214"/>
                    <a:gd name="adj2" fmla="val 14404"/>
                    <a:gd name="adj3" fmla="val 12527"/>
                    <a:gd name="adj4" fmla="val 55707"/>
                  </a:avLst>
                </a:prstGeom>
                <a:gradFill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78" name="TextBox 4377">
                      <a:extLst>
                        <a:ext uri="{FF2B5EF4-FFF2-40B4-BE49-F238E27FC236}">
                          <a16:creationId xmlns:a16="http://schemas.microsoft.com/office/drawing/2014/main" id="{23D4A6F5-203D-7F71-B5BD-4053BBF6B4E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75213" y="5001664"/>
                      <a:ext cx="855574" cy="48881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378" name="TextBox 4377">
                      <a:extLst>
                        <a:ext uri="{FF2B5EF4-FFF2-40B4-BE49-F238E27FC236}">
                          <a16:creationId xmlns:a16="http://schemas.microsoft.com/office/drawing/2014/main" id="{958FE9E4-FD08-B468-9295-0F3FB915E23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75213" y="5001664"/>
                      <a:ext cx="855574" cy="4888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143" t="-7692" r="-5714" b="-1282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379" name="Group 4378">
                  <a:extLst>
                    <a:ext uri="{FF2B5EF4-FFF2-40B4-BE49-F238E27FC236}">
                      <a16:creationId xmlns:a16="http://schemas.microsoft.com/office/drawing/2014/main" id="{651A29D4-E762-840E-A790-0FAD88EDAA61}"/>
                    </a:ext>
                  </a:extLst>
                </p:cNvPr>
                <p:cNvGrpSpPr/>
                <p:nvPr/>
              </p:nvGrpSpPr>
              <p:grpSpPr>
                <a:xfrm>
                  <a:off x="6483485" y="5086791"/>
                  <a:ext cx="383058" cy="413206"/>
                  <a:chOff x="4297941" y="-2185"/>
                  <a:chExt cx="383058" cy="467820"/>
                </a:xfrm>
              </p:grpSpPr>
              <p:sp>
                <p:nvSpPr>
                  <p:cNvPr id="4537" name="Oval 4536">
                    <a:extLst>
                      <a:ext uri="{FF2B5EF4-FFF2-40B4-BE49-F238E27FC236}">
                        <a16:creationId xmlns:a16="http://schemas.microsoft.com/office/drawing/2014/main" id="{BD84B8FF-C81D-FE2D-19D1-6A05C6C7FB4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382098" y="117922"/>
                    <a:ext cx="217003" cy="225818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38" name="TextBox 4537">
                        <a:extLst>
                          <a:ext uri="{FF2B5EF4-FFF2-40B4-BE49-F238E27FC236}">
                            <a16:creationId xmlns:a16="http://schemas.microsoft.com/office/drawing/2014/main" id="{3CE0FD09-26B8-2390-02E0-A2505AB910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297941" y="-2185"/>
                        <a:ext cx="383058" cy="4678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sz="2004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oMath>
                          </m:oMathPara>
                        </a14:m>
                        <a:endParaRPr lang="en-US" sz="24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538" name="TextBox 4537">
                        <a:extLst>
                          <a:ext uri="{FF2B5EF4-FFF2-40B4-BE49-F238E27FC236}">
                            <a16:creationId xmlns:a16="http://schemas.microsoft.com/office/drawing/2014/main" id="{274DE7AF-9A5B-294B-E74B-44C2DC546EF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297941" y="-2185"/>
                        <a:ext cx="383058" cy="467820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390" name="Arrow: Right 4389">
                  <a:extLst>
                    <a:ext uri="{FF2B5EF4-FFF2-40B4-BE49-F238E27FC236}">
                      <a16:creationId xmlns:a16="http://schemas.microsoft.com/office/drawing/2014/main" id="{7E16D22B-7556-6E9F-E498-A686708E76F2}"/>
                    </a:ext>
                  </a:extLst>
                </p:cNvPr>
                <p:cNvSpPr/>
                <p:nvPr/>
              </p:nvSpPr>
              <p:spPr>
                <a:xfrm rot="10800000" flipV="1">
                  <a:off x="8499023" y="5229420"/>
                  <a:ext cx="312795" cy="113647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400" name="Arrow: Right 4399">
                  <a:extLst>
                    <a:ext uri="{FF2B5EF4-FFF2-40B4-BE49-F238E27FC236}">
                      <a16:creationId xmlns:a16="http://schemas.microsoft.com/office/drawing/2014/main" id="{2CDDD812-E31E-4BE9-3151-8E56C17CA274}"/>
                    </a:ext>
                  </a:extLst>
                </p:cNvPr>
                <p:cNvSpPr/>
                <p:nvPr/>
              </p:nvSpPr>
              <p:spPr>
                <a:xfrm rot="10800000" flipV="1">
                  <a:off x="6832355" y="5246517"/>
                  <a:ext cx="312795" cy="113647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402" name="Arrow: Right 4401">
                  <a:extLst>
                    <a:ext uri="{FF2B5EF4-FFF2-40B4-BE49-F238E27FC236}">
                      <a16:creationId xmlns:a16="http://schemas.microsoft.com/office/drawing/2014/main" id="{F4EDABAC-CF7F-ACD9-F6C7-FFD73BA7C64F}"/>
                    </a:ext>
                  </a:extLst>
                </p:cNvPr>
                <p:cNvSpPr/>
                <p:nvPr/>
              </p:nvSpPr>
              <p:spPr>
                <a:xfrm rot="5400000" flipV="1">
                  <a:off x="8203293" y="5473200"/>
                  <a:ext cx="242634" cy="128668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04" name="TextBox 4403">
                      <a:extLst>
                        <a:ext uri="{FF2B5EF4-FFF2-40B4-BE49-F238E27FC236}">
                          <a16:creationId xmlns:a16="http://schemas.microsoft.com/office/drawing/2014/main" id="{77826A7B-AED8-A071-D56E-B4F4CFE504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40748" y="5518831"/>
                      <a:ext cx="1063807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˜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1: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404" name="TextBox 4403">
                      <a:extLst>
                        <a:ext uri="{FF2B5EF4-FFF2-40B4-BE49-F238E27FC236}">
                          <a16:creationId xmlns:a16="http://schemas.microsoft.com/office/drawing/2014/main" id="{C381D255-3BBC-17B1-C7D3-0160CE4643C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40748" y="5518831"/>
                      <a:ext cx="1063807" cy="47624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06" name="TextBox 4405">
                      <a:extLst>
                        <a:ext uri="{FF2B5EF4-FFF2-40B4-BE49-F238E27FC236}">
                          <a16:creationId xmlns:a16="http://schemas.microsoft.com/office/drawing/2014/main" id="{61B8D114-341E-E609-9D85-A99DC1205D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92572" y="5885484"/>
                      <a:ext cx="623352" cy="3809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m:rPr>
                                <m:sty m:val="p"/>
                              </m:rPr>
                              <a:rPr lang="en-US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SVD</m:t>
                            </m:r>
                          </m:oMath>
                        </m:oMathPara>
                      </a14:m>
                      <a:endParaRPr lang="en-US" i="1" dirty="0">
                        <a:solidFill>
                          <a:srgbClr val="390AE4"/>
                        </a:solidFill>
                        <a:latin typeface="Aptos (Body)"/>
                      </a:endParaRPr>
                    </a:p>
                  </p:txBody>
                </p:sp>
              </mc:Choice>
              <mc:Fallback xmlns="">
                <p:sp>
                  <p:nvSpPr>
                    <p:cNvPr id="4406" name="TextBox 4405">
                      <a:extLst>
                        <a:ext uri="{FF2B5EF4-FFF2-40B4-BE49-F238E27FC236}">
                          <a16:creationId xmlns:a16="http://schemas.microsoft.com/office/drawing/2014/main" id="{12C6A9EA-26D4-D787-EEC5-6013765DA1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92572" y="5885484"/>
                      <a:ext cx="623352" cy="380994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24" name="TextBox 4423">
                      <a:extLst>
                        <a:ext uri="{FF2B5EF4-FFF2-40B4-BE49-F238E27FC236}">
                          <a16:creationId xmlns:a16="http://schemas.microsoft.com/office/drawing/2014/main" id="{58FAB4EA-A2D7-84DC-620E-9339760F94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808472" y="5364623"/>
                      <a:ext cx="1063807" cy="38099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i="1" dirty="0">
                        <a:solidFill>
                          <a:srgbClr val="0000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424" name="TextBox 4423">
                      <a:extLst>
                        <a:ext uri="{FF2B5EF4-FFF2-40B4-BE49-F238E27FC236}">
                          <a16:creationId xmlns:a16="http://schemas.microsoft.com/office/drawing/2014/main" id="{8696588D-395F-2CA3-87E9-4366C9AD6DF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08472" y="5364623"/>
                      <a:ext cx="1063807" cy="38099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25" name="TextBox 4424">
                      <a:extLst>
                        <a:ext uri="{FF2B5EF4-FFF2-40B4-BE49-F238E27FC236}">
                          <a16:creationId xmlns:a16="http://schemas.microsoft.com/office/drawing/2014/main" id="{1C5B4094-DF6C-A04E-13A1-0E6BCAC0DFB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53719" y="6168295"/>
                      <a:ext cx="522328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425" name="TextBox 4424">
                      <a:extLst>
                        <a:ext uri="{FF2B5EF4-FFF2-40B4-BE49-F238E27FC236}">
                          <a16:creationId xmlns:a16="http://schemas.microsoft.com/office/drawing/2014/main" id="{8317F9D9-B64D-671B-0059-3CF529C35E0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53719" y="6168295"/>
                      <a:ext cx="522328" cy="47624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2326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427" name="Group 4426">
                  <a:extLst>
                    <a:ext uri="{FF2B5EF4-FFF2-40B4-BE49-F238E27FC236}">
                      <a16:creationId xmlns:a16="http://schemas.microsoft.com/office/drawing/2014/main" id="{DD369443-FBCA-96B1-3662-7F95A317DA19}"/>
                    </a:ext>
                  </a:extLst>
                </p:cNvPr>
                <p:cNvGrpSpPr/>
                <p:nvPr/>
              </p:nvGrpSpPr>
              <p:grpSpPr>
                <a:xfrm>
                  <a:off x="9638951" y="5812184"/>
                  <a:ext cx="855574" cy="488810"/>
                  <a:chOff x="-85072" y="1060563"/>
                  <a:chExt cx="855574" cy="553420"/>
                </a:xfrm>
              </p:grpSpPr>
              <p:sp>
                <p:nvSpPr>
                  <p:cNvPr id="4535" name="Rectangle: Rounded Corners 4534">
                    <a:extLst>
                      <a:ext uri="{FF2B5EF4-FFF2-40B4-BE49-F238E27FC236}">
                        <a16:creationId xmlns:a16="http://schemas.microsoft.com/office/drawing/2014/main" id="{2164699A-3FE6-6892-BE2A-02C9B536E404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85970" y="1097022"/>
                    <a:ext cx="486193" cy="472334"/>
                  </a:xfrm>
                  <a:prstGeom prst="roundRect">
                    <a:avLst>
                      <a:gd name="adj" fmla="val 4198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67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36" name="TextBox 4535">
                        <a:extLst>
                          <a:ext uri="{FF2B5EF4-FFF2-40B4-BE49-F238E27FC236}">
                            <a16:creationId xmlns:a16="http://schemas.microsoft.com/office/drawing/2014/main" id="{0E6AD74A-23B1-82E1-1476-860ED4FC35E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-85072" y="1060563"/>
                        <a:ext cx="855574" cy="5534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1: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536" name="TextBox 4535">
                        <a:extLst>
                          <a:ext uri="{FF2B5EF4-FFF2-40B4-BE49-F238E27FC236}">
                            <a16:creationId xmlns:a16="http://schemas.microsoft.com/office/drawing/2014/main" id="{71C6052B-F9A1-603F-FDAB-7B757000C7D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-85072" y="1060563"/>
                        <a:ext cx="855574" cy="553420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t="-7692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428" name="Arrow: Bent 4427">
                  <a:extLst>
                    <a:ext uri="{FF2B5EF4-FFF2-40B4-BE49-F238E27FC236}">
                      <a16:creationId xmlns:a16="http://schemas.microsoft.com/office/drawing/2014/main" id="{61DD9A6D-A56B-3942-F84D-C50B87B0A72C}"/>
                    </a:ext>
                  </a:extLst>
                </p:cNvPr>
                <p:cNvSpPr/>
                <p:nvPr/>
              </p:nvSpPr>
              <p:spPr>
                <a:xfrm rot="16200000" flipH="1" flipV="1">
                  <a:off x="8890278" y="5464065"/>
                  <a:ext cx="244257" cy="623353"/>
                </a:xfrm>
                <a:prstGeom prst="bentArrow">
                  <a:avLst>
                    <a:gd name="adj1" fmla="val 23491"/>
                    <a:gd name="adj2" fmla="val 26006"/>
                    <a:gd name="adj3" fmla="val 20371"/>
                    <a:gd name="adj4" fmla="val 55707"/>
                  </a:avLst>
                </a:prstGeom>
                <a:gradFill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4430" name="Group 4429">
                  <a:extLst>
                    <a:ext uri="{FF2B5EF4-FFF2-40B4-BE49-F238E27FC236}">
                      <a16:creationId xmlns:a16="http://schemas.microsoft.com/office/drawing/2014/main" id="{E672E9E7-004A-AEC3-B853-6C4D9EA06364}"/>
                    </a:ext>
                  </a:extLst>
                </p:cNvPr>
                <p:cNvGrpSpPr/>
                <p:nvPr/>
              </p:nvGrpSpPr>
              <p:grpSpPr>
                <a:xfrm>
                  <a:off x="9070976" y="5838029"/>
                  <a:ext cx="383058" cy="413206"/>
                  <a:chOff x="4306969" y="-3730"/>
                  <a:chExt cx="383058" cy="467820"/>
                </a:xfrm>
              </p:grpSpPr>
              <p:sp>
                <p:nvSpPr>
                  <p:cNvPr id="4533" name="Oval 4532">
                    <a:extLst>
                      <a:ext uri="{FF2B5EF4-FFF2-40B4-BE49-F238E27FC236}">
                        <a16:creationId xmlns:a16="http://schemas.microsoft.com/office/drawing/2014/main" id="{721E5242-0980-A09D-1B16-90E4BECC015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382098" y="117922"/>
                    <a:ext cx="217003" cy="225818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534" name="TextBox 4533">
                        <a:extLst>
                          <a:ext uri="{FF2B5EF4-FFF2-40B4-BE49-F238E27FC236}">
                            <a16:creationId xmlns:a16="http://schemas.microsoft.com/office/drawing/2014/main" id="{C41D2CE1-5D12-E1B1-6298-7FD865B5840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306969" y="-3730"/>
                        <a:ext cx="383058" cy="4678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sz="2004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</m:oMath>
                          </m:oMathPara>
                        </a14:m>
                        <a:endParaRPr lang="en-US" sz="24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534" name="TextBox 4533">
                        <a:extLst>
                          <a:ext uri="{FF2B5EF4-FFF2-40B4-BE49-F238E27FC236}">
                            <a16:creationId xmlns:a16="http://schemas.microsoft.com/office/drawing/2014/main" id="{C1C0BADA-F68E-B047-B65B-ABCFBEA4559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306969" y="-3730"/>
                        <a:ext cx="383058" cy="467820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431" name="Arrow: Bent 4430">
                  <a:extLst>
                    <a:ext uri="{FF2B5EF4-FFF2-40B4-BE49-F238E27FC236}">
                      <a16:creationId xmlns:a16="http://schemas.microsoft.com/office/drawing/2014/main" id="{A23DCE58-379D-83F4-27D8-217FEAAF92EA}"/>
                    </a:ext>
                  </a:extLst>
                </p:cNvPr>
                <p:cNvSpPr/>
                <p:nvPr/>
              </p:nvSpPr>
              <p:spPr>
                <a:xfrm rot="16200000" flipV="1">
                  <a:off x="8904451" y="5977173"/>
                  <a:ext cx="205376" cy="633888"/>
                </a:xfrm>
                <a:prstGeom prst="bentArrow">
                  <a:avLst>
                    <a:gd name="adj1" fmla="val 29675"/>
                    <a:gd name="adj2" fmla="val 31571"/>
                    <a:gd name="adj3" fmla="val 20371"/>
                    <a:gd name="adj4" fmla="val 55707"/>
                  </a:avLst>
                </a:prstGeom>
                <a:gradFill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32" name="Arrow: Right 4431">
                  <a:extLst>
                    <a:ext uri="{FF2B5EF4-FFF2-40B4-BE49-F238E27FC236}">
                      <a16:creationId xmlns:a16="http://schemas.microsoft.com/office/drawing/2014/main" id="{35455447-DB22-96E3-DA7F-3EB70FFCEBF7}"/>
                    </a:ext>
                  </a:extLst>
                </p:cNvPr>
                <p:cNvSpPr/>
                <p:nvPr/>
              </p:nvSpPr>
              <p:spPr>
                <a:xfrm flipV="1">
                  <a:off x="9419495" y="5969899"/>
                  <a:ext cx="312795" cy="135537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4433" name="Picture 4432">
                  <a:extLst>
                    <a:ext uri="{FF2B5EF4-FFF2-40B4-BE49-F238E27FC236}">
                      <a16:creationId xmlns:a16="http://schemas.microsoft.com/office/drawing/2014/main" id="{188E07BF-D58A-8D81-F062-7BD5EB0921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8"/>
                <a:srcRect l="33006" t="10921" r="31162" b="17937"/>
                <a:stretch>
                  <a:fillRect/>
                </a:stretch>
              </p:blipFill>
              <p:spPr>
                <a:xfrm rot="16200000" flipH="1">
                  <a:off x="10460891" y="5829576"/>
                  <a:ext cx="174142" cy="407763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34" name="TextBox 4433">
                      <a:extLst>
                        <a:ext uri="{FF2B5EF4-FFF2-40B4-BE49-F238E27FC236}">
                          <a16:creationId xmlns:a16="http://schemas.microsoft.com/office/drawing/2014/main" id="{D24047E7-9173-0B0D-E032-C718199A4F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56115" y="5809061"/>
                      <a:ext cx="383058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390AE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𝑏𝑎𝑠𝑒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434" name="TextBox 4433">
                      <a:extLst>
                        <a:ext uri="{FF2B5EF4-FFF2-40B4-BE49-F238E27FC236}">
                          <a16:creationId xmlns:a16="http://schemas.microsoft.com/office/drawing/2014/main" id="{3CB91EB9-0CDB-461F-B09B-BBD260A8C99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656115" y="5809061"/>
                      <a:ext cx="383058" cy="476242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l="-3175" r="-117460" b="-1316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435" name="Arrow: Bent 4434">
                  <a:extLst>
                    <a:ext uri="{FF2B5EF4-FFF2-40B4-BE49-F238E27FC236}">
                      <a16:creationId xmlns:a16="http://schemas.microsoft.com/office/drawing/2014/main" id="{3A842514-857B-CED7-9930-8781DF15DECD}"/>
                    </a:ext>
                  </a:extLst>
                </p:cNvPr>
                <p:cNvSpPr/>
                <p:nvPr/>
              </p:nvSpPr>
              <p:spPr>
                <a:xfrm rot="16200000" flipV="1">
                  <a:off x="10017586" y="5794161"/>
                  <a:ext cx="301865" cy="1045980"/>
                </a:xfrm>
                <a:prstGeom prst="bentArrow">
                  <a:avLst>
                    <a:gd name="adj1" fmla="val 31905"/>
                    <a:gd name="adj2" fmla="val 41152"/>
                    <a:gd name="adj3" fmla="val 33834"/>
                    <a:gd name="adj4" fmla="val 55707"/>
                  </a:avLst>
                </a:prstGeom>
                <a:gradFill flip="none" rotWithShape="1">
                  <a:gsLst>
                    <a:gs pos="0">
                      <a:srgbClr val="FF0000"/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36" name="Arrow: Bent 4435">
                  <a:extLst>
                    <a:ext uri="{FF2B5EF4-FFF2-40B4-BE49-F238E27FC236}">
                      <a16:creationId xmlns:a16="http://schemas.microsoft.com/office/drawing/2014/main" id="{9E0D2EE4-9CB3-57A3-497F-650A3272BDEA}"/>
                    </a:ext>
                  </a:extLst>
                </p:cNvPr>
                <p:cNvSpPr/>
                <p:nvPr/>
              </p:nvSpPr>
              <p:spPr>
                <a:xfrm rot="16200000" flipH="1" flipV="1">
                  <a:off x="9980764" y="5203820"/>
                  <a:ext cx="344073" cy="1044028"/>
                </a:xfrm>
                <a:prstGeom prst="bentArrow">
                  <a:avLst>
                    <a:gd name="adj1" fmla="val 26718"/>
                    <a:gd name="adj2" fmla="val 30777"/>
                    <a:gd name="adj3" fmla="val 29505"/>
                    <a:gd name="adj4" fmla="val 55707"/>
                  </a:avLst>
                </a:prstGeom>
                <a:gradFill flip="none" rotWithShape="1">
                  <a:gsLst>
                    <a:gs pos="0">
                      <a:srgbClr val="0000FF"/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2">
                      <a:lumMod val="90000"/>
                      <a:lumOff val="1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466" name="Straight Connector 4465">
                  <a:extLst>
                    <a:ext uri="{FF2B5EF4-FFF2-40B4-BE49-F238E27FC236}">
                      <a16:creationId xmlns:a16="http://schemas.microsoft.com/office/drawing/2014/main" id="{61C06356-7727-2D67-5C65-DF26FD4EA2AF}"/>
                    </a:ext>
                  </a:extLst>
                </p:cNvPr>
                <p:cNvCxnSpPr>
                  <a:cxnSpLocks/>
                  <a:stCxn id="4468" idx="3"/>
                  <a:endCxn id="4601" idx="2"/>
                </p:cNvCxnSpPr>
                <p:nvPr/>
              </p:nvCxnSpPr>
              <p:spPr>
                <a:xfrm flipV="1">
                  <a:off x="6886863" y="5668214"/>
                  <a:ext cx="315698" cy="124994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467" name="Straight Connector 4466">
                  <a:extLst>
                    <a:ext uri="{FF2B5EF4-FFF2-40B4-BE49-F238E27FC236}">
                      <a16:creationId xmlns:a16="http://schemas.microsoft.com/office/drawing/2014/main" id="{DC5CCBF9-6BD0-ED40-9346-1F1F527DEC82}"/>
                    </a:ext>
                  </a:extLst>
                </p:cNvPr>
                <p:cNvCxnSpPr>
                  <a:cxnSpLocks/>
                  <a:endCxn id="4577" idx="2"/>
                </p:cNvCxnSpPr>
                <p:nvPr/>
              </p:nvCxnSpPr>
              <p:spPr>
                <a:xfrm>
                  <a:off x="6886863" y="5899047"/>
                  <a:ext cx="317603" cy="53777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68" name="TextBox 4467">
                      <a:extLst>
                        <a:ext uri="{FF2B5EF4-FFF2-40B4-BE49-F238E27FC236}">
                          <a16:creationId xmlns:a16="http://schemas.microsoft.com/office/drawing/2014/main" id="{8F834161-7B00-F976-2509-C6A60F9347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503805" y="5555086"/>
                      <a:ext cx="383058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468" name="TextBox 4467">
                      <a:extLst>
                        <a:ext uri="{FF2B5EF4-FFF2-40B4-BE49-F238E27FC236}">
                          <a16:creationId xmlns:a16="http://schemas.microsoft.com/office/drawing/2014/main" id="{54F35D8E-A063-F58E-6578-4EE631F34D4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03805" y="5555086"/>
                      <a:ext cx="383058" cy="476242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 r="-4762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79" name="Group 478">
                  <a:extLst>
                    <a:ext uri="{FF2B5EF4-FFF2-40B4-BE49-F238E27FC236}">
                      <a16:creationId xmlns:a16="http://schemas.microsoft.com/office/drawing/2014/main" id="{97A61475-7048-070E-5798-A7EF9FC3B8DF}"/>
                    </a:ext>
                  </a:extLst>
                </p:cNvPr>
                <p:cNvGrpSpPr/>
                <p:nvPr/>
              </p:nvGrpSpPr>
              <p:grpSpPr>
                <a:xfrm>
                  <a:off x="7202561" y="5597314"/>
                  <a:ext cx="391328" cy="389809"/>
                  <a:chOff x="7202561" y="5597314"/>
                  <a:chExt cx="391328" cy="389809"/>
                </a:xfrm>
              </p:grpSpPr>
              <p:grpSp>
                <p:nvGrpSpPr>
                  <p:cNvPr id="4595" name="Group 4594">
                    <a:extLst>
                      <a:ext uri="{FF2B5EF4-FFF2-40B4-BE49-F238E27FC236}">
                        <a16:creationId xmlns:a16="http://schemas.microsoft.com/office/drawing/2014/main" id="{D7279F1F-4306-DD46-CFD6-D297D6CC6CD9}"/>
                      </a:ext>
                    </a:extLst>
                  </p:cNvPr>
                  <p:cNvGrpSpPr/>
                  <p:nvPr/>
                </p:nvGrpSpPr>
                <p:grpSpPr>
                  <a:xfrm>
                    <a:off x="7204466" y="5789203"/>
                    <a:ext cx="389423" cy="197920"/>
                    <a:chOff x="7318814" y="6019601"/>
                    <a:chExt cx="389423" cy="197920"/>
                  </a:xfrm>
                </p:grpSpPr>
                <p:sp>
                  <p:nvSpPr>
                    <p:cNvPr id="4577" name="Cube 4576">
                      <a:extLst>
                        <a:ext uri="{FF2B5EF4-FFF2-40B4-BE49-F238E27FC236}">
                          <a16:creationId xmlns:a16="http://schemas.microsoft.com/office/drawing/2014/main" id="{1E774FAE-D2B6-9212-1B5B-CB8CD3B143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8814" y="6113549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84" name="Cube 4583">
                      <a:extLst>
                        <a:ext uri="{FF2B5EF4-FFF2-40B4-BE49-F238E27FC236}">
                          <a16:creationId xmlns:a16="http://schemas.microsoft.com/office/drawing/2014/main" id="{5E5B33F9-03D5-BCED-8586-2BD444ECE4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072" y="611475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87" name="Cube 4586">
                      <a:extLst>
                        <a:ext uri="{FF2B5EF4-FFF2-40B4-BE49-F238E27FC236}">
                          <a16:creationId xmlns:a16="http://schemas.microsoft.com/office/drawing/2014/main" id="{C600BBB1-7048-3DFD-8871-2D294B482C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7439" y="611232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89" name="Cube 4588">
                      <a:extLst>
                        <a:ext uri="{FF2B5EF4-FFF2-40B4-BE49-F238E27FC236}">
                          <a16:creationId xmlns:a16="http://schemas.microsoft.com/office/drawing/2014/main" id="{F378CEEB-037A-ABE3-DB6D-4AA6DBB596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8814" y="6019603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91" name="Cube 4590">
                      <a:extLst>
                        <a:ext uri="{FF2B5EF4-FFF2-40B4-BE49-F238E27FC236}">
                          <a16:creationId xmlns:a16="http://schemas.microsoft.com/office/drawing/2014/main" id="{478140CE-FFC7-0543-FBC7-C86BD1142A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6210" y="601960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4594" name="Cube 4593">
                      <a:extLst>
                        <a:ext uri="{FF2B5EF4-FFF2-40B4-BE49-F238E27FC236}">
                          <a16:creationId xmlns:a16="http://schemas.microsoft.com/office/drawing/2014/main" id="{1B87BBFB-15A1-9C49-F301-29EEC90DDC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6793" y="6019601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9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FF000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grpSp>
                <p:nvGrpSpPr>
                  <p:cNvPr id="449" name="Group 448">
                    <a:extLst>
                      <a:ext uri="{FF2B5EF4-FFF2-40B4-BE49-F238E27FC236}">
                        <a16:creationId xmlns:a16="http://schemas.microsoft.com/office/drawing/2014/main" id="{3C690940-1C6C-0535-D04A-1FD2F345F83E}"/>
                      </a:ext>
                    </a:extLst>
                  </p:cNvPr>
                  <p:cNvGrpSpPr/>
                  <p:nvPr/>
                </p:nvGrpSpPr>
                <p:grpSpPr>
                  <a:xfrm>
                    <a:off x="7202561" y="5597314"/>
                    <a:ext cx="389854" cy="196012"/>
                    <a:chOff x="7318814" y="5781992"/>
                    <a:chExt cx="389854" cy="196012"/>
                  </a:xfrm>
                </p:grpSpPr>
                <p:sp>
                  <p:nvSpPr>
                    <p:cNvPr id="4599" name="Cube 4598">
                      <a:extLst>
                        <a:ext uri="{FF2B5EF4-FFF2-40B4-BE49-F238E27FC236}">
                          <a16:creationId xmlns:a16="http://schemas.microsoft.com/office/drawing/2014/main" id="{EC768BFB-B966-1491-E6D1-81425BD1B1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9245" y="587403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01" name="Cube 4600">
                      <a:extLst>
                        <a:ext uri="{FF2B5EF4-FFF2-40B4-BE49-F238E27FC236}">
                          <a16:creationId xmlns:a16="http://schemas.microsoft.com/office/drawing/2014/main" id="{F773227C-1DD5-757E-81F5-32F8230FEC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8814" y="5783219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02" name="Cube 4601">
                      <a:extLst>
                        <a:ext uri="{FF2B5EF4-FFF2-40B4-BE49-F238E27FC236}">
                          <a16:creationId xmlns:a16="http://schemas.microsoft.com/office/drawing/2014/main" id="{30053473-7DE3-8439-0729-7161785EED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503" y="5875235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03" name="Cube 4602">
                      <a:extLst>
                        <a:ext uri="{FF2B5EF4-FFF2-40B4-BE49-F238E27FC236}">
                          <a16:creationId xmlns:a16="http://schemas.microsoft.com/office/drawing/2014/main" id="{3565969F-0B77-60A7-11AE-69FD15CA40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47072" y="578442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04" name="Cube 4603">
                      <a:extLst>
                        <a:ext uri="{FF2B5EF4-FFF2-40B4-BE49-F238E27FC236}">
                          <a16:creationId xmlns:a16="http://schemas.microsoft.com/office/drawing/2014/main" id="{8CD4AB29-6050-8DC1-1572-153098F6E3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7870" y="5872805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605" name="Cube 4604">
                      <a:extLst>
                        <a:ext uri="{FF2B5EF4-FFF2-40B4-BE49-F238E27FC236}">
                          <a16:creationId xmlns:a16="http://schemas.microsoft.com/office/drawing/2014/main" id="{8489D018-F200-2D3F-3F70-7D9FDBF45D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77439" y="578199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8" name="TextBox 467">
                      <a:extLst>
                        <a:ext uri="{FF2B5EF4-FFF2-40B4-BE49-F238E27FC236}">
                          <a16:creationId xmlns:a16="http://schemas.microsoft.com/office/drawing/2014/main" id="{1F232C83-EFF2-3755-D95E-DDBEA89D5A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92098" y="6140385"/>
                      <a:ext cx="728148" cy="47624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𝒢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(∙)</m:t>
                            </m:r>
                          </m:oMath>
                        </m:oMathPara>
                      </a14:m>
                      <a:endParaRPr lang="en-US" sz="2400" i="1" dirty="0">
                        <a:solidFill>
                          <a:srgbClr val="390AE4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68" name="TextBox 467">
                      <a:extLst>
                        <a:ext uri="{FF2B5EF4-FFF2-40B4-BE49-F238E27FC236}">
                          <a16:creationId xmlns:a16="http://schemas.microsoft.com/office/drawing/2014/main" id="{945FBD27-4600-8C7D-CE00-C5C63857290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92098" y="6140385"/>
                      <a:ext cx="728148" cy="476242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 l="-4167" r="-5833" b="-15789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612" name="Group 4611">
                  <a:extLst>
                    <a:ext uri="{FF2B5EF4-FFF2-40B4-BE49-F238E27FC236}">
                      <a16:creationId xmlns:a16="http://schemas.microsoft.com/office/drawing/2014/main" id="{E2734D32-91CF-4182-1B6A-1D21AA125609}"/>
                    </a:ext>
                  </a:extLst>
                </p:cNvPr>
                <p:cNvGrpSpPr/>
                <p:nvPr/>
              </p:nvGrpSpPr>
              <p:grpSpPr>
                <a:xfrm>
                  <a:off x="8496538" y="6584112"/>
                  <a:ext cx="389854" cy="196012"/>
                  <a:chOff x="7318814" y="5781992"/>
                  <a:chExt cx="389854" cy="196012"/>
                </a:xfrm>
              </p:grpSpPr>
              <p:sp>
                <p:nvSpPr>
                  <p:cNvPr id="4613" name="Cube 4612">
                    <a:extLst>
                      <a:ext uri="{FF2B5EF4-FFF2-40B4-BE49-F238E27FC236}">
                        <a16:creationId xmlns:a16="http://schemas.microsoft.com/office/drawing/2014/main" id="{22E55F49-78C5-C21C-8D13-F2DC4C8CC0CD}"/>
                      </a:ext>
                    </a:extLst>
                  </p:cNvPr>
                  <p:cNvSpPr/>
                  <p:nvPr/>
                </p:nvSpPr>
                <p:spPr>
                  <a:xfrm>
                    <a:off x="7319245" y="587403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4" name="Cube 4613">
                    <a:extLst>
                      <a:ext uri="{FF2B5EF4-FFF2-40B4-BE49-F238E27FC236}">
                        <a16:creationId xmlns:a16="http://schemas.microsoft.com/office/drawing/2014/main" id="{07353008-0E84-8B36-87B2-970101C253CC}"/>
                      </a:ext>
                    </a:extLst>
                  </p:cNvPr>
                  <p:cNvSpPr/>
                  <p:nvPr/>
                </p:nvSpPr>
                <p:spPr>
                  <a:xfrm>
                    <a:off x="7318814" y="5783219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5" name="Cube 4614">
                    <a:extLst>
                      <a:ext uri="{FF2B5EF4-FFF2-40B4-BE49-F238E27FC236}">
                        <a16:creationId xmlns:a16="http://schemas.microsoft.com/office/drawing/2014/main" id="{BF6B5349-1369-C203-D957-FF6C04189811}"/>
                      </a:ext>
                    </a:extLst>
                  </p:cNvPr>
                  <p:cNvSpPr/>
                  <p:nvPr/>
                </p:nvSpPr>
                <p:spPr>
                  <a:xfrm>
                    <a:off x="7447503" y="5875235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6" name="Cube 4615">
                    <a:extLst>
                      <a:ext uri="{FF2B5EF4-FFF2-40B4-BE49-F238E27FC236}">
                        <a16:creationId xmlns:a16="http://schemas.microsoft.com/office/drawing/2014/main" id="{4DE9EAFB-8B53-B03B-48F8-033159DFE93A}"/>
                      </a:ext>
                    </a:extLst>
                  </p:cNvPr>
                  <p:cNvSpPr/>
                  <p:nvPr/>
                </p:nvSpPr>
                <p:spPr>
                  <a:xfrm>
                    <a:off x="7447072" y="578442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7" name="Cube 4616">
                    <a:extLst>
                      <a:ext uri="{FF2B5EF4-FFF2-40B4-BE49-F238E27FC236}">
                        <a16:creationId xmlns:a16="http://schemas.microsoft.com/office/drawing/2014/main" id="{480FED5F-256E-2C11-4C74-C8FB5869DE2B}"/>
                      </a:ext>
                    </a:extLst>
                  </p:cNvPr>
                  <p:cNvSpPr/>
                  <p:nvPr/>
                </p:nvSpPr>
                <p:spPr>
                  <a:xfrm>
                    <a:off x="7577870" y="5872805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618" name="Cube 4617">
                    <a:extLst>
                      <a:ext uri="{FF2B5EF4-FFF2-40B4-BE49-F238E27FC236}">
                        <a16:creationId xmlns:a16="http://schemas.microsoft.com/office/drawing/2014/main" id="{08C96912-3E37-797C-C192-5A6798947D2C}"/>
                      </a:ext>
                    </a:extLst>
                  </p:cNvPr>
                  <p:cNvSpPr/>
                  <p:nvPr/>
                </p:nvSpPr>
                <p:spPr>
                  <a:xfrm>
                    <a:off x="7577439" y="578199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cxnSp>
              <p:nvCxnSpPr>
                <p:cNvPr id="4625" name="Straight Connector 4624">
                  <a:extLst>
                    <a:ext uri="{FF2B5EF4-FFF2-40B4-BE49-F238E27FC236}">
                      <a16:creationId xmlns:a16="http://schemas.microsoft.com/office/drawing/2014/main" id="{D4666685-5CBE-488A-F9EE-2FD807E38FBF}"/>
                    </a:ext>
                  </a:extLst>
                </p:cNvPr>
                <p:cNvCxnSpPr>
                  <a:cxnSpLocks/>
                  <a:endCxn id="4618" idx="0"/>
                </p:cNvCxnSpPr>
                <p:nvPr/>
              </p:nvCxnSpPr>
              <p:spPr>
                <a:xfrm>
                  <a:off x="8571193" y="6436406"/>
                  <a:ext cx="267658" cy="147706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28" name="Straight Connector 4627">
                  <a:extLst>
                    <a:ext uri="{FF2B5EF4-FFF2-40B4-BE49-F238E27FC236}">
                      <a16:creationId xmlns:a16="http://schemas.microsoft.com/office/drawing/2014/main" id="{359BD29B-290C-8FF4-89B0-6F1C91F526BA}"/>
                    </a:ext>
                  </a:extLst>
                </p:cNvPr>
                <p:cNvCxnSpPr>
                  <a:cxnSpLocks/>
                  <a:stCxn id="468" idx="2"/>
                  <a:endCxn id="4613" idx="2"/>
                </p:cNvCxnSpPr>
                <p:nvPr/>
              </p:nvCxnSpPr>
              <p:spPr>
                <a:xfrm>
                  <a:off x="8356172" y="6616627"/>
                  <a:ext cx="140797" cy="129199"/>
                </a:xfrm>
                <a:prstGeom prst="line">
                  <a:avLst/>
                </a:prstGeom>
                <a:ln>
                  <a:prstDash val="sys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396" name="Arrow: Right 3395">
                  <a:extLst>
                    <a:ext uri="{FF2B5EF4-FFF2-40B4-BE49-F238E27FC236}">
                      <a16:creationId xmlns:a16="http://schemas.microsoft.com/office/drawing/2014/main" id="{3DE474D5-0EA7-6EC1-0EBE-12779C893605}"/>
                    </a:ext>
                  </a:extLst>
                </p:cNvPr>
                <p:cNvSpPr/>
                <p:nvPr/>
              </p:nvSpPr>
              <p:spPr>
                <a:xfrm rot="5400000" flipV="1">
                  <a:off x="8203293" y="6049626"/>
                  <a:ext cx="242634" cy="128668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0">
                      <a:schemeClr val="accent1">
                        <a:lumMod val="75000"/>
                      </a:schemeClr>
                    </a:gs>
                    <a:gs pos="90000">
                      <a:schemeClr val="bg2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p:grpSp>
          <p:nvGrpSpPr>
            <p:cNvPr id="4321" name="Group 4320">
              <a:extLst>
                <a:ext uri="{FF2B5EF4-FFF2-40B4-BE49-F238E27FC236}">
                  <a16:creationId xmlns:a16="http://schemas.microsoft.com/office/drawing/2014/main" id="{64946A73-1E4F-410A-E623-5710B5581817}"/>
                </a:ext>
              </a:extLst>
            </p:cNvPr>
            <p:cNvGrpSpPr/>
            <p:nvPr/>
          </p:nvGrpSpPr>
          <p:grpSpPr>
            <a:xfrm>
              <a:off x="-32931" y="4843176"/>
              <a:ext cx="6271685" cy="2049193"/>
              <a:chOff x="-32931" y="4843176"/>
              <a:chExt cx="6271685" cy="2049193"/>
            </a:xfrm>
          </p:grpSpPr>
          <p:grpSp>
            <p:nvGrpSpPr>
              <p:cNvPr id="3403" name="Group 3402">
                <a:extLst>
                  <a:ext uri="{FF2B5EF4-FFF2-40B4-BE49-F238E27FC236}">
                    <a16:creationId xmlns:a16="http://schemas.microsoft.com/office/drawing/2014/main" id="{45385C3A-58CE-85C6-E112-1FCC87E8B00C}"/>
                  </a:ext>
                </a:extLst>
              </p:cNvPr>
              <p:cNvGrpSpPr/>
              <p:nvPr/>
            </p:nvGrpSpPr>
            <p:grpSpPr>
              <a:xfrm>
                <a:off x="-32931" y="4843176"/>
                <a:ext cx="6271685" cy="1575676"/>
                <a:chOff x="929160" y="4826252"/>
                <a:chExt cx="6573687" cy="1116595"/>
              </a:xfrm>
            </p:grpSpPr>
            <p:sp>
              <p:nvSpPr>
                <p:cNvPr id="3708" name="Rectangle: Rounded Corners 3707">
                  <a:extLst>
                    <a:ext uri="{FF2B5EF4-FFF2-40B4-BE49-F238E27FC236}">
                      <a16:creationId xmlns:a16="http://schemas.microsoft.com/office/drawing/2014/main" id="{93DEF721-CF76-07DB-EEAF-1ECFA5730C08}"/>
                    </a:ext>
                  </a:extLst>
                </p:cNvPr>
                <p:cNvSpPr/>
                <p:nvPr/>
              </p:nvSpPr>
              <p:spPr>
                <a:xfrm rot="16200000">
                  <a:off x="3713621" y="2153621"/>
                  <a:ext cx="1070721" cy="6507731"/>
                </a:xfrm>
                <a:prstGeom prst="roundRect">
                  <a:avLst>
                    <a:gd name="adj" fmla="val 3840"/>
                  </a:avLst>
                </a:prstGeom>
                <a:solidFill>
                  <a:srgbClr val="F8FCFE"/>
                </a:solidFill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  <a:prstDash val="sysDash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1467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02" name="TextBox 3401">
                  <a:extLst>
                    <a:ext uri="{FF2B5EF4-FFF2-40B4-BE49-F238E27FC236}">
                      <a16:creationId xmlns:a16="http://schemas.microsoft.com/office/drawing/2014/main" id="{74863E2D-38AE-B741-F01E-FA7C7D00DA9F}"/>
                    </a:ext>
                  </a:extLst>
                </p:cNvPr>
                <p:cNvSpPr txBox="1"/>
                <p:nvPr/>
              </p:nvSpPr>
              <p:spPr>
                <a:xfrm>
                  <a:off x="929160" y="4826252"/>
                  <a:ext cx="3565488" cy="2474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600" i="1" dirty="0"/>
                    <a:t>MLP-free Task-specific Fine-Tuning</a:t>
                  </a:r>
                </a:p>
              </p:txBody>
            </p:sp>
          </p:grpSp>
          <p:grpSp>
            <p:nvGrpSpPr>
              <p:cNvPr id="3419" name="Group 3418">
                <a:extLst>
                  <a:ext uri="{FF2B5EF4-FFF2-40B4-BE49-F238E27FC236}">
                    <a16:creationId xmlns:a16="http://schemas.microsoft.com/office/drawing/2014/main" id="{A43EA5CE-114A-E8F0-A0CC-C44FD1DE2E65}"/>
                  </a:ext>
                </a:extLst>
              </p:cNvPr>
              <p:cNvGrpSpPr/>
              <p:nvPr/>
            </p:nvGrpSpPr>
            <p:grpSpPr>
              <a:xfrm>
                <a:off x="27853" y="6406656"/>
                <a:ext cx="5603965" cy="485713"/>
                <a:chOff x="2797107" y="3227053"/>
                <a:chExt cx="7067487" cy="1022317"/>
              </a:xfrm>
            </p:grpSpPr>
            <p:sp>
              <p:nvSpPr>
                <p:cNvPr id="3407" name="TextBox 3406">
                  <a:extLst>
                    <a:ext uri="{FF2B5EF4-FFF2-40B4-BE49-F238E27FC236}">
                      <a16:creationId xmlns:a16="http://schemas.microsoft.com/office/drawing/2014/main" id="{0E98B458-A492-B741-3A3C-90F0BC756F23}"/>
                    </a:ext>
                  </a:extLst>
                </p:cNvPr>
                <p:cNvSpPr txBox="1"/>
                <p:nvPr/>
              </p:nvSpPr>
              <p:spPr>
                <a:xfrm>
                  <a:off x="3004639" y="3227053"/>
                  <a:ext cx="6595230" cy="6682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“a histopathological image showing </a:t>
                  </a:r>
                  <a:r>
                    <a:rPr lang="en-US" sz="1400" b="1" dirty="0"/>
                    <a:t>invasive ductal carcinoma”</a:t>
                  </a:r>
                  <a:endParaRPr lang="en-US" sz="1400" dirty="0"/>
                </a:p>
              </p:txBody>
            </p:sp>
            <p:sp>
              <p:nvSpPr>
                <p:cNvPr id="3409" name="TextBox 3408">
                  <a:extLst>
                    <a:ext uri="{FF2B5EF4-FFF2-40B4-BE49-F238E27FC236}">
                      <a16:creationId xmlns:a16="http://schemas.microsoft.com/office/drawing/2014/main" id="{82DC3A4D-21BC-7C6B-51DF-16EB0F94D7B5}"/>
                    </a:ext>
                  </a:extLst>
                </p:cNvPr>
                <p:cNvSpPr txBox="1"/>
                <p:nvPr/>
              </p:nvSpPr>
              <p:spPr>
                <a:xfrm>
                  <a:off x="3004639" y="3581114"/>
                  <a:ext cx="6859955" cy="6682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“a histopathological image showing </a:t>
                  </a:r>
                  <a:r>
                    <a:rPr lang="en-US" sz="1400" b="1" dirty="0"/>
                    <a:t>invasive lobular carcinoma”</a:t>
                  </a:r>
                </a:p>
              </p:txBody>
            </p:sp>
            <p:pic>
              <p:nvPicPr>
                <p:cNvPr id="3415" name="Graphic 3414" descr="Document outline">
                  <a:extLst>
                    <a:ext uri="{FF2B5EF4-FFF2-40B4-BE49-F238E27FC236}">
                      <a16:creationId xmlns:a16="http://schemas.microsoft.com/office/drawing/2014/main" id="{EE50E67E-2602-893C-32F8-10B7E2E2EC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97107" y="3365158"/>
                  <a:ext cx="355146" cy="392688"/>
                </a:xfrm>
                <a:prstGeom prst="rect">
                  <a:avLst/>
                </a:prstGeom>
              </p:spPr>
            </p:pic>
            <p:pic>
              <p:nvPicPr>
                <p:cNvPr id="3416" name="Graphic 3415" descr="Document outline">
                  <a:extLst>
                    <a:ext uri="{FF2B5EF4-FFF2-40B4-BE49-F238E27FC236}">
                      <a16:creationId xmlns:a16="http://schemas.microsoft.com/office/drawing/2014/main" id="{9FEC70BA-F335-29BE-9AFC-740571A964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797126" y="3725274"/>
                  <a:ext cx="355146" cy="392688"/>
                </a:xfrm>
                <a:prstGeom prst="rect">
                  <a:avLst/>
                </a:prstGeom>
              </p:spPr>
            </p:pic>
            <p:sp>
              <p:nvSpPr>
                <p:cNvPr id="3417" name="Rectangle: Rounded Corners 3416">
                  <a:extLst>
                    <a:ext uri="{FF2B5EF4-FFF2-40B4-BE49-F238E27FC236}">
                      <a16:creationId xmlns:a16="http://schemas.microsoft.com/office/drawing/2014/main" id="{CDD8779C-AF89-0C81-E331-F0B16139356B}"/>
                    </a:ext>
                  </a:extLst>
                </p:cNvPr>
                <p:cNvSpPr/>
                <p:nvPr/>
              </p:nvSpPr>
              <p:spPr>
                <a:xfrm>
                  <a:off x="2805228" y="3355593"/>
                  <a:ext cx="6694635" cy="753543"/>
                </a:xfrm>
                <a:prstGeom prst="roundRect">
                  <a:avLst>
                    <a:gd name="adj" fmla="val 0"/>
                  </a:avLst>
                </a:prstGeom>
                <a:noFill/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4320" name="Group 4319">
                <a:extLst>
                  <a:ext uri="{FF2B5EF4-FFF2-40B4-BE49-F238E27FC236}">
                    <a16:creationId xmlns:a16="http://schemas.microsoft.com/office/drawing/2014/main" id="{3B997497-3E64-CB62-8448-DB21F0D0E76D}"/>
                  </a:ext>
                </a:extLst>
              </p:cNvPr>
              <p:cNvGrpSpPr/>
              <p:nvPr/>
            </p:nvGrpSpPr>
            <p:grpSpPr>
              <a:xfrm>
                <a:off x="-11844" y="5009273"/>
                <a:ext cx="6142818" cy="1465098"/>
                <a:chOff x="-11844" y="5009273"/>
                <a:chExt cx="6142818" cy="1465098"/>
              </a:xfrm>
            </p:grpSpPr>
            <p:sp>
              <p:nvSpPr>
                <p:cNvPr id="3587" name="TextBox 3586">
                  <a:extLst>
                    <a:ext uri="{FF2B5EF4-FFF2-40B4-BE49-F238E27FC236}">
                      <a16:creationId xmlns:a16="http://schemas.microsoft.com/office/drawing/2014/main" id="{18695ECA-A6F6-13C5-6B36-3A4F9D2EBF5B}"/>
                    </a:ext>
                  </a:extLst>
                </p:cNvPr>
                <p:cNvSpPr txBox="1"/>
                <p:nvPr/>
              </p:nvSpPr>
              <p:spPr>
                <a:xfrm>
                  <a:off x="4321606" y="5610073"/>
                  <a:ext cx="664127" cy="5402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803" dirty="0"/>
                    <a:t>…</a:t>
                  </a:r>
                </a:p>
              </p:txBody>
            </p:sp>
            <p:sp>
              <p:nvSpPr>
                <p:cNvPr id="3588" name="TextBox 3587">
                  <a:extLst>
                    <a:ext uri="{FF2B5EF4-FFF2-40B4-BE49-F238E27FC236}">
                      <a16:creationId xmlns:a16="http://schemas.microsoft.com/office/drawing/2014/main" id="{43AB5799-B3FA-675E-12DD-F50EBBD9F702}"/>
                    </a:ext>
                  </a:extLst>
                </p:cNvPr>
                <p:cNvSpPr txBox="1"/>
                <p:nvPr/>
              </p:nvSpPr>
              <p:spPr>
                <a:xfrm>
                  <a:off x="4343295" y="5009273"/>
                  <a:ext cx="664127" cy="5402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803" dirty="0"/>
                    <a:t>…</a:t>
                  </a:r>
                </a:p>
              </p:txBody>
            </p:sp>
            <p:grpSp>
              <p:nvGrpSpPr>
                <p:cNvPr id="3622" name="Group 3621">
                  <a:extLst>
                    <a:ext uri="{FF2B5EF4-FFF2-40B4-BE49-F238E27FC236}">
                      <a16:creationId xmlns:a16="http://schemas.microsoft.com/office/drawing/2014/main" id="{B28F6756-0935-023B-E52C-8542C24119E1}"/>
                    </a:ext>
                  </a:extLst>
                </p:cNvPr>
                <p:cNvGrpSpPr/>
                <p:nvPr/>
              </p:nvGrpSpPr>
              <p:grpSpPr>
                <a:xfrm>
                  <a:off x="3008232" y="5614416"/>
                  <a:ext cx="745899" cy="851198"/>
                  <a:chOff x="3670637" y="-58013"/>
                  <a:chExt cx="1479436" cy="1831312"/>
                </a:xfrm>
              </p:grpSpPr>
              <p:grpSp>
                <p:nvGrpSpPr>
                  <p:cNvPr id="3641" name="Group 3640">
                    <a:extLst>
                      <a:ext uri="{FF2B5EF4-FFF2-40B4-BE49-F238E27FC236}">
                        <a16:creationId xmlns:a16="http://schemas.microsoft.com/office/drawing/2014/main" id="{E02C639B-E037-17C9-621E-0AF007A86022}"/>
                      </a:ext>
                    </a:extLst>
                  </p:cNvPr>
                  <p:cNvGrpSpPr/>
                  <p:nvPr/>
                </p:nvGrpSpPr>
                <p:grpSpPr>
                  <a:xfrm>
                    <a:off x="3682747" y="-58013"/>
                    <a:ext cx="1467326" cy="1388255"/>
                    <a:chOff x="5197563" y="3524488"/>
                    <a:chExt cx="1068998" cy="1125689"/>
                  </a:xfrm>
                </p:grpSpPr>
                <p:pic>
                  <p:nvPicPr>
                    <p:cNvPr id="3643" name="Picture 3642">
                      <a:extLst>
                        <a:ext uri="{FF2B5EF4-FFF2-40B4-BE49-F238E27FC236}">
                          <a16:creationId xmlns:a16="http://schemas.microsoft.com/office/drawing/2014/main" id="{15F5A46F-0407-E4AC-D6C7-150DDB4CF80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3"/>
                    <a:stretch/>
                  </p:blipFill>
                  <p:spPr>
                    <a:xfrm>
                      <a:off x="5277759" y="3630632"/>
                      <a:ext cx="556866" cy="1019545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644" name="Graphic 3643">
                      <a:extLst>
                        <a:ext uri="{FF2B5EF4-FFF2-40B4-BE49-F238E27FC236}">
                          <a16:creationId xmlns:a16="http://schemas.microsoft.com/office/drawing/2014/main" id="{51F1CC36-D5B7-8903-230C-F090742094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4"/>
                        </a:ext>
                      </a:extLst>
                    </a:blip>
                    <a:srcRect l="6193" t="8274" r="7788" b="21006"/>
                    <a:stretch>
                      <a:fillRect/>
                    </a:stretch>
                  </p:blipFill>
                  <p:spPr>
                    <a:xfrm>
                      <a:off x="5630454" y="4015923"/>
                      <a:ext cx="469959" cy="474185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645" name="Graphic 3644" descr="Database outline">
                      <a:extLst>
                        <a:ext uri="{FF2B5EF4-FFF2-40B4-BE49-F238E27FC236}">
                          <a16:creationId xmlns:a16="http://schemas.microsoft.com/office/drawing/2014/main" id="{A84390E5-B0B9-B39E-C785-26247D28B3F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5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709694" y="3524488"/>
                      <a:ext cx="556867" cy="556867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646" name="Rectangle: Rounded Corners 3645">
                      <a:extLst>
                        <a:ext uri="{FF2B5EF4-FFF2-40B4-BE49-F238E27FC236}">
                          <a16:creationId xmlns:a16="http://schemas.microsoft.com/office/drawing/2014/main" id="{1BD4029F-D3F5-B0AB-5F37-5FE70A3630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197563" y="3776836"/>
                      <a:ext cx="894026" cy="717187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42" name="TextBox 3641">
                        <a:extLst>
                          <a:ext uri="{FF2B5EF4-FFF2-40B4-BE49-F238E27FC236}">
                            <a16:creationId xmlns:a16="http://schemas.microsoft.com/office/drawing/2014/main" id="{D0771D2A-29D6-B522-B036-7C63B93FB23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670637" y="1025901"/>
                        <a:ext cx="1142230" cy="7473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𝑡𝑟𝑎𝑖𝑛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500" i="1" dirty="0"/>
                      </a:p>
                    </p:txBody>
                  </p:sp>
                </mc:Choice>
                <mc:Fallback xmlns="">
                  <p:sp>
                    <p:nvSpPr>
                      <p:cNvPr id="3642" name="TextBox 3641">
                        <a:extLst>
                          <a:ext uri="{FF2B5EF4-FFF2-40B4-BE49-F238E27FC236}">
                            <a16:creationId xmlns:a16="http://schemas.microsoft.com/office/drawing/2014/main" id="{08B50494-CE1A-450A-09CB-21BE274BAF1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670637" y="1025901"/>
                        <a:ext cx="1142230" cy="747398"/>
                      </a:xfrm>
                      <a:prstGeom prst="rect">
                        <a:avLst/>
                      </a:prstGeom>
                      <a:blipFill>
                        <a:blip r:embed="rId36"/>
                        <a:stretch>
                          <a:fillRect r="-1383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652" name="Group 3651">
                  <a:extLst>
                    <a:ext uri="{FF2B5EF4-FFF2-40B4-BE49-F238E27FC236}">
                      <a16:creationId xmlns:a16="http://schemas.microsoft.com/office/drawing/2014/main" id="{6237B4F7-7E0E-A920-79DC-ED59373DD0AE}"/>
                    </a:ext>
                  </a:extLst>
                </p:cNvPr>
                <p:cNvGrpSpPr/>
                <p:nvPr/>
              </p:nvGrpSpPr>
              <p:grpSpPr>
                <a:xfrm>
                  <a:off x="1542983" y="5614416"/>
                  <a:ext cx="748113" cy="848899"/>
                  <a:chOff x="1730809" y="-54864"/>
                  <a:chExt cx="1483827" cy="1826360"/>
                </a:xfrm>
              </p:grpSpPr>
              <p:grpSp>
                <p:nvGrpSpPr>
                  <p:cNvPr id="3670" name="Group 3669">
                    <a:extLst>
                      <a:ext uri="{FF2B5EF4-FFF2-40B4-BE49-F238E27FC236}">
                        <a16:creationId xmlns:a16="http://schemas.microsoft.com/office/drawing/2014/main" id="{3023335B-1BD5-7CB8-B75A-E7E7B4AC54C6}"/>
                      </a:ext>
                    </a:extLst>
                  </p:cNvPr>
                  <p:cNvGrpSpPr/>
                  <p:nvPr/>
                </p:nvGrpSpPr>
                <p:grpSpPr>
                  <a:xfrm>
                    <a:off x="1763714" y="-54864"/>
                    <a:ext cx="1450922" cy="1186605"/>
                    <a:chOff x="3337173" y="3465771"/>
                    <a:chExt cx="1076233" cy="977213"/>
                  </a:xfrm>
                </p:grpSpPr>
                <p:pic>
                  <p:nvPicPr>
                    <p:cNvPr id="3672" name="Graphic 3671" descr="Database outline">
                      <a:extLst>
                        <a:ext uri="{FF2B5EF4-FFF2-40B4-BE49-F238E27FC236}">
                          <a16:creationId xmlns:a16="http://schemas.microsoft.com/office/drawing/2014/main" id="{54CCE551-A131-5788-27A2-0C6CEC21F48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856538" y="3465771"/>
                      <a:ext cx="556868" cy="556867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673" name="Rectangle: Rounded Corners 3672">
                      <a:extLst>
                        <a:ext uri="{FF2B5EF4-FFF2-40B4-BE49-F238E27FC236}">
                          <a16:creationId xmlns:a16="http://schemas.microsoft.com/office/drawing/2014/main" id="{0ECDABB4-8843-DB7D-5425-25049DE05C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4407" y="3725798"/>
                      <a:ext cx="894026" cy="717186"/>
                    </a:xfrm>
                    <a:prstGeom prst="roundRect">
                      <a:avLst/>
                    </a:prstGeom>
                    <a:noFill/>
                    <a:ln>
                      <a:solidFill>
                        <a:schemeClr val="accent4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pic>
                  <p:nvPicPr>
                    <p:cNvPr id="3674" name="Picture 3673">
                      <a:extLst>
                        <a:ext uri="{FF2B5EF4-FFF2-40B4-BE49-F238E27FC236}">
                          <a16:creationId xmlns:a16="http://schemas.microsoft.com/office/drawing/2014/main" id="{B854EDCC-2E32-8A55-5C67-FBA9748CD5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8"/>
                    <a:stretch/>
                  </p:blipFill>
                  <p:spPr>
                    <a:xfrm>
                      <a:off x="3337173" y="3719021"/>
                      <a:ext cx="901260" cy="714699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675" name="Graphic 3674">
                      <a:extLst>
                        <a:ext uri="{FF2B5EF4-FFF2-40B4-BE49-F238E27FC236}">
                          <a16:creationId xmlns:a16="http://schemas.microsoft.com/office/drawing/2014/main" id="{14C7F338-AF01-2328-291E-F818CEA1E4C0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9"/>
                        </a:ext>
                      </a:extLst>
                    </a:blip>
                    <a:srcRect t="8540" b="17386"/>
                    <a:stretch>
                      <a:fillRect/>
                    </a:stretch>
                  </p:blipFill>
                  <p:spPr>
                    <a:xfrm>
                      <a:off x="3717724" y="3967131"/>
                      <a:ext cx="520706" cy="473370"/>
                    </a:xfrm>
                    <a:prstGeom prst="rect">
                      <a:avLst/>
                    </a:prstGeom>
                  </p:spPr>
                </p:pic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71" name="TextBox 3670">
                        <a:extLst>
                          <a:ext uri="{FF2B5EF4-FFF2-40B4-BE49-F238E27FC236}">
                            <a16:creationId xmlns:a16="http://schemas.microsoft.com/office/drawing/2014/main" id="{AE0DBFD4-0688-C674-E9B6-1D7F8491326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30809" y="1026661"/>
                        <a:ext cx="1121864" cy="74483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𝑡𝑟𝑎𝑖𝑛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500" i="1" dirty="0"/>
                      </a:p>
                    </p:txBody>
                  </p:sp>
                </mc:Choice>
                <mc:Fallback xmlns="">
                  <p:sp>
                    <p:nvSpPr>
                      <p:cNvPr id="3671" name="TextBox 3670">
                        <a:extLst>
                          <a:ext uri="{FF2B5EF4-FFF2-40B4-BE49-F238E27FC236}">
                            <a16:creationId xmlns:a16="http://schemas.microsoft.com/office/drawing/2014/main" id="{BD0B5BA4-691C-1691-7522-77DB1019FCD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30809" y="1026661"/>
                        <a:ext cx="1121864" cy="744835"/>
                      </a:xfrm>
                      <a:prstGeom prst="rect">
                        <a:avLst/>
                      </a:prstGeom>
                      <a:blipFill>
                        <a:blip r:embed="rId40"/>
                        <a:stretch>
                          <a:fillRect r="-150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047112E4-BEBF-577E-59F9-393EEEC2088C}"/>
                    </a:ext>
                  </a:extLst>
                </p:cNvPr>
                <p:cNvGrpSpPr/>
                <p:nvPr/>
              </p:nvGrpSpPr>
              <p:grpSpPr>
                <a:xfrm>
                  <a:off x="2243172" y="5897880"/>
                  <a:ext cx="485369" cy="355141"/>
                  <a:chOff x="3061722" y="5671024"/>
                  <a:chExt cx="485369" cy="355141"/>
                </a:xfrm>
              </p:grpSpPr>
              <p:grpSp>
                <p:nvGrpSpPr>
                  <p:cNvPr id="3651" name="Group 3650">
                    <a:extLst>
                      <a:ext uri="{FF2B5EF4-FFF2-40B4-BE49-F238E27FC236}">
                        <a16:creationId xmlns:a16="http://schemas.microsoft.com/office/drawing/2014/main" id="{29DB9C22-720B-F723-E79D-400AC407C928}"/>
                      </a:ext>
                    </a:extLst>
                  </p:cNvPr>
                  <p:cNvGrpSpPr/>
                  <p:nvPr/>
                </p:nvGrpSpPr>
                <p:grpSpPr>
                  <a:xfrm>
                    <a:off x="3061722" y="5671024"/>
                    <a:ext cx="168102" cy="234190"/>
                    <a:chOff x="6055360" y="287542"/>
                    <a:chExt cx="233303" cy="350100"/>
                  </a:xfrm>
                </p:grpSpPr>
                <p:pic>
                  <p:nvPicPr>
                    <p:cNvPr id="3676" name="Graphic 3675" descr="Document outline">
                      <a:extLst>
                        <a:ext uri="{FF2B5EF4-FFF2-40B4-BE49-F238E27FC236}">
                          <a16:creationId xmlns:a16="http://schemas.microsoft.com/office/drawing/2014/main" id="{1FEF2DD4-54AA-D390-8CB7-42D9F24848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055360" y="291935"/>
                      <a:ext cx="233303" cy="18033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677" name="Graphic 3676" descr="Document outline">
                      <a:extLst>
                        <a:ext uri="{FF2B5EF4-FFF2-40B4-BE49-F238E27FC236}">
                          <a16:creationId xmlns:a16="http://schemas.microsoft.com/office/drawing/2014/main" id="{AD0D37D1-000A-92CE-4307-F6A6EDBB7F7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3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055360" y="457309"/>
                      <a:ext cx="233303" cy="180333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678" name="Rectangle: Rounded Corners 3677">
                      <a:extLst>
                        <a:ext uri="{FF2B5EF4-FFF2-40B4-BE49-F238E27FC236}">
                          <a16:creationId xmlns:a16="http://schemas.microsoft.com/office/drawing/2014/main" id="{185DB941-62BA-16C8-7BBF-67C0BC032B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8876" y="287542"/>
                      <a:ext cx="188574" cy="346048"/>
                    </a:xfrm>
                    <a:prstGeom prst="roundRect">
                      <a:avLst>
                        <a:gd name="adj" fmla="val 0"/>
                      </a:avLst>
                    </a:prstGeom>
                    <a:noFill/>
                    <a:ln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58" name="TextBox 3657">
                        <a:extLst>
                          <a:ext uri="{FF2B5EF4-FFF2-40B4-BE49-F238E27FC236}">
                            <a16:creationId xmlns:a16="http://schemas.microsoft.com/office/drawing/2014/main" id="{F879C96D-5070-D5F0-A5EC-35FEE522E8E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150773" y="5692002"/>
                        <a:ext cx="396318" cy="334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sz="15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p>
                                  <m:r>
                                    <a:rPr lang="en-US" sz="15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a:rPr lang="en-US" sz="1500" i="1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,2</m:t>
                                  </m:r>
                                </m:sup>
                              </m:sSup>
                            </m:oMath>
                          </m:oMathPara>
                        </a14:m>
                        <a:endParaRPr lang="en-US" sz="1500" i="1" dirty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58" name="TextBox 3657">
                        <a:extLst>
                          <a:ext uri="{FF2B5EF4-FFF2-40B4-BE49-F238E27FC236}">
                            <a16:creationId xmlns:a16="http://schemas.microsoft.com/office/drawing/2014/main" id="{4B6964A5-B2EB-B5D8-8063-6892A545FA8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150773" y="5692002"/>
                        <a:ext cx="396318" cy="334163"/>
                      </a:xfrm>
                      <a:prstGeom prst="rect">
                        <a:avLst/>
                      </a:prstGeom>
                      <a:blipFill>
                        <a:blip r:embed="rId41"/>
                        <a:stretch>
                          <a:fillRect r="-16923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63D137BE-B31C-A2DB-CF4B-DDEAE6BA86B9}"/>
                    </a:ext>
                  </a:extLst>
                </p:cNvPr>
                <p:cNvGrpSpPr/>
                <p:nvPr/>
              </p:nvGrpSpPr>
              <p:grpSpPr>
                <a:xfrm>
                  <a:off x="2237689" y="5312677"/>
                  <a:ext cx="587483" cy="465774"/>
                  <a:chOff x="5158455" y="5476843"/>
                  <a:chExt cx="815347" cy="696301"/>
                </a:xfrm>
              </p:grpSpPr>
              <p:grpSp>
                <p:nvGrpSpPr>
                  <p:cNvPr id="3656" name="Group 3655">
                    <a:extLst>
                      <a:ext uri="{FF2B5EF4-FFF2-40B4-BE49-F238E27FC236}">
                        <a16:creationId xmlns:a16="http://schemas.microsoft.com/office/drawing/2014/main" id="{81F31757-59D4-14BD-C0C7-025BA9FDC744}"/>
                      </a:ext>
                    </a:extLst>
                  </p:cNvPr>
                  <p:cNvGrpSpPr/>
                  <p:nvPr/>
                </p:nvGrpSpPr>
                <p:grpSpPr>
                  <a:xfrm>
                    <a:off x="5158455" y="5658231"/>
                    <a:ext cx="815347" cy="514913"/>
                    <a:chOff x="7519772" y="1024128"/>
                    <a:chExt cx="815347" cy="514913"/>
                  </a:xfrm>
                </p:grpSpPr>
                <p:grpSp>
                  <p:nvGrpSpPr>
                    <p:cNvPr id="3663" name="Group 3662">
                      <a:extLst>
                        <a:ext uri="{FF2B5EF4-FFF2-40B4-BE49-F238E27FC236}">
                          <a16:creationId xmlns:a16="http://schemas.microsoft.com/office/drawing/2014/main" id="{95E51CD0-F57D-4D2E-B993-B4A4E4295D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519772" y="1024128"/>
                      <a:ext cx="345427" cy="327404"/>
                      <a:chOff x="9294411" y="630616"/>
                      <a:chExt cx="351563" cy="473848"/>
                    </a:xfrm>
                  </p:grpSpPr>
                  <p:sp>
                    <p:nvSpPr>
                      <p:cNvPr id="3665" name="Cube 3664">
                        <a:extLst>
                          <a:ext uri="{FF2B5EF4-FFF2-40B4-BE49-F238E27FC236}">
                            <a16:creationId xmlns:a16="http://schemas.microsoft.com/office/drawing/2014/main" id="{0B36FFA5-BE36-F7A5-9D92-8C6B42F845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43744" y="690253"/>
                        <a:ext cx="264757" cy="152593"/>
                      </a:xfrm>
                      <a:prstGeom prst="cube">
                        <a:avLst>
                          <a:gd name="adj" fmla="val 52933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3666" name="Cube 3665">
                        <a:extLst>
                          <a:ext uri="{FF2B5EF4-FFF2-40B4-BE49-F238E27FC236}">
                            <a16:creationId xmlns:a16="http://schemas.microsoft.com/office/drawing/2014/main" id="{AC625685-80EC-740E-A0BA-0DCE837E2F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43744" y="907365"/>
                        <a:ext cx="264757" cy="152593"/>
                      </a:xfrm>
                      <a:prstGeom prst="cube">
                        <a:avLst>
                          <a:gd name="adj" fmla="val 52933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sp>
                    <p:nvSpPr>
                      <p:cNvPr id="3667" name="Rectangle: Rounded Corners 3666">
                        <a:extLst>
                          <a:ext uri="{FF2B5EF4-FFF2-40B4-BE49-F238E27FC236}">
                            <a16:creationId xmlns:a16="http://schemas.microsoft.com/office/drawing/2014/main" id="{3984D81A-D4B9-9387-D76C-6F50646915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94411" y="630616"/>
                        <a:ext cx="351563" cy="473848"/>
                      </a:xfrm>
                      <a:prstGeom prst="roundRect">
                        <a:avLst/>
                      </a:prstGeom>
                      <a:noFill/>
                      <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664" name="TextBox 3663">
                          <a:extLst>
                            <a:ext uri="{FF2B5EF4-FFF2-40B4-BE49-F238E27FC236}">
                              <a16:creationId xmlns:a16="http://schemas.microsoft.com/office/drawing/2014/main" id="{7642FFCE-60FA-0ED6-0792-EA4BED1B5670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785083" y="1039488"/>
                          <a:ext cx="550036" cy="4995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en-US" sz="1500" i="1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500" i="1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p>
                                    <m:r>
                                      <a:rPr lang="en-US" sz="1500" i="1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en-US" sz="1500" i="1">
                                        <a:solidFill>
                                          <a:schemeClr val="accent1">
                                            <a:lumMod val="60000"/>
                                            <a:lumOff val="4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500" i="1" dirty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664" name="TextBox 3663">
                          <a:extLst>
                            <a:ext uri="{FF2B5EF4-FFF2-40B4-BE49-F238E27FC236}">
                              <a16:creationId xmlns:a16="http://schemas.microsoft.com/office/drawing/2014/main" id="{7A2C1650-E314-16FC-034E-DFC5C7D7395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785083" y="1039488"/>
                          <a:ext cx="550036" cy="499553"/>
                        </a:xfrm>
                        <a:prstGeom prst="rect">
                          <a:avLst/>
                        </a:prstGeom>
                        <a:blipFill>
                          <a:blip r:embed="rId42"/>
                          <a:stretch>
                            <a:fillRect r="-18462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pic>
                <p:nvPicPr>
                  <p:cNvPr id="3742" name="Graphic 3741" descr="Snowflake outline">
                    <a:extLst>
                      <a:ext uri="{FF2B5EF4-FFF2-40B4-BE49-F238E27FC236}">
                        <a16:creationId xmlns:a16="http://schemas.microsoft.com/office/drawing/2014/main" id="{9442341F-D77C-DF8E-654E-53881B6545D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43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235896" y="5476843"/>
                    <a:ext cx="420372" cy="383997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3680" name="Group 3679">
                  <a:extLst>
                    <a:ext uri="{FF2B5EF4-FFF2-40B4-BE49-F238E27FC236}">
                      <a16:creationId xmlns:a16="http://schemas.microsoft.com/office/drawing/2014/main" id="{8205BDF7-6353-D2B5-9B88-35DC52B982C0}"/>
                    </a:ext>
                  </a:extLst>
                </p:cNvPr>
                <p:cNvGrpSpPr/>
                <p:nvPr/>
              </p:nvGrpSpPr>
              <p:grpSpPr>
                <a:xfrm>
                  <a:off x="57017" y="5615042"/>
                  <a:ext cx="721306" cy="848329"/>
                  <a:chOff x="37734" y="-54863"/>
                  <a:chExt cx="1430659" cy="1825135"/>
                </a:xfrm>
              </p:grpSpPr>
              <p:grpSp>
                <p:nvGrpSpPr>
                  <p:cNvPr id="3698" name="Group 3697">
                    <a:extLst>
                      <a:ext uri="{FF2B5EF4-FFF2-40B4-BE49-F238E27FC236}">
                        <a16:creationId xmlns:a16="http://schemas.microsoft.com/office/drawing/2014/main" id="{2D685F03-191B-BB25-62A1-F29B620266A7}"/>
                      </a:ext>
                    </a:extLst>
                  </p:cNvPr>
                  <p:cNvGrpSpPr/>
                  <p:nvPr/>
                </p:nvGrpSpPr>
                <p:grpSpPr>
                  <a:xfrm>
                    <a:off x="51273" y="-54863"/>
                    <a:ext cx="1417120" cy="1226963"/>
                    <a:chOff x="2634033" y="2824600"/>
                    <a:chExt cx="1078596" cy="1008260"/>
                  </a:xfrm>
                </p:grpSpPr>
                <p:grpSp>
                  <p:nvGrpSpPr>
                    <p:cNvPr id="3700" name="Group 3699">
                      <a:extLst>
                        <a:ext uri="{FF2B5EF4-FFF2-40B4-BE49-F238E27FC236}">
                          <a16:creationId xmlns:a16="http://schemas.microsoft.com/office/drawing/2014/main" id="{DDF17524-E67E-A4AF-92C3-549CC3330F5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634033" y="3082509"/>
                      <a:ext cx="894028" cy="750351"/>
                      <a:chOff x="2634032" y="3106961"/>
                      <a:chExt cx="994229" cy="949615"/>
                    </a:xfrm>
                  </p:grpSpPr>
                  <p:pic>
                    <p:nvPicPr>
                      <p:cNvPr id="3702" name="Picture 3701">
                        <a:extLst>
                          <a:ext uri="{FF2B5EF4-FFF2-40B4-BE49-F238E27FC236}">
                            <a16:creationId xmlns:a16="http://schemas.microsoft.com/office/drawing/2014/main" id="{232171A9-E555-7769-7222-A4CE863FA1C9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44"/>
                      <a:stretch/>
                    </p:blipFill>
                    <p:spPr>
                      <a:xfrm>
                        <a:off x="2634033" y="3148933"/>
                        <a:ext cx="994228" cy="907643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3703" name="Rectangle: Rounded Corners 3702">
                        <a:extLst>
                          <a:ext uri="{FF2B5EF4-FFF2-40B4-BE49-F238E27FC236}">
                            <a16:creationId xmlns:a16="http://schemas.microsoft.com/office/drawing/2014/main" id="{C6569A03-1014-B6C4-DD55-1A4A0F390A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634032" y="3106961"/>
                        <a:ext cx="994227" cy="907644"/>
                      </a:xfrm>
                      <a:prstGeom prst="round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  <p:pic>
                    <p:nvPicPr>
                      <p:cNvPr id="3704" name="Graphic 3703">
                        <a:extLst>
                          <a:ext uri="{FF2B5EF4-FFF2-40B4-BE49-F238E27FC236}">
                            <a16:creationId xmlns:a16="http://schemas.microsoft.com/office/drawing/2014/main" id="{4F4430EA-E79B-252D-4045-C35B07C5A0DF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45"/>
                          </a:ext>
                        </a:extLst>
                      </a:blip>
                      <a:srcRect l="19210" t="27108" r="16000" b="47336"/>
                      <a:stretch>
                        <a:fillRect/>
                      </a:stretch>
                    </p:blipFill>
                    <p:spPr>
                      <a:xfrm>
                        <a:off x="3011134" y="3710333"/>
                        <a:ext cx="617126" cy="304272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3701" name="Graphic 3700" descr="Database outline">
                      <a:extLst>
                        <a:ext uri="{FF2B5EF4-FFF2-40B4-BE49-F238E27FC236}">
                          <a16:creationId xmlns:a16="http://schemas.microsoft.com/office/drawing/2014/main" id="{8565D1A7-54A0-F740-9062-B0002E96E9B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155762" y="2824600"/>
                      <a:ext cx="556867" cy="556867"/>
                    </a:xfrm>
                    <a:prstGeom prst="rect">
                      <a:avLst/>
                    </a:prstGeom>
                  </p:spPr>
                </p:pic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99" name="TextBox 3698">
                        <a:extLst>
                          <a:ext uri="{FF2B5EF4-FFF2-40B4-BE49-F238E27FC236}">
                            <a16:creationId xmlns:a16="http://schemas.microsoft.com/office/drawing/2014/main" id="{52329AE0-BB9B-0410-A19C-2BC9FFF2386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7734" y="1026575"/>
                        <a:ext cx="1093327" cy="74369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latin typeface="Cambria Math" panose="02040503050406030204" pitchFamily="18" charset="0"/>
                                    </a:rPr>
                                    <m:t>𝑡𝑟𝑎𝑖𝑛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lang="en-US" sz="1500" i="1" dirty="0"/>
                      </a:p>
                    </p:txBody>
                  </p:sp>
                </mc:Choice>
                <mc:Fallback xmlns="">
                  <p:sp>
                    <p:nvSpPr>
                      <p:cNvPr id="3699" name="TextBox 3698">
                        <a:extLst>
                          <a:ext uri="{FF2B5EF4-FFF2-40B4-BE49-F238E27FC236}">
                            <a16:creationId xmlns:a16="http://schemas.microsoft.com/office/drawing/2014/main" id="{5E3F79BF-685D-FB97-028A-37CCDEE60DE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7734" y="1026575"/>
                        <a:ext cx="1093327" cy="743697"/>
                      </a:xfrm>
                      <a:prstGeom prst="rect">
                        <a:avLst/>
                      </a:prstGeom>
                      <a:blipFill>
                        <a:blip r:embed="rId47"/>
                        <a:stretch>
                          <a:fillRect r="-18889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9EC212B8-5E14-EB70-880E-9CE9704000C7}"/>
                    </a:ext>
                  </a:extLst>
                </p:cNvPr>
                <p:cNvGrpSpPr/>
                <p:nvPr/>
              </p:nvGrpSpPr>
              <p:grpSpPr>
                <a:xfrm>
                  <a:off x="-11844" y="5057742"/>
                  <a:ext cx="581919" cy="702632"/>
                  <a:chOff x="-11844" y="5057742"/>
                  <a:chExt cx="581919" cy="702632"/>
                </a:xfrm>
              </p:grpSpPr>
              <p:sp>
                <p:nvSpPr>
                  <p:cNvPr id="3681" name="Arrow: Right 3680">
                    <a:extLst>
                      <a:ext uri="{FF2B5EF4-FFF2-40B4-BE49-F238E27FC236}">
                        <a16:creationId xmlns:a16="http://schemas.microsoft.com/office/drawing/2014/main" id="{A9EFD8A5-97DE-C34C-92D2-979D4110167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05318" y="5546454"/>
                    <a:ext cx="257939" cy="116308"/>
                  </a:xfrm>
                  <a:prstGeom prst="rightArrow">
                    <a:avLst>
                      <a:gd name="adj1" fmla="val 50000"/>
                      <a:gd name="adj2" fmla="val 47899"/>
                    </a:avLst>
                  </a:prstGeom>
                  <a:gradFill>
                    <a:gsLst>
                      <a:gs pos="0">
                        <a:schemeClr val="accent1">
                          <a:lumMod val="75000"/>
                        </a:schemeClr>
                      </a:gs>
                      <a:gs pos="90000">
                        <a:schemeClr val="bg2"/>
                      </a:gs>
                    </a:gsLst>
                    <a:path path="circle">
                      <a:fillToRect l="100000" b="100000"/>
                    </a:path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3682" name="Group 3681">
                    <a:extLst>
                      <a:ext uri="{FF2B5EF4-FFF2-40B4-BE49-F238E27FC236}">
                        <a16:creationId xmlns:a16="http://schemas.microsoft.com/office/drawing/2014/main" id="{8248BA44-044E-20F8-5B1D-9523E388B64F}"/>
                      </a:ext>
                    </a:extLst>
                  </p:cNvPr>
                  <p:cNvGrpSpPr/>
                  <p:nvPr/>
                </p:nvGrpSpPr>
                <p:grpSpPr>
                  <a:xfrm>
                    <a:off x="141419" y="5057742"/>
                    <a:ext cx="428656" cy="513651"/>
                    <a:chOff x="5533022" y="1086104"/>
                    <a:chExt cx="594916" cy="7678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696" name="TextBox 3695">
                          <a:extLst>
                            <a:ext uri="{FF2B5EF4-FFF2-40B4-BE49-F238E27FC236}">
                              <a16:creationId xmlns:a16="http://schemas.microsoft.com/office/drawing/2014/main" id="{269D8810-0034-111D-C93C-5285F912060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i="1" dirty="0">
                            <a:solidFill>
                              <a:srgbClr val="390AE4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696" name="TextBox 3695">
                          <a:extLst>
                            <a:ext uri="{FF2B5EF4-FFF2-40B4-BE49-F238E27FC236}">
                              <a16:creationId xmlns:a16="http://schemas.microsoft.com/office/drawing/2014/main" id="{D8BE1598-D743-DA41-784D-F8CB05C7217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blipFill>
                          <a:blip r:embed="rId48"/>
                          <a:stretch>
                            <a:fillRect l="-4348" r="-58696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pic>
                  <p:nvPicPr>
                    <p:cNvPr id="3697" name="Picture 3696">
                      <a:extLst>
                        <a:ext uri="{FF2B5EF4-FFF2-40B4-BE49-F238E27FC236}">
                          <a16:creationId xmlns:a16="http://schemas.microsoft.com/office/drawing/2014/main" id="{414F70C9-A833-2016-8A2D-D128DA69285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9"/>
                    <a:stretch/>
                  </p:blipFill>
                  <p:spPr>
                    <a:xfrm>
                      <a:off x="5811572" y="1086104"/>
                      <a:ext cx="316366" cy="315902"/>
                    </a:xfrm>
                    <a:prstGeom prst="rect">
                      <a:avLst/>
                    </a:prstGeom>
                  </p:spPr>
                </p:pic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84" name="TextBox 3683">
                        <a:extLst>
                          <a:ext uri="{FF2B5EF4-FFF2-40B4-BE49-F238E27FC236}">
                            <a16:creationId xmlns:a16="http://schemas.microsoft.com/office/drawing/2014/main" id="{7176BE6C-4F62-9A55-3665-6F0C60AA1FC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5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84" name="TextBox 3683">
                        <a:extLst>
                          <a:ext uri="{FF2B5EF4-FFF2-40B4-BE49-F238E27FC236}">
                            <a16:creationId xmlns:a16="http://schemas.microsoft.com/office/drawing/2014/main" id="{7B5C236E-8568-ADD9-3D1F-484249EAD13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blipFill>
                        <a:blip r:embed="rId50"/>
                        <a:stretch>
                          <a:fillRect r="-95652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09E88855-85FD-3B21-E50A-134702E92555}"/>
                    </a:ext>
                  </a:extLst>
                </p:cNvPr>
                <p:cNvGrpSpPr/>
                <p:nvPr/>
              </p:nvGrpSpPr>
              <p:grpSpPr>
                <a:xfrm>
                  <a:off x="678677" y="5308552"/>
                  <a:ext cx="618245" cy="939742"/>
                  <a:chOff x="678677" y="5308552"/>
                  <a:chExt cx="618245" cy="939742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74E1C20D-977E-3E01-0E8D-9056C4A38379}"/>
                      </a:ext>
                    </a:extLst>
                  </p:cNvPr>
                  <p:cNvGrpSpPr/>
                  <p:nvPr/>
                </p:nvGrpSpPr>
                <p:grpSpPr>
                  <a:xfrm>
                    <a:off x="678677" y="5670021"/>
                    <a:ext cx="486491" cy="303522"/>
                    <a:chOff x="678677" y="5670021"/>
                    <a:chExt cx="486491" cy="303522"/>
                  </a:xfrm>
                </p:grpSpPr>
                <p:sp>
                  <p:nvSpPr>
                    <p:cNvPr id="3687" name="Arrow: Circular 3686">
                      <a:extLst>
                        <a:ext uri="{FF2B5EF4-FFF2-40B4-BE49-F238E27FC236}">
                          <a16:creationId xmlns:a16="http://schemas.microsoft.com/office/drawing/2014/main" id="{7CF9E7CE-0CD8-4B22-B564-3E57A3C49F8E}"/>
                        </a:ext>
                      </a:extLst>
                    </p:cNvPr>
                    <p:cNvSpPr/>
                    <p:nvPr/>
                  </p:nvSpPr>
                  <p:spPr>
                    <a:xfrm rot="6882931" flipH="1">
                      <a:off x="703541" y="5645157"/>
                      <a:ext cx="303522" cy="353249"/>
                    </a:xfrm>
                    <a:prstGeom prst="circularArrow">
                      <a:avLst>
                        <a:gd name="adj1" fmla="val 15315"/>
                        <a:gd name="adj2" fmla="val 1051935"/>
                        <a:gd name="adj3" fmla="val 20543810"/>
                        <a:gd name="adj4" fmla="val 13949823"/>
                        <a:gd name="adj5" fmla="val 12500"/>
                      </a:avLst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p:txBody>
                </p:sp>
                <p:grpSp>
                  <p:nvGrpSpPr>
                    <p:cNvPr id="3688" name="Group 3687">
                      <a:extLst>
                        <a:ext uri="{FF2B5EF4-FFF2-40B4-BE49-F238E27FC236}">
                          <a16:creationId xmlns:a16="http://schemas.microsoft.com/office/drawing/2014/main" id="{06D90D00-FD18-59DD-C7BB-FB5F600A51A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75210" y="5731099"/>
                      <a:ext cx="189958" cy="138344"/>
                      <a:chOff x="8820152" y="4250861"/>
                      <a:chExt cx="967734" cy="886562"/>
                    </a:xfrm>
                  </p:grpSpPr>
                  <p:sp>
                    <p:nvSpPr>
                      <p:cNvPr id="3689" name="Flowchart: Manual Operation 3688">
                        <a:extLst>
                          <a:ext uri="{FF2B5EF4-FFF2-40B4-BE49-F238E27FC236}">
                            <a16:creationId xmlns:a16="http://schemas.microsoft.com/office/drawing/2014/main" id="{5AE982B8-E7DB-3495-38D8-6E2ABFF53B76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8820152" y="4293919"/>
                        <a:ext cx="967732" cy="800993"/>
                      </a:xfrm>
                      <a:prstGeom prst="flowChartManualOperation">
                        <a:avLst/>
                      </a:prstGeom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  <a:ln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pic>
                    <p:nvPicPr>
                      <p:cNvPr id="3690" name="Graphic 3689" descr="Document with solid fill">
                        <a:extLst>
                          <a:ext uri="{FF2B5EF4-FFF2-40B4-BE49-F238E27FC236}">
                            <a16:creationId xmlns:a16="http://schemas.microsoft.com/office/drawing/2014/main" id="{B15FFACF-3703-C876-9A24-901CCD8FC81A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51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873486" y="4250861"/>
                        <a:ext cx="914400" cy="886562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AA459292-BFE4-3CE2-ABBF-89BFF3A8D60A}"/>
                      </a:ext>
                    </a:extLst>
                  </p:cNvPr>
                  <p:cNvGrpSpPr/>
                  <p:nvPr/>
                </p:nvGrpSpPr>
                <p:grpSpPr>
                  <a:xfrm>
                    <a:off x="708120" y="5899832"/>
                    <a:ext cx="467893" cy="348462"/>
                    <a:chOff x="708120" y="5899832"/>
                    <a:chExt cx="467893" cy="348462"/>
                  </a:xfrm>
                </p:grpSpPr>
                <p:grpSp>
                  <p:nvGrpSpPr>
                    <p:cNvPr id="3679" name="Group 3678">
                      <a:extLst>
                        <a:ext uri="{FF2B5EF4-FFF2-40B4-BE49-F238E27FC236}">
                          <a16:creationId xmlns:a16="http://schemas.microsoft.com/office/drawing/2014/main" id="{7953DCBB-5DBB-DE80-E6E6-AB60F027420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08120" y="5899832"/>
                      <a:ext cx="168102" cy="234190"/>
                      <a:chOff x="6055360" y="287542"/>
                      <a:chExt cx="233303" cy="350100"/>
                    </a:xfrm>
                  </p:grpSpPr>
                  <p:pic>
                    <p:nvPicPr>
                      <p:cNvPr id="3705" name="Graphic 3704" descr="Document outline">
                        <a:extLst>
                          <a:ext uri="{FF2B5EF4-FFF2-40B4-BE49-F238E27FC236}">
                            <a16:creationId xmlns:a16="http://schemas.microsoft.com/office/drawing/2014/main" id="{B44C1710-91B2-2828-456D-E9E578420EE2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3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6055360" y="291935"/>
                        <a:ext cx="233303" cy="18033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3706" name="Graphic 3705" descr="Document outline">
                        <a:extLst>
                          <a:ext uri="{FF2B5EF4-FFF2-40B4-BE49-F238E27FC236}">
                            <a16:creationId xmlns:a16="http://schemas.microsoft.com/office/drawing/2014/main" id="{DAF6C0C4-87EF-4747-EC14-6229AE9B8F1D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3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6055360" y="457309"/>
                        <a:ext cx="233303" cy="180333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3707" name="Rectangle: Rounded Corners 3706">
                        <a:extLst>
                          <a:ext uri="{FF2B5EF4-FFF2-40B4-BE49-F238E27FC236}">
                            <a16:creationId xmlns:a16="http://schemas.microsoft.com/office/drawing/2014/main" id="{C0C5256F-3F37-1ED1-042E-12E8B0ECA0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078876" y="287542"/>
                        <a:ext cx="188574" cy="346048"/>
                      </a:xfrm>
                      <a:prstGeom prst="roundRect">
                        <a:avLst>
                          <a:gd name="adj" fmla="val 0"/>
                        </a:avLst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686" name="TextBox 3685">
                          <a:extLst>
                            <a:ext uri="{FF2B5EF4-FFF2-40B4-BE49-F238E27FC236}">
                              <a16:creationId xmlns:a16="http://schemas.microsoft.com/office/drawing/2014/main" id="{B60B9C15-6F0C-215D-92F3-F80D5D16BC1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779694" y="5914130"/>
                          <a:ext cx="396319" cy="33416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en-US" sz="1500" i="1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500" i="1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p>
                                    <m:r>
                                      <a:rPr lang="en-US" sz="1500" i="1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en-US" sz="1500" i="1">
                                        <a:solidFill>
                                          <a:schemeClr val="accent2">
                                            <a:lumMod val="75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500" i="1" dirty="0">
                            <a:solidFill>
                              <a:schemeClr val="accent2">
                                <a:lumMod val="75000"/>
                              </a:schemeClr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686" name="TextBox 3685">
                          <a:extLst>
                            <a:ext uri="{FF2B5EF4-FFF2-40B4-BE49-F238E27FC236}">
                              <a16:creationId xmlns:a16="http://schemas.microsoft.com/office/drawing/2014/main" id="{863AC794-5740-076B-07BD-D881B9F9B36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779694" y="5914130"/>
                          <a:ext cx="396319" cy="334164"/>
                        </a:xfrm>
                        <a:prstGeom prst="rect">
                          <a:avLst/>
                        </a:prstGeom>
                        <a:blipFill>
                          <a:blip r:embed="rId52"/>
                          <a:stretch>
                            <a:fillRect r="-16923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6" name="Group 5">
                    <a:extLst>
                      <a:ext uri="{FF2B5EF4-FFF2-40B4-BE49-F238E27FC236}">
                        <a16:creationId xmlns:a16="http://schemas.microsoft.com/office/drawing/2014/main" id="{8E6AE618-4967-1CFC-4815-15082B2F323E}"/>
                      </a:ext>
                    </a:extLst>
                  </p:cNvPr>
                  <p:cNvGrpSpPr/>
                  <p:nvPr/>
                </p:nvGrpSpPr>
                <p:grpSpPr>
                  <a:xfrm>
                    <a:off x="711330" y="5308552"/>
                    <a:ext cx="585592" cy="468506"/>
                    <a:chOff x="6758056" y="5452234"/>
                    <a:chExt cx="812723" cy="700389"/>
                  </a:xfrm>
                </p:grpSpPr>
                <p:grpSp>
                  <p:nvGrpSpPr>
                    <p:cNvPr id="3683" name="Group 3682">
                      <a:extLst>
                        <a:ext uri="{FF2B5EF4-FFF2-40B4-BE49-F238E27FC236}">
                          <a16:creationId xmlns:a16="http://schemas.microsoft.com/office/drawing/2014/main" id="{6429D4FC-2DB5-77A2-D760-7A3A42276F0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58056" y="5653069"/>
                      <a:ext cx="812723" cy="499554"/>
                      <a:chOff x="5975346" y="1021960"/>
                      <a:chExt cx="812723" cy="499554"/>
                    </a:xfrm>
                  </p:grpSpPr>
                  <p:grpSp>
                    <p:nvGrpSpPr>
                      <p:cNvPr id="3691" name="Group 3690">
                        <a:extLst>
                          <a:ext uri="{FF2B5EF4-FFF2-40B4-BE49-F238E27FC236}">
                            <a16:creationId xmlns:a16="http://schemas.microsoft.com/office/drawing/2014/main" id="{BCEE52AE-F38F-9515-C602-73461E39D0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975346" y="1022255"/>
                        <a:ext cx="345427" cy="327404"/>
                        <a:chOff x="8817139" y="630617"/>
                        <a:chExt cx="351563" cy="473848"/>
                      </a:xfrm>
                    </p:grpSpPr>
                    <p:sp>
                      <p:nvSpPr>
                        <p:cNvPr id="3693" name="Cube 3692">
                          <a:extLst>
                            <a:ext uri="{FF2B5EF4-FFF2-40B4-BE49-F238E27FC236}">
                              <a16:creationId xmlns:a16="http://schemas.microsoft.com/office/drawing/2014/main" id="{CA56C230-FD5E-3544-15B3-1F21C127ED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866154" y="690254"/>
                          <a:ext cx="260580" cy="152593"/>
                        </a:xfrm>
                        <a:prstGeom prst="cube">
                          <a:avLst>
                            <a:gd name="adj" fmla="val 52933"/>
                          </a:avLst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solidFill>
                            <a:schemeClr val="accent2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3694" name="Cube 3693">
                          <a:extLst>
                            <a:ext uri="{FF2B5EF4-FFF2-40B4-BE49-F238E27FC236}">
                              <a16:creationId xmlns:a16="http://schemas.microsoft.com/office/drawing/2014/main" id="{AD2BEC6E-302A-E85F-F775-DF62AD2CFE7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866154" y="907366"/>
                          <a:ext cx="260580" cy="152593"/>
                        </a:xfrm>
                        <a:prstGeom prst="cube">
                          <a:avLst>
                            <a:gd name="adj" fmla="val 52933"/>
                          </a:avLst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solidFill>
                            <a:schemeClr val="accent2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3695" name="Rectangle: Rounded Corners 3694">
                          <a:extLst>
                            <a:ext uri="{FF2B5EF4-FFF2-40B4-BE49-F238E27FC236}">
                              <a16:creationId xmlns:a16="http://schemas.microsoft.com/office/drawing/2014/main" id="{0544575D-A6B7-F9DF-12B6-5D3FBA48FD2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817139" y="630617"/>
                          <a:ext cx="351563" cy="473848"/>
                        </a:xfrm>
                        <a:prstGeom prst="roundRect">
                          <a:avLst/>
                        </a:prstGeom>
                        <a:noFill/>
                        <a:ln>
                          <a:solidFill>
                            <a:schemeClr val="accent2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3692" name="TextBox 3691">
                            <a:extLst>
                              <a:ext uri="{FF2B5EF4-FFF2-40B4-BE49-F238E27FC236}">
                                <a16:creationId xmlns:a16="http://schemas.microsoft.com/office/drawing/2014/main" id="{FE272606-ABE5-FA30-5884-8DB1E68E2B0B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6238031" y="1021960"/>
                            <a:ext cx="550038" cy="49955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sSup>
                                    <m:sSupPr>
                                      <m:ctrlPr>
                                        <a:rPr lang="en-US" sz="1500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500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en-US" sz="1500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en-US" sz="1500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</m:t>
                                      </m:r>
                                    </m:sup>
                                  </m:sSup>
                                </m:oMath>
                              </m:oMathPara>
                            </a14:m>
                            <a:endParaRPr lang="en-US" sz="1500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3692" name="TextBox 3691">
                            <a:extLst>
                              <a:ext uri="{FF2B5EF4-FFF2-40B4-BE49-F238E27FC236}">
                                <a16:creationId xmlns:a16="http://schemas.microsoft.com/office/drawing/2014/main" id="{CD562EF0-AF0C-8AFE-7FBD-D878FAA0D275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6238031" y="1021960"/>
                            <a:ext cx="550038" cy="499554"/>
                          </a:xfrm>
                          <a:prstGeom prst="rect">
                            <a:avLst/>
                          </a:prstGeom>
                          <a:blipFill>
                            <a:blip r:embed="rId53"/>
                            <a:stretch>
                              <a:fillRect r="-18462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pic>
                  <p:nvPicPr>
                    <p:cNvPr id="3744" name="Graphic 3743" descr="Snowflake outline">
                      <a:extLst>
                        <a:ext uri="{FF2B5EF4-FFF2-40B4-BE49-F238E27FC236}">
                          <a16:creationId xmlns:a16="http://schemas.microsoft.com/office/drawing/2014/main" id="{BF792DD1-4244-9F5B-FC76-73EE6EE78A8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856510" y="5452234"/>
                      <a:ext cx="420372" cy="383997"/>
                    </a:xfrm>
                    <a:prstGeom prst="rect">
                      <a:avLst/>
                    </a:prstGeom>
                  </p:spPr>
                </p:pic>
              </p:grpSp>
            </p:grpSp>
            <p:sp>
              <p:nvSpPr>
                <p:cNvPr id="3411" name="Arrow: Right 3410">
                  <a:extLst>
                    <a:ext uri="{FF2B5EF4-FFF2-40B4-BE49-F238E27FC236}">
                      <a16:creationId xmlns:a16="http://schemas.microsoft.com/office/drawing/2014/main" id="{107C25F3-D214-D300-CE58-2B31162332EC}"/>
                    </a:ext>
                  </a:extLst>
                </p:cNvPr>
                <p:cNvSpPr/>
                <p:nvPr/>
              </p:nvSpPr>
              <p:spPr>
                <a:xfrm rot="16200000" flipH="1">
                  <a:off x="637762" y="6203628"/>
                  <a:ext cx="308820" cy="207007"/>
                </a:xfrm>
                <a:prstGeom prst="rightArrow">
                  <a:avLst>
                    <a:gd name="adj1" fmla="val 50000"/>
                    <a:gd name="adj2" fmla="val 47899"/>
                  </a:avLst>
                </a:prstGeom>
                <a:gradFill flip="none" rotWithShape="1">
                  <a:gsLst>
                    <a:gs pos="35000">
                      <a:schemeClr val="accent2">
                        <a:lumMod val="20000"/>
                        <a:lumOff val="80000"/>
                      </a:schemeClr>
                    </a:gs>
                    <a:gs pos="90000">
                      <a:schemeClr val="accent2">
                        <a:lumMod val="75000"/>
                      </a:scheme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AD252498-866B-3D0E-5732-B27A7E867BF1}"/>
                    </a:ext>
                  </a:extLst>
                </p:cNvPr>
                <p:cNvGrpSpPr/>
                <p:nvPr/>
              </p:nvGrpSpPr>
              <p:grpSpPr>
                <a:xfrm>
                  <a:off x="2210791" y="5652600"/>
                  <a:ext cx="486491" cy="303522"/>
                  <a:chOff x="678677" y="5670021"/>
                  <a:chExt cx="486491" cy="303522"/>
                </a:xfrm>
              </p:grpSpPr>
              <p:sp>
                <p:nvSpPr>
                  <p:cNvPr id="16" name="Arrow: Circular 15">
                    <a:extLst>
                      <a:ext uri="{FF2B5EF4-FFF2-40B4-BE49-F238E27FC236}">
                        <a16:creationId xmlns:a16="http://schemas.microsoft.com/office/drawing/2014/main" id="{8BA2CF0F-66F7-D303-EFF9-1FD3D10D95BA}"/>
                      </a:ext>
                    </a:extLst>
                  </p:cNvPr>
                  <p:cNvSpPr/>
                  <p:nvPr/>
                </p:nvSpPr>
                <p:spPr>
                  <a:xfrm rot="6882931" flipH="1">
                    <a:off x="703541" y="5645157"/>
                    <a:ext cx="303522" cy="353249"/>
                  </a:xfrm>
                  <a:prstGeom prst="circularArrow">
                    <a:avLst>
                      <a:gd name="adj1" fmla="val 15315"/>
                      <a:gd name="adj2" fmla="val 1051935"/>
                      <a:gd name="adj3" fmla="val 20543810"/>
                      <a:gd name="adj4" fmla="val 13949823"/>
                      <a:gd name="adj5" fmla="val 12500"/>
                    </a:avLst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7" name="Group 16">
                    <a:extLst>
                      <a:ext uri="{FF2B5EF4-FFF2-40B4-BE49-F238E27FC236}">
                        <a16:creationId xmlns:a16="http://schemas.microsoft.com/office/drawing/2014/main" id="{842A758D-59F5-5A56-0781-A058B015DDFF}"/>
                      </a:ext>
                    </a:extLst>
                  </p:cNvPr>
                  <p:cNvGrpSpPr/>
                  <p:nvPr/>
                </p:nvGrpSpPr>
                <p:grpSpPr>
                  <a:xfrm>
                    <a:off x="975210" y="5731099"/>
                    <a:ext cx="189958" cy="138344"/>
                    <a:chOff x="8820152" y="4250861"/>
                    <a:chExt cx="967734" cy="886562"/>
                  </a:xfrm>
                </p:grpSpPr>
                <p:sp>
                  <p:nvSpPr>
                    <p:cNvPr id="18" name="Flowchart: Manual Operation 17">
                      <a:extLst>
                        <a:ext uri="{FF2B5EF4-FFF2-40B4-BE49-F238E27FC236}">
                          <a16:creationId xmlns:a16="http://schemas.microsoft.com/office/drawing/2014/main" id="{B22504D9-CE9C-4FE6-38E9-AD9C46691044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8820152" y="4293919"/>
                      <a:ext cx="967732" cy="800993"/>
                    </a:xfrm>
                    <a:prstGeom prst="flowChartManualOperation">
                      <a:avLst/>
                    </a:prstGeom>
                    <a:solidFill>
                      <a:schemeClr val="tx2">
                        <a:lumMod val="25000"/>
                        <a:lumOff val="7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pic>
                  <p:nvPicPr>
                    <p:cNvPr id="19" name="Graphic 18" descr="Document with solid fill">
                      <a:extLst>
                        <a:ext uri="{FF2B5EF4-FFF2-40B4-BE49-F238E27FC236}">
                          <a16:creationId xmlns:a16="http://schemas.microsoft.com/office/drawing/2014/main" id="{7019965C-0FDC-D18C-3E2C-EC94C19F955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51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8873486" y="4250861"/>
                      <a:ext cx="914400" cy="886562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6E5739CF-4881-C342-D4F9-C4AB898872EE}"/>
                    </a:ext>
                  </a:extLst>
                </p:cNvPr>
                <p:cNvGrpSpPr/>
                <p:nvPr/>
              </p:nvGrpSpPr>
              <p:grpSpPr>
                <a:xfrm>
                  <a:off x="1480783" y="5056633"/>
                  <a:ext cx="581919" cy="702632"/>
                  <a:chOff x="-11844" y="5057742"/>
                  <a:chExt cx="581919" cy="702632"/>
                </a:xfrm>
              </p:grpSpPr>
              <p:sp>
                <p:nvSpPr>
                  <p:cNvPr id="22" name="Arrow: Right 21">
                    <a:extLst>
                      <a:ext uri="{FF2B5EF4-FFF2-40B4-BE49-F238E27FC236}">
                        <a16:creationId xmlns:a16="http://schemas.microsoft.com/office/drawing/2014/main" id="{D49FB55B-64E8-14D2-BD09-30E71388A1D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05318" y="5546454"/>
                    <a:ext cx="257939" cy="116308"/>
                  </a:xfrm>
                  <a:prstGeom prst="rightArrow">
                    <a:avLst>
                      <a:gd name="adj1" fmla="val 50000"/>
                      <a:gd name="adj2" fmla="val 47899"/>
                    </a:avLst>
                  </a:prstGeom>
                  <a:gradFill>
                    <a:gsLst>
                      <a:gs pos="0">
                        <a:schemeClr val="accent1">
                          <a:lumMod val="75000"/>
                        </a:schemeClr>
                      </a:gs>
                      <a:gs pos="90000">
                        <a:schemeClr val="bg2"/>
                      </a:gs>
                    </a:gsLst>
                    <a:path path="circle">
                      <a:fillToRect l="100000" b="100000"/>
                    </a:path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BE953A5A-B6AB-1065-A523-A28332E40ED7}"/>
                      </a:ext>
                    </a:extLst>
                  </p:cNvPr>
                  <p:cNvGrpSpPr/>
                  <p:nvPr/>
                </p:nvGrpSpPr>
                <p:grpSpPr>
                  <a:xfrm>
                    <a:off x="141419" y="5057742"/>
                    <a:ext cx="428656" cy="513651"/>
                    <a:chOff x="5533022" y="1086104"/>
                    <a:chExt cx="594916" cy="7678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5" name="TextBox 24">
                          <a:extLst>
                            <a:ext uri="{FF2B5EF4-FFF2-40B4-BE49-F238E27FC236}">
                              <a16:creationId xmlns:a16="http://schemas.microsoft.com/office/drawing/2014/main" id="{74081063-55AB-B0B4-8B81-53F36B044A6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i="1" dirty="0">
                            <a:solidFill>
                              <a:srgbClr val="390AE4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5" name="TextBox 24">
                          <a:extLst>
                            <a:ext uri="{FF2B5EF4-FFF2-40B4-BE49-F238E27FC236}">
                              <a16:creationId xmlns:a16="http://schemas.microsoft.com/office/drawing/2014/main" id="{4C06A960-7990-E021-45BF-3D203B54145A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blipFill>
                          <a:blip r:embed="rId54"/>
                          <a:stretch>
                            <a:fillRect l="-4348" r="-60870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pic>
                  <p:nvPicPr>
                    <p:cNvPr id="28" name="Picture 27">
                      <a:extLst>
                        <a:ext uri="{FF2B5EF4-FFF2-40B4-BE49-F238E27FC236}">
                          <a16:creationId xmlns:a16="http://schemas.microsoft.com/office/drawing/2014/main" id="{A3822447-9633-F3D5-292F-C4FA41C9811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9"/>
                    <a:stretch/>
                  </p:blipFill>
                  <p:spPr>
                    <a:xfrm>
                      <a:off x="5811572" y="1086104"/>
                      <a:ext cx="316366" cy="315902"/>
                    </a:xfrm>
                    <a:prstGeom prst="rect">
                      <a:avLst/>
                    </a:prstGeom>
                  </p:spPr>
                </p:pic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TextBox 23">
                        <a:extLst>
                          <a:ext uri="{FF2B5EF4-FFF2-40B4-BE49-F238E27FC236}">
                            <a16:creationId xmlns:a16="http://schemas.microsoft.com/office/drawing/2014/main" id="{1132DB1B-33F1-DECC-818D-5FABF8444D4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5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TextBox 23">
                        <a:extLst>
                          <a:ext uri="{FF2B5EF4-FFF2-40B4-BE49-F238E27FC236}">
                            <a16:creationId xmlns:a16="http://schemas.microsoft.com/office/drawing/2014/main" id="{0EE3FC75-BBBC-942E-082E-11462F0D70F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blipFill>
                        <a:blip r:embed="rId55"/>
                        <a:stretch>
                          <a:fillRect r="-100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A8BA82EF-530D-1A4A-BB21-7ECBE52E4C7B}"/>
                    </a:ext>
                  </a:extLst>
                </p:cNvPr>
                <p:cNvGrpSpPr/>
                <p:nvPr/>
              </p:nvGrpSpPr>
              <p:grpSpPr>
                <a:xfrm>
                  <a:off x="2929217" y="5056633"/>
                  <a:ext cx="581919" cy="702632"/>
                  <a:chOff x="-11844" y="5057742"/>
                  <a:chExt cx="581919" cy="702632"/>
                </a:xfrm>
              </p:grpSpPr>
              <p:sp>
                <p:nvSpPr>
                  <p:cNvPr id="30" name="Arrow: Right 29">
                    <a:extLst>
                      <a:ext uri="{FF2B5EF4-FFF2-40B4-BE49-F238E27FC236}">
                        <a16:creationId xmlns:a16="http://schemas.microsoft.com/office/drawing/2014/main" id="{A6C13B31-B3E7-07A1-7C66-83634F63D21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05318" y="5546454"/>
                    <a:ext cx="257939" cy="116308"/>
                  </a:xfrm>
                  <a:prstGeom prst="rightArrow">
                    <a:avLst>
                      <a:gd name="adj1" fmla="val 50000"/>
                      <a:gd name="adj2" fmla="val 47899"/>
                    </a:avLst>
                  </a:prstGeom>
                  <a:gradFill>
                    <a:gsLst>
                      <a:gs pos="0">
                        <a:schemeClr val="accent1">
                          <a:lumMod val="75000"/>
                        </a:schemeClr>
                      </a:gs>
                      <a:gs pos="90000">
                        <a:schemeClr val="bg2"/>
                      </a:gs>
                    </a:gsLst>
                    <a:path path="circle">
                      <a:fillToRect l="100000" b="100000"/>
                    </a:path>
                  </a:gra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B48016DC-6539-12B0-8D9A-79936E755A9D}"/>
                      </a:ext>
                    </a:extLst>
                  </p:cNvPr>
                  <p:cNvGrpSpPr/>
                  <p:nvPr/>
                </p:nvGrpSpPr>
                <p:grpSpPr>
                  <a:xfrm>
                    <a:off x="141419" y="5057742"/>
                    <a:ext cx="428656" cy="513651"/>
                    <a:chOff x="5533022" y="1086104"/>
                    <a:chExt cx="594916" cy="767878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8" name="TextBox 47">
                          <a:extLst>
                            <a:ext uri="{FF2B5EF4-FFF2-40B4-BE49-F238E27FC236}">
                              <a16:creationId xmlns:a16="http://schemas.microsoft.com/office/drawing/2014/main" id="{D13F504E-2332-E9A5-5074-FD82415838C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i="1" dirty="0">
                            <a:solidFill>
                              <a:srgbClr val="390AE4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8" name="TextBox 47">
                          <a:extLst>
                            <a:ext uri="{FF2B5EF4-FFF2-40B4-BE49-F238E27FC236}">
                              <a16:creationId xmlns:a16="http://schemas.microsoft.com/office/drawing/2014/main" id="{07D898CD-7C8D-1B46-8915-704CB3588C52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33022" y="1142027"/>
                          <a:ext cx="383060" cy="711955"/>
                        </a:xfrm>
                        <a:prstGeom prst="rect">
                          <a:avLst/>
                        </a:prstGeom>
                        <a:blipFill>
                          <a:blip r:embed="rId56"/>
                          <a:stretch>
                            <a:fillRect l="-6667" r="-64444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pic>
                  <p:nvPicPr>
                    <p:cNvPr id="50" name="Picture 49">
                      <a:extLst>
                        <a:ext uri="{FF2B5EF4-FFF2-40B4-BE49-F238E27FC236}">
                          <a16:creationId xmlns:a16="http://schemas.microsoft.com/office/drawing/2014/main" id="{95DA8489-FFF1-98CB-5AC5-FBA03F01C47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9"/>
                    <a:stretch/>
                  </p:blipFill>
                  <p:spPr>
                    <a:xfrm>
                      <a:off x="5811572" y="1086104"/>
                      <a:ext cx="316366" cy="315902"/>
                    </a:xfrm>
                    <a:prstGeom prst="rect">
                      <a:avLst/>
                    </a:prstGeom>
                  </p:spPr>
                </p:pic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7" name="TextBox 46">
                        <a:extLst>
                          <a:ext uri="{FF2B5EF4-FFF2-40B4-BE49-F238E27FC236}">
                            <a16:creationId xmlns:a16="http://schemas.microsoft.com/office/drawing/2014/main" id="{A67F83CC-E558-A7D8-9F4D-03A78594D77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solidFill>
                                        <a:srgbClr val="390AE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𝑏𝑎𝑠𝑒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1500" i="1" dirty="0">
                          <a:solidFill>
                            <a:srgbClr val="390AE4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7" name="TextBox 46">
                        <a:extLst>
                          <a:ext uri="{FF2B5EF4-FFF2-40B4-BE49-F238E27FC236}">
                            <a16:creationId xmlns:a16="http://schemas.microsoft.com/office/drawing/2014/main" id="{CFD41300-AB7E-C03B-6BDC-17A4CCD748A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-11844" y="5427005"/>
                        <a:ext cx="276006" cy="333369"/>
                      </a:xfrm>
                      <a:prstGeom prst="rect">
                        <a:avLst/>
                      </a:prstGeom>
                      <a:blipFill>
                        <a:blip r:embed="rId57"/>
                        <a:stretch>
                          <a:fillRect r="-100000"/>
                        </a:stretch>
                      </a:blipFill>
                      <a:ln>
                        <a:noFill/>
                      </a:ln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415F1E5F-D226-EB62-152F-FF4C0B66A3D8}"/>
                    </a:ext>
                  </a:extLst>
                </p:cNvPr>
                <p:cNvGrpSpPr/>
                <p:nvPr/>
              </p:nvGrpSpPr>
              <p:grpSpPr>
                <a:xfrm>
                  <a:off x="3679675" y="5216456"/>
                  <a:ext cx="604643" cy="1133954"/>
                  <a:chOff x="3679675" y="5216456"/>
                  <a:chExt cx="604643" cy="1133954"/>
                </a:xfrm>
              </p:grpSpPr>
              <p:grpSp>
                <p:nvGrpSpPr>
                  <p:cNvPr id="51" name="Group 50">
                    <a:extLst>
                      <a:ext uri="{FF2B5EF4-FFF2-40B4-BE49-F238E27FC236}">
                        <a16:creationId xmlns:a16="http://schemas.microsoft.com/office/drawing/2014/main" id="{33206405-D59B-615C-4C70-9A2B81021859}"/>
                      </a:ext>
                    </a:extLst>
                  </p:cNvPr>
                  <p:cNvGrpSpPr/>
                  <p:nvPr/>
                </p:nvGrpSpPr>
                <p:grpSpPr>
                  <a:xfrm>
                    <a:off x="3718443" y="5897880"/>
                    <a:ext cx="480061" cy="452530"/>
                    <a:chOff x="3713377" y="6036218"/>
                    <a:chExt cx="480061" cy="452530"/>
                  </a:xfrm>
                </p:grpSpPr>
                <p:grpSp>
                  <p:nvGrpSpPr>
                    <p:cNvPr id="3621" name="Group 3620">
                      <a:extLst>
                        <a:ext uri="{FF2B5EF4-FFF2-40B4-BE49-F238E27FC236}">
                          <a16:creationId xmlns:a16="http://schemas.microsoft.com/office/drawing/2014/main" id="{06697E23-B8FD-0B4A-4AB9-F39C6AF4B4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713377" y="6036218"/>
                      <a:ext cx="168103" cy="337465"/>
                      <a:chOff x="7594850" y="287542"/>
                      <a:chExt cx="233304" cy="504491"/>
                    </a:xfrm>
                  </p:grpSpPr>
                  <p:pic>
                    <p:nvPicPr>
                      <p:cNvPr id="3647" name="Graphic 3646" descr="Document outline">
                        <a:extLst>
                          <a:ext uri="{FF2B5EF4-FFF2-40B4-BE49-F238E27FC236}">
                            <a16:creationId xmlns:a16="http://schemas.microsoft.com/office/drawing/2014/main" id="{F70188C2-3D36-01DB-D1F1-7DA8512F7F24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3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7594851" y="291935"/>
                        <a:ext cx="233303" cy="18033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3648" name="Graphic 3647" descr="Document outline">
                        <a:extLst>
                          <a:ext uri="{FF2B5EF4-FFF2-40B4-BE49-F238E27FC236}">
                            <a16:creationId xmlns:a16="http://schemas.microsoft.com/office/drawing/2014/main" id="{88C74CDC-3CB7-1FA3-9224-7C6655EFFFBC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3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7594851" y="451594"/>
                        <a:ext cx="233303" cy="18033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3649" name="Graphic 3648" descr="Document outline">
                        <a:extLst>
                          <a:ext uri="{FF2B5EF4-FFF2-40B4-BE49-F238E27FC236}">
                            <a16:creationId xmlns:a16="http://schemas.microsoft.com/office/drawing/2014/main" id="{FD9DFCB9-47DF-8A87-6CC0-149345EF08DD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3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7594850" y="611700"/>
                        <a:ext cx="233303" cy="180333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3650" name="Rectangle: Rounded Corners 3649">
                        <a:extLst>
                          <a:ext uri="{FF2B5EF4-FFF2-40B4-BE49-F238E27FC236}">
                            <a16:creationId xmlns:a16="http://schemas.microsoft.com/office/drawing/2014/main" id="{F226666B-400F-35F8-A3CC-E68982ECA9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618367" y="287542"/>
                        <a:ext cx="188574" cy="502450"/>
                      </a:xfrm>
                      <a:prstGeom prst="roundRect">
                        <a:avLst>
                          <a:gd name="adj" fmla="val 0"/>
                        </a:avLst>
                      </a:prstGeom>
                      <a:noFill/>
                      <a:ln>
                        <a:solidFill>
                          <a:srgbClr val="FF0000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628" name="TextBox 3627">
                          <a:extLst>
                            <a:ext uri="{FF2B5EF4-FFF2-40B4-BE49-F238E27FC236}">
                              <a16:creationId xmlns:a16="http://schemas.microsoft.com/office/drawing/2014/main" id="{92527DE6-BC23-3911-8BF9-80965D85E13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797119" y="6154585"/>
                          <a:ext cx="396319" cy="33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en-US" sz="15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5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p>
                                    <m:r>
                                      <a:rPr lang="en-US" sz="15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𝐶</m:t>
                                    </m:r>
                                    <m:r>
                                      <a:rPr lang="en-US" sz="15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500" i="1" dirty="0">
                            <a:solidFill>
                              <a:srgbClr val="FF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628" name="TextBox 3627">
                          <a:extLst>
                            <a:ext uri="{FF2B5EF4-FFF2-40B4-BE49-F238E27FC236}">
                              <a16:creationId xmlns:a16="http://schemas.microsoft.com/office/drawing/2014/main" id="{4A186F67-A26F-A799-33CD-90114CCD508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797119" y="6154585"/>
                          <a:ext cx="396319" cy="334163"/>
                        </a:xfrm>
                        <a:prstGeom prst="rect">
                          <a:avLst/>
                        </a:prstGeom>
                        <a:blipFill>
                          <a:blip r:embed="rId58"/>
                          <a:stretch>
                            <a:fillRect r="-16923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4" name="Group 3">
                    <a:extLst>
                      <a:ext uri="{FF2B5EF4-FFF2-40B4-BE49-F238E27FC236}">
                        <a16:creationId xmlns:a16="http://schemas.microsoft.com/office/drawing/2014/main" id="{687412E5-4445-BEB6-661D-F118BE42B786}"/>
                      </a:ext>
                    </a:extLst>
                  </p:cNvPr>
                  <p:cNvGrpSpPr/>
                  <p:nvPr/>
                </p:nvGrpSpPr>
                <p:grpSpPr>
                  <a:xfrm>
                    <a:off x="3701752" y="5216456"/>
                    <a:ext cx="582566" cy="554693"/>
                    <a:chOff x="3493450" y="5445173"/>
                    <a:chExt cx="808522" cy="829233"/>
                  </a:xfrm>
                </p:grpSpPr>
                <p:grpSp>
                  <p:nvGrpSpPr>
                    <p:cNvPr id="3626" name="Group 3625">
                      <a:extLst>
                        <a:ext uri="{FF2B5EF4-FFF2-40B4-BE49-F238E27FC236}">
                          <a16:creationId xmlns:a16="http://schemas.microsoft.com/office/drawing/2014/main" id="{B4194E5E-E051-E57C-0891-C4B12CD2B7E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493450" y="5642478"/>
                      <a:ext cx="808522" cy="631928"/>
                      <a:chOff x="9074662" y="884445"/>
                      <a:chExt cx="808522" cy="631928"/>
                    </a:xfrm>
                  </p:grpSpPr>
                  <p:grpSp>
                    <p:nvGrpSpPr>
                      <p:cNvPr id="3633" name="Group 3632">
                        <a:extLst>
                          <a:ext uri="{FF2B5EF4-FFF2-40B4-BE49-F238E27FC236}">
                            <a16:creationId xmlns:a16="http://schemas.microsoft.com/office/drawing/2014/main" id="{07848054-22B7-3272-EE97-2F18C0BB37D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074662" y="884445"/>
                        <a:ext cx="345427" cy="475126"/>
                        <a:chOff x="9768932" y="630616"/>
                        <a:chExt cx="351563" cy="687644"/>
                      </a:xfrm>
                    </p:grpSpPr>
                    <p:sp>
                      <p:nvSpPr>
                        <p:cNvPr id="3635" name="Cube 3634">
                          <a:extLst>
                            <a:ext uri="{FF2B5EF4-FFF2-40B4-BE49-F238E27FC236}">
                              <a16:creationId xmlns:a16="http://schemas.microsoft.com/office/drawing/2014/main" id="{FD8EE1C3-A950-27BF-FA26-561948B065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13154" y="690253"/>
                          <a:ext cx="260580" cy="152593"/>
                        </a:xfrm>
                        <a:prstGeom prst="cube">
                          <a:avLst>
                            <a:gd name="adj" fmla="val 52933"/>
                          </a:avLst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solidFill>
                            <a:srgbClr val="FF0000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3636" name="Cube 3635">
                          <a:extLst>
                            <a:ext uri="{FF2B5EF4-FFF2-40B4-BE49-F238E27FC236}">
                              <a16:creationId xmlns:a16="http://schemas.microsoft.com/office/drawing/2014/main" id="{5A57DE08-A5B7-A467-9D0F-B7A74A70062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13154" y="907365"/>
                          <a:ext cx="260580" cy="152593"/>
                        </a:xfrm>
                        <a:prstGeom prst="cube">
                          <a:avLst>
                            <a:gd name="adj" fmla="val 52933"/>
                          </a:avLst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solidFill>
                            <a:srgbClr val="FF0000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/>
                        </a:p>
                      </p:txBody>
                    </p:sp>
                    <p:sp>
                      <p:nvSpPr>
                        <p:cNvPr id="3637" name="Rectangle: Rounded Corners 3636">
                          <a:extLst>
                            <a:ext uri="{FF2B5EF4-FFF2-40B4-BE49-F238E27FC236}">
                              <a16:creationId xmlns:a16="http://schemas.microsoft.com/office/drawing/2014/main" id="{3AAC499B-FE15-7810-9AA9-8ECD721D427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768932" y="630616"/>
                          <a:ext cx="351563" cy="687644"/>
                        </a:xfrm>
                        <a:prstGeom prst="roundRect">
                          <a:avLst/>
                        </a:prstGeom>
                        <a:noFill/>
                        <a:ln>
                          <a:solidFill>
                            <a:srgbClr val="FF0000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  <p:sp>
                      <p:nvSpPr>
                        <p:cNvPr id="3638" name="Cube 3637">
                          <a:extLst>
                            <a:ext uri="{FF2B5EF4-FFF2-40B4-BE49-F238E27FC236}">
                              <a16:creationId xmlns:a16="http://schemas.microsoft.com/office/drawing/2014/main" id="{BA74007D-B901-66FA-8C6D-B97D27EE9B0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813154" y="1121629"/>
                          <a:ext cx="260580" cy="152593"/>
                        </a:xfrm>
                        <a:prstGeom prst="cube">
                          <a:avLst>
                            <a:gd name="adj" fmla="val 52933"/>
                          </a:avLst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solidFill>
                            <a:srgbClr val="FF0000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3634" name="TextBox 3633">
                            <a:extLst>
                              <a:ext uri="{FF2B5EF4-FFF2-40B4-BE49-F238E27FC236}">
                                <a16:creationId xmlns:a16="http://schemas.microsoft.com/office/drawing/2014/main" id="{F833FA7A-AAF3-CEA9-A7D5-6F7C1A5B26B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9333147" y="1016819"/>
                            <a:ext cx="550037" cy="49955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sSup>
                                    <m:sSupPr>
                                      <m:ctrlPr>
                                        <a:rPr lang="en-US" sz="15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5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p>
                                      <m:r>
                                        <a:rPr lang="en-US" sz="15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en-US" sz="15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,3</m:t>
                                      </m:r>
                                    </m:sup>
                                  </m:sSup>
                                </m:oMath>
                              </m:oMathPara>
                            </a14:m>
                            <a:endParaRPr lang="en-US" sz="1500" i="1" dirty="0">
                              <a:solidFill>
                                <a:srgbClr val="FF0000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3634" name="TextBox 3633">
                            <a:extLst>
                              <a:ext uri="{FF2B5EF4-FFF2-40B4-BE49-F238E27FC236}">
                                <a16:creationId xmlns:a16="http://schemas.microsoft.com/office/drawing/2014/main" id="{50BE2E1B-15EF-3AD1-9B3F-5E4C05F6A80C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9333147" y="1016819"/>
                            <a:ext cx="550037" cy="499554"/>
                          </a:xfrm>
                          <a:prstGeom prst="rect">
                            <a:avLst/>
                          </a:prstGeom>
                          <a:blipFill>
                            <a:blip r:embed="rId59"/>
                            <a:stretch>
                              <a:fillRect r="-18462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pic>
                  <p:nvPicPr>
                    <p:cNvPr id="3740" name="Graphic 3739" descr="Snowflake outline">
                      <a:extLst>
                        <a:ext uri="{FF2B5EF4-FFF2-40B4-BE49-F238E27FC236}">
                          <a16:creationId xmlns:a16="http://schemas.microsoft.com/office/drawing/2014/main" id="{A14A82A2-C736-8E5F-D40D-6735629EDC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96DAC541-7B7A-43D3-8B79-37D633B846F1}">
                          <asvg:svgBlip xmlns:asvg="http://schemas.microsoft.com/office/drawing/2016/SVG/main" r:embed="rId4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596177" y="5445173"/>
                      <a:ext cx="420372" cy="383997"/>
                    </a:xfrm>
                    <a:prstGeom prst="rect">
                      <a:avLst/>
                    </a:prstGeom>
                  </p:spPr>
                </p:pic>
              </p:grpSp>
              <p:grpSp>
                <p:nvGrpSpPr>
                  <p:cNvPr id="52" name="Group 51">
                    <a:extLst>
                      <a:ext uri="{FF2B5EF4-FFF2-40B4-BE49-F238E27FC236}">
                        <a16:creationId xmlns:a16="http://schemas.microsoft.com/office/drawing/2014/main" id="{4599CB5A-9DEC-0E58-D80F-DD1F9EF09F8B}"/>
                      </a:ext>
                    </a:extLst>
                  </p:cNvPr>
                  <p:cNvGrpSpPr/>
                  <p:nvPr/>
                </p:nvGrpSpPr>
                <p:grpSpPr>
                  <a:xfrm>
                    <a:off x="3679675" y="5650992"/>
                    <a:ext cx="486491" cy="303522"/>
                    <a:chOff x="678677" y="5670021"/>
                    <a:chExt cx="486491" cy="303522"/>
                  </a:xfrm>
                </p:grpSpPr>
                <p:sp>
                  <p:nvSpPr>
                    <p:cNvPr id="53" name="Arrow: Circular 52">
                      <a:extLst>
                        <a:ext uri="{FF2B5EF4-FFF2-40B4-BE49-F238E27FC236}">
                          <a16:creationId xmlns:a16="http://schemas.microsoft.com/office/drawing/2014/main" id="{FFB88305-AF50-47F0-15E1-EEB955E5AD78}"/>
                        </a:ext>
                      </a:extLst>
                    </p:cNvPr>
                    <p:cNvSpPr/>
                    <p:nvPr/>
                  </p:nvSpPr>
                  <p:spPr>
                    <a:xfrm rot="6882931" flipH="1">
                      <a:off x="703541" y="5645157"/>
                      <a:ext cx="303522" cy="353249"/>
                    </a:xfrm>
                    <a:prstGeom prst="circularArrow">
                      <a:avLst>
                        <a:gd name="adj1" fmla="val 15315"/>
                        <a:gd name="adj2" fmla="val 1051935"/>
                        <a:gd name="adj3" fmla="val 20543810"/>
                        <a:gd name="adj4" fmla="val 13949823"/>
                        <a:gd name="adj5" fmla="val 12500"/>
                      </a:avLst>
                    </a:prstGeom>
                    <a:solidFill>
                      <a:srgbClr val="FFD9D9"/>
                    </a:solidFill>
                    <a:ln>
                      <a:solidFill>
                        <a:srgbClr val="FF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  <p:grpSp>
                  <p:nvGrpSpPr>
                    <p:cNvPr id="54" name="Group 53">
                      <a:extLst>
                        <a:ext uri="{FF2B5EF4-FFF2-40B4-BE49-F238E27FC236}">
                          <a16:creationId xmlns:a16="http://schemas.microsoft.com/office/drawing/2014/main" id="{90CBBC1A-1E2B-C340-F188-B91BCEA70F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75210" y="5731099"/>
                      <a:ext cx="189958" cy="138344"/>
                      <a:chOff x="8820152" y="4250861"/>
                      <a:chExt cx="967734" cy="886562"/>
                    </a:xfrm>
                  </p:grpSpPr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7F70A9C5-7891-051B-63FA-AB457E3A1E03}"/>
                          </a:ext>
                        </a:extLst>
                      </p:cNvPr>
                      <p:cNvSpPr/>
                      <p:nvPr/>
                    </p:nvSpPr>
                    <p:spPr>
                      <a:xfrm rot="10800000">
                        <a:off x="8820152" y="4293919"/>
                        <a:ext cx="967732" cy="800993"/>
                      </a:xfrm>
                      <a:prstGeom prst="flowChartManualOperation">
                        <a:avLst/>
                      </a:prstGeom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  <a:ln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pic>
                    <p:nvPicPr>
                      <p:cNvPr id="56" name="Graphic 55" descr="Document with solid fill">
                        <a:extLst>
                          <a:ext uri="{FF2B5EF4-FFF2-40B4-BE49-F238E27FC236}">
                            <a16:creationId xmlns:a16="http://schemas.microsoft.com/office/drawing/2014/main" id="{FE0C6B7C-BAA6-7679-AEB8-655277EF7D32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51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8873486" y="4250861"/>
                        <a:ext cx="914400" cy="886562"/>
                      </a:xfrm>
                      <a:prstGeom prst="rect">
                        <a:avLst/>
                      </a:prstGeom>
                    </p:spPr>
                  </p:pic>
                </p:grpSp>
              </p:grpSp>
            </p:grpSp>
            <p:grpSp>
              <p:nvGrpSpPr>
                <p:cNvPr id="4191" name="Group 4190">
                  <a:extLst>
                    <a:ext uri="{FF2B5EF4-FFF2-40B4-BE49-F238E27FC236}">
                      <a16:creationId xmlns:a16="http://schemas.microsoft.com/office/drawing/2014/main" id="{EE9B7E25-2CB3-2F72-47F0-C31C605F45E8}"/>
                    </a:ext>
                  </a:extLst>
                </p:cNvPr>
                <p:cNvGrpSpPr/>
                <p:nvPr/>
              </p:nvGrpSpPr>
              <p:grpSpPr>
                <a:xfrm>
                  <a:off x="4799235" y="5053126"/>
                  <a:ext cx="1331739" cy="1421245"/>
                  <a:chOff x="4799235" y="5053126"/>
                  <a:chExt cx="1331739" cy="1421245"/>
                </a:xfrm>
              </p:grpSpPr>
              <p:grpSp>
                <p:nvGrpSpPr>
                  <p:cNvPr id="3594" name="Group 3593">
                    <a:extLst>
                      <a:ext uri="{FF2B5EF4-FFF2-40B4-BE49-F238E27FC236}">
                        <a16:creationId xmlns:a16="http://schemas.microsoft.com/office/drawing/2014/main" id="{BFE7AD7C-8BF8-4CB8-FD57-2E2C7437E1F4}"/>
                      </a:ext>
                    </a:extLst>
                  </p:cNvPr>
                  <p:cNvGrpSpPr/>
                  <p:nvPr/>
                </p:nvGrpSpPr>
                <p:grpSpPr>
                  <a:xfrm>
                    <a:off x="4836150" y="5614416"/>
                    <a:ext cx="765800" cy="859955"/>
                    <a:chOff x="5855930" y="-54863"/>
                    <a:chExt cx="1518909" cy="1850148"/>
                  </a:xfrm>
                </p:grpSpPr>
                <p:grpSp>
                  <p:nvGrpSpPr>
                    <p:cNvPr id="3612" name="Group 3611">
                      <a:extLst>
                        <a:ext uri="{FF2B5EF4-FFF2-40B4-BE49-F238E27FC236}">
                          <a16:creationId xmlns:a16="http://schemas.microsoft.com/office/drawing/2014/main" id="{C1DFA7C0-51B6-A94D-9FC2-A424227F02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855930" y="-54863"/>
                      <a:ext cx="1518909" cy="1254585"/>
                      <a:chOff x="6768733" y="3636490"/>
                      <a:chExt cx="1104031" cy="965772"/>
                    </a:xfrm>
                  </p:grpSpPr>
                  <p:pic>
                    <p:nvPicPr>
                      <p:cNvPr id="3614" name="Picture 3613">
                        <a:extLst>
                          <a:ext uri="{FF2B5EF4-FFF2-40B4-BE49-F238E27FC236}">
                            <a16:creationId xmlns:a16="http://schemas.microsoft.com/office/drawing/2014/main" id="{58E99F93-F3AE-0DED-762A-CA6E690BD206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0"/>
                      <a:stretch/>
                    </p:blipFill>
                    <p:spPr>
                      <a:xfrm>
                        <a:off x="6768733" y="3829950"/>
                        <a:ext cx="999110" cy="772312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3615" name="Graphic 3614">
                        <a:extLst>
                          <a:ext uri="{FF2B5EF4-FFF2-40B4-BE49-F238E27FC236}">
                            <a16:creationId xmlns:a16="http://schemas.microsoft.com/office/drawing/2014/main" id="{4DC08F62-185D-D3C2-B627-ECF59580E879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61"/>
                          </a:ext>
                        </a:extLst>
                      </a:blip>
                      <a:srcRect b="13014"/>
                      <a:stretch>
                        <a:fillRect/>
                      </a:stretch>
                    </p:blipFill>
                    <p:spPr>
                      <a:xfrm>
                        <a:off x="7240592" y="4066061"/>
                        <a:ext cx="457200" cy="497123"/>
                      </a:xfrm>
                      <a:prstGeom prst="rect">
                        <a:avLst/>
                      </a:prstGeom>
                    </p:spPr>
                  </p:pic>
                  <p:pic>
                    <p:nvPicPr>
                      <p:cNvPr id="3616" name="Graphic 3615" descr="Database outline">
                        <a:extLst>
                          <a:ext uri="{FF2B5EF4-FFF2-40B4-BE49-F238E27FC236}">
                            <a16:creationId xmlns:a16="http://schemas.microsoft.com/office/drawing/2014/main" id="{3DD44FBD-FB9E-B6B9-8866-DEAD1372E76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62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7315897" y="3636490"/>
                        <a:ext cx="556867" cy="556867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3617" name="Rectangle: Rounded Corners 3616">
                        <a:extLst>
                          <a:ext uri="{FF2B5EF4-FFF2-40B4-BE49-F238E27FC236}">
                            <a16:creationId xmlns:a16="http://schemas.microsoft.com/office/drawing/2014/main" id="{9B26BEAD-3258-5B0B-CC1B-4AE5F84FEF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03766" y="3872564"/>
                        <a:ext cx="894026" cy="690619"/>
                      </a:xfrm>
                      <a:prstGeom prst="roundRect">
                        <a:avLst/>
                      </a:prstGeom>
                      <a:noFill/>
                      <a:ln>
                        <a:solidFill>
                          <a:schemeClr val="accent5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613" name="TextBox 3612">
                          <a:extLst>
                            <a:ext uri="{FF2B5EF4-FFF2-40B4-BE49-F238E27FC236}">
                              <a16:creationId xmlns:a16="http://schemas.microsoft.com/office/drawing/2014/main" id="{3952A7AD-240B-0C06-4890-88719FF38AED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920766" y="1054007"/>
                          <a:ext cx="1042150" cy="74127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Sup>
                                  <m:sSubSupPr>
                                    <m:ctrlPr>
                                      <a:rPr lang="en-US" sz="15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1500" i="1" dirty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𝒟</m:t>
                                    </m:r>
                                  </m:e>
                                  <m:sub>
                                    <m:r>
                                      <a:rPr lang="en-US" sz="1500" i="1" dirty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sz="1500" i="1" dirty="0">
                                        <a:latin typeface="Cambria Math" panose="02040503050406030204" pitchFamily="18" charset="0"/>
                                      </a:rPr>
                                      <m:t>𝑡𝑟𝑎𝑖𝑛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sz="1500" i="1" dirty="0"/>
                        </a:p>
                      </p:txBody>
                    </p:sp>
                  </mc:Choice>
                  <mc:Fallback xmlns="">
                    <p:sp>
                      <p:nvSpPr>
                        <p:cNvPr id="3613" name="TextBox 3612">
                          <a:extLst>
                            <a:ext uri="{FF2B5EF4-FFF2-40B4-BE49-F238E27FC236}">
                              <a16:creationId xmlns:a16="http://schemas.microsoft.com/office/drawing/2014/main" id="{BE0C0EB3-57CD-084D-DA1D-2708E91E6F1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920766" y="1054007"/>
                          <a:ext cx="1042150" cy="741278"/>
                        </a:xfrm>
                        <a:prstGeom prst="rect">
                          <a:avLst/>
                        </a:prstGeom>
                        <a:blipFill>
                          <a:blip r:embed="rId63"/>
                          <a:stretch>
                            <a:fillRect r="-24419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4184" name="Group 4183">
                    <a:extLst>
                      <a:ext uri="{FF2B5EF4-FFF2-40B4-BE49-F238E27FC236}">
                        <a16:creationId xmlns:a16="http://schemas.microsoft.com/office/drawing/2014/main" id="{B217E468-1795-C3BF-0E44-56D68F4BC151}"/>
                      </a:ext>
                    </a:extLst>
                  </p:cNvPr>
                  <p:cNvGrpSpPr/>
                  <p:nvPr/>
                </p:nvGrpSpPr>
                <p:grpSpPr>
                  <a:xfrm>
                    <a:off x="5516593" y="5312674"/>
                    <a:ext cx="614381" cy="940344"/>
                    <a:chOff x="4693874" y="4824740"/>
                    <a:chExt cx="614381" cy="940344"/>
                  </a:xfrm>
                </p:grpSpPr>
                <p:grpSp>
                  <p:nvGrpSpPr>
                    <p:cNvPr id="59" name="Group 58">
                      <a:extLst>
                        <a:ext uri="{FF2B5EF4-FFF2-40B4-BE49-F238E27FC236}">
                          <a16:creationId xmlns:a16="http://schemas.microsoft.com/office/drawing/2014/main" id="{5BC3A59A-9AA8-2CB0-1A5A-7AC6456362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26255" y="5409943"/>
                      <a:ext cx="485369" cy="355141"/>
                      <a:chOff x="3061722" y="5671024"/>
                      <a:chExt cx="485369" cy="355141"/>
                    </a:xfrm>
                  </p:grpSpPr>
                  <p:grpSp>
                    <p:nvGrpSpPr>
                      <p:cNvPr id="60" name="Group 59">
                        <a:extLst>
                          <a:ext uri="{FF2B5EF4-FFF2-40B4-BE49-F238E27FC236}">
                            <a16:creationId xmlns:a16="http://schemas.microsoft.com/office/drawing/2014/main" id="{5FED05C9-DB69-DB30-B974-762E50A3EFD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061722" y="5671024"/>
                        <a:ext cx="168102" cy="234190"/>
                        <a:chOff x="6055360" y="287542"/>
                        <a:chExt cx="233303" cy="350100"/>
                      </a:xfrm>
                    </p:grpSpPr>
                    <p:pic>
                      <p:nvPicPr>
                        <p:cNvPr id="62" name="Graphic 61" descr="Document outline">
                          <a:extLst>
                            <a:ext uri="{FF2B5EF4-FFF2-40B4-BE49-F238E27FC236}">
                              <a16:creationId xmlns:a16="http://schemas.microsoft.com/office/drawing/2014/main" id="{203169DF-30C7-B36B-9995-09F3B92C601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32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6055360" y="291935"/>
                          <a:ext cx="233303" cy="180333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3" name="Graphic 62" descr="Document outline">
                          <a:extLst>
                            <a:ext uri="{FF2B5EF4-FFF2-40B4-BE49-F238E27FC236}">
                              <a16:creationId xmlns:a16="http://schemas.microsoft.com/office/drawing/2014/main" id="{FD153F5E-9FD5-1D3F-D84E-9F0C85D318D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32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6055360" y="457309"/>
                          <a:ext cx="233303" cy="180333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4170" name="Rectangle: Rounded Corners 4169">
                          <a:extLst>
                            <a:ext uri="{FF2B5EF4-FFF2-40B4-BE49-F238E27FC236}">
                              <a16:creationId xmlns:a16="http://schemas.microsoft.com/office/drawing/2014/main" id="{0DE7826F-6C58-6FC3-BBAA-733361FBBDA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078876" y="287542"/>
                          <a:ext cx="188574" cy="346048"/>
                        </a:xfrm>
                        <a:prstGeom prst="roundRect">
                          <a:avLst>
                            <a:gd name="adj" fmla="val 0"/>
                          </a:avLst>
                        </a:prstGeom>
                        <a:noFill/>
                        <a:ln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61" name="TextBox 60">
                            <a:extLst>
                              <a:ext uri="{FF2B5EF4-FFF2-40B4-BE49-F238E27FC236}">
                                <a16:creationId xmlns:a16="http://schemas.microsoft.com/office/drawing/2014/main" id="{8D8771F0-78AA-7582-75E1-04E65A1A4659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150773" y="5692002"/>
                            <a:ext cx="396318" cy="33416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sSup>
                                    <m:sSupPr>
                                      <m:ctrlPr>
                                        <a:rPr lang="en-US" sz="1500" i="1">
                                          <a:solidFill>
                                            <a:schemeClr val="accent5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500" i="1">
                                          <a:solidFill>
                                            <a:schemeClr val="accent5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p>
                                      <m:r>
                                        <a:rPr lang="en-US" sz="1500" i="1">
                                          <a:solidFill>
                                            <a:schemeClr val="accent5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en-US" sz="1500" i="1">
                                          <a:solidFill>
                                            <a:schemeClr val="accent5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500" i="1">
                                          <a:solidFill>
                                            <a:schemeClr val="accent5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</m:sSup>
                                </m:oMath>
                              </m:oMathPara>
                            </a14:m>
                            <a:endParaRPr lang="en-US" sz="1500" i="1" dirty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61" name="TextBox 60">
                            <a:extLst>
                              <a:ext uri="{FF2B5EF4-FFF2-40B4-BE49-F238E27FC236}">
                                <a16:creationId xmlns:a16="http://schemas.microsoft.com/office/drawing/2014/main" id="{5782C356-14D7-F916-079E-2A424D5EEAAD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3150773" y="5692002"/>
                            <a:ext cx="396318" cy="334163"/>
                          </a:xfrm>
                          <a:prstGeom prst="rect">
                            <a:avLst/>
                          </a:prstGeom>
                          <a:blipFill>
                            <a:blip r:embed="rId64"/>
                            <a:stretch>
                              <a:fillRect r="-12308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grpSp>
                  <p:nvGrpSpPr>
                    <p:cNvPr id="4171" name="Group 4170">
                      <a:extLst>
                        <a:ext uri="{FF2B5EF4-FFF2-40B4-BE49-F238E27FC236}">
                          <a16:creationId xmlns:a16="http://schemas.microsoft.com/office/drawing/2014/main" id="{CF6021F5-00BA-CD6E-2DC9-65F6BC68D2A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20772" y="4824740"/>
                      <a:ext cx="587483" cy="465774"/>
                      <a:chOff x="5158455" y="5476843"/>
                      <a:chExt cx="815347" cy="696301"/>
                    </a:xfrm>
                  </p:grpSpPr>
                  <p:grpSp>
                    <p:nvGrpSpPr>
                      <p:cNvPr id="4172" name="Group 4171">
                        <a:extLst>
                          <a:ext uri="{FF2B5EF4-FFF2-40B4-BE49-F238E27FC236}">
                            <a16:creationId xmlns:a16="http://schemas.microsoft.com/office/drawing/2014/main" id="{13A9A196-C6A5-BD41-468D-1099B45819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158455" y="5658231"/>
                        <a:ext cx="815347" cy="514913"/>
                        <a:chOff x="7519772" y="1024128"/>
                        <a:chExt cx="815347" cy="514913"/>
                      </a:xfrm>
                    </p:grpSpPr>
                    <p:grpSp>
                      <p:nvGrpSpPr>
                        <p:cNvPr id="4174" name="Group 4173">
                          <a:extLst>
                            <a:ext uri="{FF2B5EF4-FFF2-40B4-BE49-F238E27FC236}">
                              <a16:creationId xmlns:a16="http://schemas.microsoft.com/office/drawing/2014/main" id="{5C63A62D-7453-573A-1CD1-164BB42ACD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7519772" y="1024128"/>
                          <a:ext cx="345427" cy="327404"/>
                          <a:chOff x="9294411" y="630616"/>
                          <a:chExt cx="351563" cy="473848"/>
                        </a:xfrm>
                      </p:grpSpPr>
                      <p:sp>
                        <p:nvSpPr>
                          <p:cNvPr id="4176" name="Cube 4175">
                            <a:extLst>
                              <a:ext uri="{FF2B5EF4-FFF2-40B4-BE49-F238E27FC236}">
                                <a16:creationId xmlns:a16="http://schemas.microsoft.com/office/drawing/2014/main" id="{22686A86-F32F-A024-1253-A9C16DFC0B4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43744" y="690253"/>
                            <a:ext cx="264757" cy="152593"/>
                          </a:xfrm>
                          <a:prstGeom prst="cube">
                            <a:avLst>
                              <a:gd name="adj" fmla="val 52933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4177" name="Cube 4176">
                            <a:extLst>
                              <a:ext uri="{FF2B5EF4-FFF2-40B4-BE49-F238E27FC236}">
                                <a16:creationId xmlns:a16="http://schemas.microsoft.com/office/drawing/2014/main" id="{D5886012-1416-393D-1C2D-AEE7DC7CC4A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43744" y="907365"/>
                            <a:ext cx="264757" cy="152593"/>
                          </a:xfrm>
                          <a:prstGeom prst="cube">
                            <a:avLst>
                              <a:gd name="adj" fmla="val 52933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/>
                          </a:p>
                        </p:txBody>
                      </p:sp>
                      <p:sp>
                        <p:nvSpPr>
                          <p:cNvPr id="4178" name="Rectangle: Rounded Corners 4177">
                            <a:extLst>
                              <a:ext uri="{FF2B5EF4-FFF2-40B4-BE49-F238E27FC236}">
                                <a16:creationId xmlns:a16="http://schemas.microsoft.com/office/drawing/2014/main" id="{E7AD4DA9-55D7-3513-2E43-05619BA53D2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294411" y="630616"/>
                            <a:ext cx="351563" cy="473848"/>
                          </a:xfrm>
                          <a:prstGeom prst="roundRect">
                            <a:avLst/>
                          </a:prstGeom>
                          <a:noFill/>
                          <a:ln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/>
                          </a:p>
                        </p:txBody>
                      </p:sp>
                    </p:grpSp>
                    <mc:AlternateContent xmlns:mc="http://schemas.openxmlformats.org/markup-compatibility/2006" xmlns:a14="http://schemas.microsoft.com/office/drawing/2010/main">
                      <mc:Choice Requires="a14">
                        <p:sp>
                          <p:nvSpPr>
                            <p:cNvPr id="4175" name="TextBox 4174">
                              <a:extLst>
                                <a:ext uri="{FF2B5EF4-FFF2-40B4-BE49-F238E27FC236}">
                                  <a16:creationId xmlns:a16="http://schemas.microsoft.com/office/drawing/2014/main" id="{10DC32DB-DEC7-B12C-16C5-0FA380893D92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7785083" y="1039488"/>
                              <a:ext cx="550036" cy="499553"/>
                            </a:xfrm>
                            <a:prstGeom prst="rect">
                              <a:avLst/>
                            </a:prstGeom>
                            <a:noFill/>
                            <a:ln>
                              <a:noFill/>
                            </a:ln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/>
                              <a14:m>
                                <m:oMathPara xmlns:m="http://schemas.openxmlformats.org/officeDocument/2006/math">
                                  <m:oMath>
                                    <m:sSup>
                                      <m:sSupPr>
                                        <m:ctrlPr>
                                          <a:rPr lang="en-US" sz="1500" i="1">
                                            <a:solidFill>
                                              <a:schemeClr val="accent5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500" i="1">
                                            <a:solidFill>
                                              <a:schemeClr val="accent5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𝐸</m:t>
                                        </m:r>
                                      </m:e>
                                      <m:sup>
                                        <m:r>
                                          <a:rPr lang="en-US" sz="1500" i="1">
                                            <a:solidFill>
                                              <a:schemeClr val="accent5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  <m:r>
                                          <a:rPr lang="en-US" sz="1500" i="1">
                                            <a:solidFill>
                                              <a:schemeClr val="accent5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sz="1500" i="1">
                                            <a:solidFill>
                                              <a:schemeClr val="accent5">
                                                <a:lumMod val="60000"/>
                                                <a:lumOff val="40000"/>
                                              </a:schemeClr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</m:oMath>
                                </m:oMathPara>
                              </a14:m>
                              <a:endParaRPr lang="en-US" sz="1500" i="1" dirty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</a:endParaRPr>
                            </a:p>
                          </p:txBody>
                        </p:sp>
                      </mc:Choice>
                      <mc:Fallback xmlns="">
                        <p:sp>
                          <p:nvSpPr>
                            <p:cNvPr id="4175" name="TextBox 4174">
                              <a:extLst>
                                <a:ext uri="{FF2B5EF4-FFF2-40B4-BE49-F238E27FC236}">
                                  <a16:creationId xmlns:a16="http://schemas.microsoft.com/office/drawing/2014/main" id="{EA942BCD-E766-758C-8EB1-83C3C48F4C7C}"/>
                                </a:ext>
                              </a:extLst>
                            </p:cNvPr>
                            <p:cNvSpPr txBox="1">
                              <a:spLocks noRot="1" noChangeAspect="1" noMove="1" noResize="1" noEditPoints="1" noAdjustHandles="1" noChangeArrowheads="1" noChangeShapeType="1" noTextEdit="1"/>
                            </p:cNvSpPr>
                            <p:nvPr/>
                          </p:nvSpPr>
                          <p:spPr>
                            <a:xfrm>
                              <a:off x="7785083" y="1039488"/>
                              <a:ext cx="550036" cy="499553"/>
                            </a:xfrm>
                            <a:prstGeom prst="rect">
                              <a:avLst/>
                            </a:prstGeom>
                            <a:blipFill>
                              <a:blip r:embed="rId65"/>
                              <a:stretch>
                                <a:fillRect r="-12308"/>
                              </a:stretch>
                            </a:blipFill>
                            <a:ln>
                              <a:noFill/>
                            </a:ln>
                          </p:spPr>
                          <p:txBody>
                            <a:bodyPr/>
                            <a:lstStyle/>
                            <a:p>
                              <a:r>
                                <a:rPr lang="en-US">
                                  <a:noFill/>
                                </a:rPr>
                                <a:t> </a:t>
                              </a:r>
                            </a:p>
                          </p:txBody>
                        </p:sp>
                      </mc:Fallback>
                    </mc:AlternateContent>
                  </p:grpSp>
                  <p:pic>
                    <p:nvPicPr>
                      <p:cNvPr id="4173" name="Graphic 4172" descr="Snowflake outline">
                        <a:extLst>
                          <a:ext uri="{FF2B5EF4-FFF2-40B4-BE49-F238E27FC236}">
                            <a16:creationId xmlns:a16="http://schemas.microsoft.com/office/drawing/2014/main" id="{676700D2-D448-DDA4-80C5-60A0662EE88E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>
                        <a:extLst>
                          <a:ext uri="{96DAC541-7B7A-43D3-8B79-37D633B846F1}">
                            <asvg:svgBlip xmlns:asvg="http://schemas.microsoft.com/office/drawing/2016/SVG/main" r:embed="rId43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>
                        <a:off x="5235896" y="5476843"/>
                        <a:ext cx="420372" cy="383997"/>
                      </a:xfrm>
                      <a:prstGeom prst="rect">
                        <a:avLst/>
                      </a:prstGeom>
                    </p:spPr>
                  </p:pic>
                </p:grpSp>
                <p:grpSp>
                  <p:nvGrpSpPr>
                    <p:cNvPr id="4179" name="Group 4178">
                      <a:extLst>
                        <a:ext uri="{FF2B5EF4-FFF2-40B4-BE49-F238E27FC236}">
                          <a16:creationId xmlns:a16="http://schemas.microsoft.com/office/drawing/2014/main" id="{E0BDC662-20A5-D220-3DDF-43C67AE59F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693874" y="5164663"/>
                      <a:ext cx="486491" cy="303522"/>
                      <a:chOff x="678677" y="5670021"/>
                      <a:chExt cx="486491" cy="303522"/>
                    </a:xfrm>
                  </p:grpSpPr>
                  <p:sp>
                    <p:nvSpPr>
                      <p:cNvPr id="4180" name="Arrow: Circular 4179">
                        <a:extLst>
                          <a:ext uri="{FF2B5EF4-FFF2-40B4-BE49-F238E27FC236}">
                            <a16:creationId xmlns:a16="http://schemas.microsoft.com/office/drawing/2014/main" id="{C6CFDF52-4CFA-947B-1E05-716A1275AD6D}"/>
                          </a:ext>
                        </a:extLst>
                      </p:cNvPr>
                      <p:cNvSpPr/>
                      <p:nvPr/>
                    </p:nvSpPr>
                    <p:spPr>
                      <a:xfrm rot="6882931" flipH="1">
                        <a:off x="703541" y="5645157"/>
                        <a:ext cx="303522" cy="353249"/>
                      </a:xfrm>
                      <a:prstGeom prst="circularArrow">
                        <a:avLst>
                          <a:gd name="adj1" fmla="val 15315"/>
                          <a:gd name="adj2" fmla="val 1051935"/>
                          <a:gd name="adj3" fmla="val 20543810"/>
                          <a:gd name="adj4" fmla="val 13949823"/>
                          <a:gd name="adj5" fmla="val 12500"/>
                        </a:avLst>
                      </a:prstGeom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ln>
                        <a:solidFill>
                          <a:schemeClr val="accent5">
                            <a:lumMod val="75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  <p:grpSp>
                    <p:nvGrpSpPr>
                      <p:cNvPr id="4181" name="Group 4180">
                        <a:extLst>
                          <a:ext uri="{FF2B5EF4-FFF2-40B4-BE49-F238E27FC236}">
                            <a16:creationId xmlns:a16="http://schemas.microsoft.com/office/drawing/2014/main" id="{0A5FA81F-479A-6487-5692-315C1A4EC6A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75210" y="5731099"/>
                        <a:ext cx="189958" cy="138344"/>
                        <a:chOff x="8820152" y="4250861"/>
                        <a:chExt cx="967734" cy="886562"/>
                      </a:xfrm>
                    </p:grpSpPr>
                    <p:sp>
                      <p:nvSpPr>
                        <p:cNvPr id="4182" name="Flowchart: Manual Operation 4181">
                          <a:extLst>
                            <a:ext uri="{FF2B5EF4-FFF2-40B4-BE49-F238E27FC236}">
                              <a16:creationId xmlns:a16="http://schemas.microsoft.com/office/drawing/2014/main" id="{738C6238-402A-DA95-FB27-D6C8A0937AA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10800000">
                          <a:off x="8820152" y="4293919"/>
                          <a:ext cx="967732" cy="800993"/>
                        </a:xfrm>
                        <a:prstGeom prst="flowChartManualOperation">
                          <a:avLst/>
                        </a:prstGeom>
                        <a:solidFill>
                          <a:schemeClr val="tx2">
                            <a:lumMod val="25000"/>
                            <a:lumOff val="75000"/>
                          </a:schemeClr>
                        </a:solidFill>
                        <a:ln>
                          <a:solidFill>
                            <a:schemeClr val="tx2">
                              <a:lumMod val="25000"/>
                              <a:lumOff val="75000"/>
                            </a:schemeClr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p:txBody>
                    </p:sp>
                    <p:pic>
                      <p:nvPicPr>
                        <p:cNvPr id="4183" name="Graphic 4182" descr="Document with solid fill">
                          <a:extLst>
                            <a:ext uri="{FF2B5EF4-FFF2-40B4-BE49-F238E27FC236}">
                              <a16:creationId xmlns:a16="http://schemas.microsoft.com/office/drawing/2014/main" id="{8696F413-2F20-1FAE-21B2-4A9B2CF1B52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>
                          <a:extLst>
                            <a:ext uri="{96DAC541-7B7A-43D3-8B79-37D633B846F1}">
                              <asvg:svgBlip xmlns:asvg="http://schemas.microsoft.com/office/drawing/2016/SVG/main" r:embed="rId51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8873486" y="4250861"/>
                          <a:ext cx="914400" cy="88656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grpSp>
                <p:nvGrpSpPr>
                  <p:cNvPr id="4185" name="Group 4184">
                    <a:extLst>
                      <a:ext uri="{FF2B5EF4-FFF2-40B4-BE49-F238E27FC236}">
                        <a16:creationId xmlns:a16="http://schemas.microsoft.com/office/drawing/2014/main" id="{EBA03271-90B6-B083-39B4-6B3E0E0E1D5C}"/>
                      </a:ext>
                    </a:extLst>
                  </p:cNvPr>
                  <p:cNvGrpSpPr/>
                  <p:nvPr/>
                </p:nvGrpSpPr>
                <p:grpSpPr>
                  <a:xfrm>
                    <a:off x="4799235" y="5053126"/>
                    <a:ext cx="581919" cy="702632"/>
                    <a:chOff x="-11844" y="5057742"/>
                    <a:chExt cx="581919" cy="702632"/>
                  </a:xfrm>
                </p:grpSpPr>
                <p:sp>
                  <p:nvSpPr>
                    <p:cNvPr id="4186" name="Arrow: Right 4185">
                      <a:extLst>
                        <a:ext uri="{FF2B5EF4-FFF2-40B4-BE49-F238E27FC236}">
                          <a16:creationId xmlns:a16="http://schemas.microsoft.com/office/drawing/2014/main" id="{E38AA9AC-4D9B-211C-3D57-6E0EAB0A5B3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05318" y="5546454"/>
                      <a:ext cx="257939" cy="116308"/>
                    </a:xfrm>
                    <a:prstGeom prst="rightArrow">
                      <a:avLst>
                        <a:gd name="adj1" fmla="val 50000"/>
                        <a:gd name="adj2" fmla="val 47899"/>
                      </a:avLst>
                    </a:prstGeom>
                    <a:gradFill>
                      <a:gsLst>
                        <a:gs pos="0">
                          <a:schemeClr val="accent1">
                            <a:lumMod val="75000"/>
                          </a:schemeClr>
                        </a:gs>
                        <a:gs pos="90000">
                          <a:schemeClr val="bg2"/>
                        </a:gs>
                      </a:gsLst>
                      <a:path path="circle">
                        <a:fillToRect l="100000" b="100000"/>
                      </a:path>
                    </a:gra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grpSp>
                  <p:nvGrpSpPr>
                    <p:cNvPr id="4187" name="Group 4186">
                      <a:extLst>
                        <a:ext uri="{FF2B5EF4-FFF2-40B4-BE49-F238E27FC236}">
                          <a16:creationId xmlns:a16="http://schemas.microsoft.com/office/drawing/2014/main" id="{A37BE818-2FA8-F32E-F749-D3CB65897E6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419" y="5057742"/>
                      <a:ext cx="428656" cy="513651"/>
                      <a:chOff x="5533022" y="1086104"/>
                      <a:chExt cx="594916" cy="767878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4189" name="TextBox 4188">
                            <a:extLst>
                              <a:ext uri="{FF2B5EF4-FFF2-40B4-BE49-F238E27FC236}">
                                <a16:creationId xmlns:a16="http://schemas.microsoft.com/office/drawing/2014/main" id="{8A35ABEA-DA0C-78CE-9F79-A3A2C1E2E9FC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533022" y="1142027"/>
                            <a:ext cx="383060" cy="71195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oMath>
                              </m:oMathPara>
                            </a14:m>
                            <a:endParaRPr lang="en-US" sz="2400" i="1" dirty="0">
                              <a:solidFill>
                                <a:srgbClr val="390AE4"/>
                              </a:solidFill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4189" name="TextBox 4188">
                            <a:extLst>
                              <a:ext uri="{FF2B5EF4-FFF2-40B4-BE49-F238E27FC236}">
                                <a16:creationId xmlns:a16="http://schemas.microsoft.com/office/drawing/2014/main" id="{6BF56622-6A08-3328-CBCD-A8EF4C83230B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5533022" y="1142027"/>
                            <a:ext cx="383060" cy="711955"/>
                          </a:xfrm>
                          <a:prstGeom prst="rect">
                            <a:avLst/>
                          </a:prstGeom>
                          <a:blipFill>
                            <a:blip r:embed="rId66"/>
                            <a:stretch>
                              <a:fillRect l="-6667" r="-53333"/>
                            </a:stretch>
                          </a:blipFill>
                          <a:ln>
                            <a:noFill/>
                          </a:ln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pic>
                    <p:nvPicPr>
                      <p:cNvPr id="4190" name="Picture 4189">
                        <a:extLst>
                          <a:ext uri="{FF2B5EF4-FFF2-40B4-BE49-F238E27FC236}">
                            <a16:creationId xmlns:a16="http://schemas.microsoft.com/office/drawing/2014/main" id="{B780B0AA-966F-316F-29D3-BE86B7EF3C89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49"/>
                      <a:stretch/>
                    </p:blipFill>
                    <p:spPr>
                      <a:xfrm>
                        <a:off x="5811572" y="1086104"/>
                        <a:ext cx="316366" cy="315902"/>
                      </a:xfrm>
                      <a:prstGeom prst="rect">
                        <a:avLst/>
                      </a:prstGeom>
                    </p:spPr>
                  </p:pic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88" name="TextBox 4187">
                          <a:extLst>
                            <a:ext uri="{FF2B5EF4-FFF2-40B4-BE49-F238E27FC236}">
                              <a16:creationId xmlns:a16="http://schemas.microsoft.com/office/drawing/2014/main" id="{5F94E554-255F-0CA0-A66E-844D821C63AA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-11844" y="5427005"/>
                          <a:ext cx="276006" cy="33336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500" i="1">
                                        <a:solidFill>
                                          <a:srgbClr val="390AE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500" i="1">
                                        <a:solidFill>
                                          <a:srgbClr val="390AE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500" i="1">
                                        <a:solidFill>
                                          <a:srgbClr val="390AE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𝑏𝑎𝑠𝑒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500" i="1" dirty="0">
                            <a:solidFill>
                              <a:srgbClr val="390AE4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88" name="TextBox 4187">
                          <a:extLst>
                            <a:ext uri="{FF2B5EF4-FFF2-40B4-BE49-F238E27FC236}">
                              <a16:creationId xmlns:a16="http://schemas.microsoft.com/office/drawing/2014/main" id="{DF6899D6-F33D-3294-8352-E593052EF8A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-11844" y="5427005"/>
                          <a:ext cx="276006" cy="333369"/>
                        </a:xfrm>
                        <a:prstGeom prst="rect">
                          <a:avLst/>
                        </a:prstGeom>
                        <a:blipFill>
                          <a:blip r:embed="rId67"/>
                          <a:stretch>
                            <a:fillRect r="-100000"/>
                          </a:stretch>
                        </a:blipFill>
                        <a:ln>
                          <a:noFill/>
                        </a:ln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</p:grpSp>
        </p:grpSp>
        <p:sp>
          <p:nvSpPr>
            <p:cNvPr id="3732" name="Arrow: Right 3731">
              <a:extLst>
                <a:ext uri="{FF2B5EF4-FFF2-40B4-BE49-F238E27FC236}">
                  <a16:creationId xmlns:a16="http://schemas.microsoft.com/office/drawing/2014/main" id="{65C30FCB-3BD8-0495-0EA7-123C7DA3288C}"/>
                </a:ext>
              </a:extLst>
            </p:cNvPr>
            <p:cNvSpPr/>
            <p:nvPr/>
          </p:nvSpPr>
          <p:spPr>
            <a:xfrm flipV="1">
              <a:off x="5379198" y="5222545"/>
              <a:ext cx="1148855" cy="152015"/>
            </a:xfrm>
            <a:prstGeom prst="rightArrow">
              <a:avLst>
                <a:gd name="adj1" fmla="val 50000"/>
                <a:gd name="adj2" fmla="val 47899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884" name="Group 4883">
            <a:extLst>
              <a:ext uri="{FF2B5EF4-FFF2-40B4-BE49-F238E27FC236}">
                <a16:creationId xmlns:a16="http://schemas.microsoft.com/office/drawing/2014/main" id="{74853A56-E00D-2C1D-0A91-8A5CB84FF6BF}"/>
              </a:ext>
            </a:extLst>
          </p:cNvPr>
          <p:cNvGrpSpPr/>
          <p:nvPr/>
        </p:nvGrpSpPr>
        <p:grpSpPr>
          <a:xfrm flipH="1">
            <a:off x="36882" y="4135809"/>
            <a:ext cx="11434900" cy="395338"/>
            <a:chOff x="-62321" y="4309834"/>
            <a:chExt cx="11581274" cy="407821"/>
          </a:xfrm>
        </p:grpSpPr>
        <p:sp>
          <p:nvSpPr>
            <p:cNvPr id="4883" name="Arrow: Right 4882">
              <a:extLst>
                <a:ext uri="{FF2B5EF4-FFF2-40B4-BE49-F238E27FC236}">
                  <a16:creationId xmlns:a16="http://schemas.microsoft.com/office/drawing/2014/main" id="{68DA620D-AED9-F7F6-1235-1C7BC06005E2}"/>
                </a:ext>
              </a:extLst>
            </p:cNvPr>
            <p:cNvSpPr/>
            <p:nvPr/>
          </p:nvSpPr>
          <p:spPr>
            <a:xfrm rot="10800000" flipV="1">
              <a:off x="-62321" y="4309834"/>
              <a:ext cx="11581274" cy="407821"/>
            </a:xfrm>
            <a:prstGeom prst="rightArrow">
              <a:avLst>
                <a:gd name="adj1" fmla="val 50000"/>
                <a:gd name="adj2" fmla="val 47899"/>
              </a:avLst>
            </a:prstGeom>
            <a:gradFill flip="none" rotWithShape="1">
              <a:gsLst>
                <a:gs pos="53820">
                  <a:srgbClr val="FFFF00"/>
                </a:gs>
                <a:gs pos="0">
                  <a:srgbClr val="C9C400"/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88" name="TextBox 5187">
              <a:extLst>
                <a:ext uri="{FF2B5EF4-FFF2-40B4-BE49-F238E27FC236}">
                  <a16:creationId xmlns:a16="http://schemas.microsoft.com/office/drawing/2014/main" id="{6DE61C13-837E-6BEB-CBE4-9501A2384003}"/>
                </a:ext>
              </a:extLst>
            </p:cNvPr>
            <p:cNvSpPr txBox="1"/>
            <p:nvPr/>
          </p:nvSpPr>
          <p:spPr>
            <a:xfrm>
              <a:off x="3081078" y="4352688"/>
              <a:ext cx="5607348" cy="3492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i="1" dirty="0"/>
                <a:t>Continual Test-Time Adaptation – CAST-Side Framework</a:t>
              </a:r>
            </a:p>
          </p:txBody>
        </p:sp>
      </p:grpSp>
      <p:grpSp>
        <p:nvGrpSpPr>
          <p:cNvPr id="4887" name="Group 4886">
            <a:extLst>
              <a:ext uri="{FF2B5EF4-FFF2-40B4-BE49-F238E27FC236}">
                <a16:creationId xmlns:a16="http://schemas.microsoft.com/office/drawing/2014/main" id="{C4CDFBF4-9718-7FA2-DBFE-9F3F0F2E18B6}"/>
              </a:ext>
            </a:extLst>
          </p:cNvPr>
          <p:cNvGrpSpPr/>
          <p:nvPr/>
        </p:nvGrpSpPr>
        <p:grpSpPr>
          <a:xfrm>
            <a:off x="53893" y="6487198"/>
            <a:ext cx="11434900" cy="370785"/>
            <a:chOff x="27877" y="6563487"/>
            <a:chExt cx="11434900" cy="382493"/>
          </a:xfrm>
        </p:grpSpPr>
        <p:sp>
          <p:nvSpPr>
            <p:cNvPr id="4886" name="Arrow: Right 4885">
              <a:extLst>
                <a:ext uri="{FF2B5EF4-FFF2-40B4-BE49-F238E27FC236}">
                  <a16:creationId xmlns:a16="http://schemas.microsoft.com/office/drawing/2014/main" id="{E5949CAA-1740-03CA-9C20-EE14372B372A}"/>
                </a:ext>
              </a:extLst>
            </p:cNvPr>
            <p:cNvSpPr/>
            <p:nvPr/>
          </p:nvSpPr>
          <p:spPr>
            <a:xfrm flipV="1">
              <a:off x="27877" y="6563487"/>
              <a:ext cx="11434900" cy="382493"/>
            </a:xfrm>
            <a:prstGeom prst="rightArrow">
              <a:avLst>
                <a:gd name="adj1" fmla="val 50000"/>
                <a:gd name="adj2" fmla="val 56086"/>
              </a:avLst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598" name="TextBox 4597">
              <a:extLst>
                <a:ext uri="{FF2B5EF4-FFF2-40B4-BE49-F238E27FC236}">
                  <a16:creationId xmlns:a16="http://schemas.microsoft.com/office/drawing/2014/main" id="{D9E54238-C228-5A60-3D9E-7C41D59ABA8B}"/>
                </a:ext>
              </a:extLst>
            </p:cNvPr>
            <p:cNvSpPr txBox="1"/>
            <p:nvPr/>
          </p:nvSpPr>
          <p:spPr>
            <a:xfrm>
              <a:off x="2913127" y="6579484"/>
              <a:ext cx="5952958" cy="3492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i="1" dirty="0"/>
                <a:t>MLP-free Task-specific Fine-Tuning and Continual Model Merging</a:t>
              </a:r>
            </a:p>
          </p:txBody>
        </p:sp>
      </p:grpSp>
      <p:grpSp>
        <p:nvGrpSpPr>
          <p:cNvPr id="3734" name="Group 3733">
            <a:extLst>
              <a:ext uri="{FF2B5EF4-FFF2-40B4-BE49-F238E27FC236}">
                <a16:creationId xmlns:a16="http://schemas.microsoft.com/office/drawing/2014/main" id="{DEBEF14D-3F6E-97F8-03D4-CFCF6EB7270A}"/>
              </a:ext>
            </a:extLst>
          </p:cNvPr>
          <p:cNvGrpSpPr/>
          <p:nvPr/>
        </p:nvGrpSpPr>
        <p:grpSpPr>
          <a:xfrm>
            <a:off x="11670487" y="4"/>
            <a:ext cx="1535445" cy="584775"/>
            <a:chOff x="12250344" y="0"/>
            <a:chExt cx="1535445" cy="529331"/>
          </a:xfrm>
        </p:grpSpPr>
        <p:sp>
          <p:nvSpPr>
            <p:cNvPr id="5050" name="Arrow: Right 5049">
              <a:extLst>
                <a:ext uri="{FF2B5EF4-FFF2-40B4-BE49-F238E27FC236}">
                  <a16:creationId xmlns:a16="http://schemas.microsoft.com/office/drawing/2014/main" id="{C2BADDB4-CE56-6C17-4366-FE2DE0D90CB9}"/>
                </a:ext>
              </a:extLst>
            </p:cNvPr>
            <p:cNvSpPr/>
            <p:nvPr/>
          </p:nvSpPr>
          <p:spPr>
            <a:xfrm>
              <a:off x="12250344" y="129417"/>
              <a:ext cx="374270" cy="302870"/>
            </a:xfrm>
            <a:prstGeom prst="rightArrow">
              <a:avLst>
                <a:gd name="adj1" fmla="val 50000"/>
                <a:gd name="adj2" fmla="val 47899"/>
              </a:avLst>
            </a:prstGeom>
            <a:solidFill>
              <a:srgbClr val="FF8989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54" name="TextBox 5053">
              <a:extLst>
                <a:ext uri="{FF2B5EF4-FFF2-40B4-BE49-F238E27FC236}">
                  <a16:creationId xmlns:a16="http://schemas.microsoft.com/office/drawing/2014/main" id="{FE16065B-BAE1-B744-B739-95123F9017EC}"/>
                </a:ext>
              </a:extLst>
            </p:cNvPr>
            <p:cNvSpPr txBox="1"/>
            <p:nvPr/>
          </p:nvSpPr>
          <p:spPr>
            <a:xfrm>
              <a:off x="12639348" y="0"/>
              <a:ext cx="1146441" cy="529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i="1" dirty="0">
                  <a:latin typeface="Aptos (Body)"/>
                </a:rPr>
                <a:t>Random Sampling</a:t>
              </a:r>
            </a:p>
          </p:txBody>
        </p:sp>
      </p:grpSp>
      <p:grpSp>
        <p:nvGrpSpPr>
          <p:cNvPr id="3735" name="Group 3734">
            <a:extLst>
              <a:ext uri="{FF2B5EF4-FFF2-40B4-BE49-F238E27FC236}">
                <a16:creationId xmlns:a16="http://schemas.microsoft.com/office/drawing/2014/main" id="{73D6C889-07F4-F560-C1DC-94F3D4343761}"/>
              </a:ext>
            </a:extLst>
          </p:cNvPr>
          <p:cNvGrpSpPr/>
          <p:nvPr/>
        </p:nvGrpSpPr>
        <p:grpSpPr>
          <a:xfrm>
            <a:off x="11694433" y="750115"/>
            <a:ext cx="1711685" cy="584775"/>
            <a:chOff x="12274290" y="638595"/>
            <a:chExt cx="1711685" cy="584777"/>
          </a:xfrm>
        </p:grpSpPr>
        <p:sp>
          <p:nvSpPr>
            <p:cNvPr id="3709" name="Arrow: Right 3708">
              <a:extLst>
                <a:ext uri="{FF2B5EF4-FFF2-40B4-BE49-F238E27FC236}">
                  <a16:creationId xmlns:a16="http://schemas.microsoft.com/office/drawing/2014/main" id="{D3B2C13C-A7C5-6C79-0367-C22A5D8B6451}"/>
                </a:ext>
              </a:extLst>
            </p:cNvPr>
            <p:cNvSpPr/>
            <p:nvPr/>
          </p:nvSpPr>
          <p:spPr>
            <a:xfrm>
              <a:off x="12274290" y="789205"/>
              <a:ext cx="356855" cy="308610"/>
            </a:xfrm>
            <a:prstGeom prst="rightArrow">
              <a:avLst>
                <a:gd name="adj1" fmla="val 50000"/>
                <a:gd name="adj2" fmla="val 47899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11" name="TextBox 3710">
              <a:extLst>
                <a:ext uri="{FF2B5EF4-FFF2-40B4-BE49-F238E27FC236}">
                  <a16:creationId xmlns:a16="http://schemas.microsoft.com/office/drawing/2014/main" id="{EA8EE9DD-30CD-74A5-EA49-8548CBE92BE1}"/>
                </a:ext>
              </a:extLst>
            </p:cNvPr>
            <p:cNvSpPr txBox="1"/>
            <p:nvPr/>
          </p:nvSpPr>
          <p:spPr>
            <a:xfrm>
              <a:off x="12645363" y="638595"/>
              <a:ext cx="1340612" cy="584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i="1" dirty="0">
                  <a:latin typeface="Aptos (Body)"/>
                </a:rPr>
                <a:t>Augmented Sub-bags</a:t>
              </a:r>
            </a:p>
          </p:txBody>
        </p:sp>
      </p:grpSp>
      <p:grpSp>
        <p:nvGrpSpPr>
          <p:cNvPr id="5104" name="Group 5103">
            <a:extLst>
              <a:ext uri="{FF2B5EF4-FFF2-40B4-BE49-F238E27FC236}">
                <a16:creationId xmlns:a16="http://schemas.microsoft.com/office/drawing/2014/main" id="{EB9F9EE1-8E69-4C5B-C3AF-3BEA42C646DF}"/>
              </a:ext>
            </a:extLst>
          </p:cNvPr>
          <p:cNvGrpSpPr/>
          <p:nvPr/>
        </p:nvGrpSpPr>
        <p:grpSpPr>
          <a:xfrm>
            <a:off x="11678002" y="1519903"/>
            <a:ext cx="1501998" cy="650695"/>
            <a:chOff x="11678002" y="1263418"/>
            <a:chExt cx="1501998" cy="650697"/>
          </a:xfrm>
        </p:grpSpPr>
        <p:grpSp>
          <p:nvGrpSpPr>
            <p:cNvPr id="3717" name="Group 3716">
              <a:extLst>
                <a:ext uri="{FF2B5EF4-FFF2-40B4-BE49-F238E27FC236}">
                  <a16:creationId xmlns:a16="http://schemas.microsoft.com/office/drawing/2014/main" id="{02C41261-1871-9DA1-1D17-882BF98DCDBE}"/>
                </a:ext>
              </a:extLst>
            </p:cNvPr>
            <p:cNvGrpSpPr/>
            <p:nvPr/>
          </p:nvGrpSpPr>
          <p:grpSpPr>
            <a:xfrm>
              <a:off x="11678002" y="1424072"/>
              <a:ext cx="389716" cy="367802"/>
              <a:chOff x="8820152" y="4250861"/>
              <a:chExt cx="967734" cy="886562"/>
            </a:xfrm>
          </p:grpSpPr>
          <p:sp>
            <p:nvSpPr>
              <p:cNvPr id="3719" name="Flowchart: Manual Operation 3718">
                <a:extLst>
                  <a:ext uri="{FF2B5EF4-FFF2-40B4-BE49-F238E27FC236}">
                    <a16:creationId xmlns:a16="http://schemas.microsoft.com/office/drawing/2014/main" id="{ED64A4CB-F825-6342-D555-036AFE8C520E}"/>
                  </a:ext>
                </a:extLst>
              </p:cNvPr>
              <p:cNvSpPr/>
              <p:nvPr/>
            </p:nvSpPr>
            <p:spPr>
              <a:xfrm rot="10800000">
                <a:off x="8820152" y="4293919"/>
                <a:ext cx="967732" cy="800993"/>
              </a:xfrm>
              <a:prstGeom prst="flowChartManualOperation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3720" name="Graphic 3719" descr="Document with solid fill">
                <a:extLst>
                  <a:ext uri="{FF2B5EF4-FFF2-40B4-BE49-F238E27FC236}">
                    <a16:creationId xmlns:a16="http://schemas.microsoft.com/office/drawing/2014/main" id="{B6437A08-58AC-4B48-A5AD-5694AF93BB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1"/>
                  </a:ext>
                </a:extLst>
              </a:blip>
              <a:stretch>
                <a:fillRect/>
              </a:stretch>
            </p:blipFill>
            <p:spPr>
              <a:xfrm>
                <a:off x="8873486" y="4250861"/>
                <a:ext cx="914400" cy="886562"/>
              </a:xfrm>
              <a:prstGeom prst="rect">
                <a:avLst/>
              </a:prstGeom>
            </p:spPr>
          </p:pic>
        </p:grpSp>
        <p:sp>
          <p:nvSpPr>
            <p:cNvPr id="3721" name="TextBox 3720">
              <a:extLst>
                <a:ext uri="{FF2B5EF4-FFF2-40B4-BE49-F238E27FC236}">
                  <a16:creationId xmlns:a16="http://schemas.microsoft.com/office/drawing/2014/main" id="{B029059C-B3A2-2C88-901F-138EF9F0D7B2}"/>
                </a:ext>
              </a:extLst>
            </p:cNvPr>
            <p:cNvSpPr txBox="1"/>
            <p:nvPr/>
          </p:nvSpPr>
          <p:spPr>
            <a:xfrm>
              <a:off x="12085421" y="1263418"/>
              <a:ext cx="1094579" cy="6506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Text encoder</a:t>
              </a:r>
            </a:p>
          </p:txBody>
        </p:sp>
      </p:grpSp>
      <p:grpSp>
        <p:nvGrpSpPr>
          <p:cNvPr id="3722" name="Group 3721">
            <a:extLst>
              <a:ext uri="{FF2B5EF4-FFF2-40B4-BE49-F238E27FC236}">
                <a16:creationId xmlns:a16="http://schemas.microsoft.com/office/drawing/2014/main" id="{B0AE2C96-D009-CF8E-F75C-0CD069BBAE74}"/>
              </a:ext>
            </a:extLst>
          </p:cNvPr>
          <p:cNvGrpSpPr/>
          <p:nvPr/>
        </p:nvGrpSpPr>
        <p:grpSpPr>
          <a:xfrm>
            <a:off x="11668449" y="2363948"/>
            <a:ext cx="1580211" cy="369975"/>
            <a:chOff x="6707144" y="1563638"/>
            <a:chExt cx="1580211" cy="474464"/>
          </a:xfrm>
        </p:grpSpPr>
        <p:pic>
          <p:nvPicPr>
            <p:cNvPr id="3723" name="Picture 3722">
              <a:extLst>
                <a:ext uri="{FF2B5EF4-FFF2-40B4-BE49-F238E27FC236}">
                  <a16:creationId xmlns:a16="http://schemas.microsoft.com/office/drawing/2014/main" id="{A07F2BA8-2AB8-4AC3-5346-AFE5209EB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/>
            <a:stretch/>
          </p:blipFill>
          <p:spPr>
            <a:xfrm>
              <a:off x="6707144" y="1591247"/>
              <a:ext cx="316367" cy="405117"/>
            </a:xfrm>
            <a:prstGeom prst="rect">
              <a:avLst/>
            </a:prstGeom>
          </p:spPr>
        </p:pic>
        <p:sp>
          <p:nvSpPr>
            <p:cNvPr id="3724" name="TextBox 3723">
              <a:extLst>
                <a:ext uri="{FF2B5EF4-FFF2-40B4-BE49-F238E27FC236}">
                  <a16:creationId xmlns:a16="http://schemas.microsoft.com/office/drawing/2014/main" id="{21D4A273-848C-1535-DBC4-A2DEF1B321DF}"/>
                </a:ext>
              </a:extLst>
            </p:cNvPr>
            <p:cNvSpPr txBox="1"/>
            <p:nvPr/>
          </p:nvSpPr>
          <p:spPr>
            <a:xfrm>
              <a:off x="7106412" y="1563638"/>
              <a:ext cx="1180943" cy="4744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Trainable</a:t>
              </a:r>
            </a:p>
          </p:txBody>
        </p:sp>
      </p:grpSp>
      <p:grpSp>
        <p:nvGrpSpPr>
          <p:cNvPr id="3725" name="Group 3724">
            <a:extLst>
              <a:ext uri="{FF2B5EF4-FFF2-40B4-BE49-F238E27FC236}">
                <a16:creationId xmlns:a16="http://schemas.microsoft.com/office/drawing/2014/main" id="{F0051827-D560-999A-B0C4-5AD0A222B5A6}"/>
              </a:ext>
            </a:extLst>
          </p:cNvPr>
          <p:cNvGrpSpPr/>
          <p:nvPr/>
        </p:nvGrpSpPr>
        <p:grpSpPr>
          <a:xfrm>
            <a:off x="11606326" y="2984904"/>
            <a:ext cx="1391525" cy="435478"/>
            <a:chOff x="7535559" y="2361741"/>
            <a:chExt cx="1104306" cy="492441"/>
          </a:xfrm>
        </p:grpSpPr>
        <p:pic>
          <p:nvPicPr>
            <p:cNvPr id="3726" name="Graphic 3725" descr="Snowflake outline">
              <a:extLst>
                <a:ext uri="{FF2B5EF4-FFF2-40B4-BE49-F238E27FC236}">
                  <a16:creationId xmlns:a16="http://schemas.microsoft.com/office/drawing/2014/main" id="{2CD7E184-09C3-59C8-17EE-6624E35A6D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7535559" y="2361741"/>
              <a:ext cx="420372" cy="492441"/>
            </a:xfrm>
            <a:prstGeom prst="rect">
              <a:avLst/>
            </a:prstGeom>
          </p:spPr>
        </p:pic>
        <p:sp>
          <p:nvSpPr>
            <p:cNvPr id="3728" name="TextBox 3727">
              <a:extLst>
                <a:ext uri="{FF2B5EF4-FFF2-40B4-BE49-F238E27FC236}">
                  <a16:creationId xmlns:a16="http://schemas.microsoft.com/office/drawing/2014/main" id="{83F57636-5470-84C4-E71E-E16DFC1758F5}"/>
                </a:ext>
              </a:extLst>
            </p:cNvPr>
            <p:cNvSpPr txBox="1"/>
            <p:nvPr/>
          </p:nvSpPr>
          <p:spPr>
            <a:xfrm>
              <a:off x="7921282" y="2410021"/>
              <a:ext cx="718583" cy="418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Frozen</a:t>
              </a:r>
            </a:p>
          </p:txBody>
        </p:sp>
      </p:grpSp>
      <p:grpSp>
        <p:nvGrpSpPr>
          <p:cNvPr id="5091" name="Group 5090">
            <a:extLst>
              <a:ext uri="{FF2B5EF4-FFF2-40B4-BE49-F238E27FC236}">
                <a16:creationId xmlns:a16="http://schemas.microsoft.com/office/drawing/2014/main" id="{047AD73D-5EAA-8CC1-8967-A68A59F48ABA}"/>
              </a:ext>
            </a:extLst>
          </p:cNvPr>
          <p:cNvGrpSpPr/>
          <p:nvPr/>
        </p:nvGrpSpPr>
        <p:grpSpPr>
          <a:xfrm>
            <a:off x="11694433" y="5198034"/>
            <a:ext cx="2204205" cy="931416"/>
            <a:chOff x="793551" y="1932487"/>
            <a:chExt cx="2204205" cy="1194457"/>
          </a:xfrm>
        </p:grpSpPr>
        <p:sp>
          <p:nvSpPr>
            <p:cNvPr id="5092" name="Cube 5091">
              <a:extLst>
                <a:ext uri="{FF2B5EF4-FFF2-40B4-BE49-F238E27FC236}">
                  <a16:creationId xmlns:a16="http://schemas.microsoft.com/office/drawing/2014/main" id="{D7F41D53-8FF1-D94A-4656-33EB3E7C649E}"/>
                </a:ext>
              </a:extLst>
            </p:cNvPr>
            <p:cNvSpPr/>
            <p:nvPr/>
          </p:nvSpPr>
          <p:spPr>
            <a:xfrm>
              <a:off x="793551" y="2453560"/>
              <a:ext cx="389349" cy="189795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93" name="TextBox 5092">
              <a:extLst>
                <a:ext uri="{FF2B5EF4-FFF2-40B4-BE49-F238E27FC236}">
                  <a16:creationId xmlns:a16="http://schemas.microsoft.com/office/drawing/2014/main" id="{BF22DFE7-D1C8-C408-01EF-87DAEE720AFA}"/>
                </a:ext>
              </a:extLst>
            </p:cNvPr>
            <p:cNvSpPr txBox="1"/>
            <p:nvPr/>
          </p:nvSpPr>
          <p:spPr>
            <a:xfrm>
              <a:off x="1194828" y="1932487"/>
              <a:ext cx="1802928" cy="119445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Class-aware Prompt Embedding</a:t>
              </a:r>
            </a:p>
          </p:txBody>
        </p:sp>
      </p:grpSp>
      <p:grpSp>
        <p:nvGrpSpPr>
          <p:cNvPr id="5095" name="Group 5094">
            <a:extLst>
              <a:ext uri="{FF2B5EF4-FFF2-40B4-BE49-F238E27FC236}">
                <a16:creationId xmlns:a16="http://schemas.microsoft.com/office/drawing/2014/main" id="{DD2BE74B-DC22-79C4-5CA0-56A00FC1771C}"/>
              </a:ext>
            </a:extLst>
          </p:cNvPr>
          <p:cNvGrpSpPr/>
          <p:nvPr/>
        </p:nvGrpSpPr>
        <p:grpSpPr>
          <a:xfrm>
            <a:off x="11694433" y="4218933"/>
            <a:ext cx="1988153" cy="931416"/>
            <a:chOff x="1950587" y="4657972"/>
            <a:chExt cx="1988153" cy="1194458"/>
          </a:xfrm>
        </p:grpSpPr>
        <p:sp>
          <p:nvSpPr>
            <p:cNvPr id="5096" name="TextBox 5095">
              <a:extLst>
                <a:ext uri="{FF2B5EF4-FFF2-40B4-BE49-F238E27FC236}">
                  <a16:creationId xmlns:a16="http://schemas.microsoft.com/office/drawing/2014/main" id="{B4F18551-DFED-65AA-C701-E1520F57E716}"/>
                </a:ext>
              </a:extLst>
            </p:cNvPr>
            <p:cNvSpPr txBox="1"/>
            <p:nvPr/>
          </p:nvSpPr>
          <p:spPr>
            <a:xfrm>
              <a:off x="2363967" y="4657972"/>
              <a:ext cx="1574773" cy="119445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Task-level Prompt Embedding</a:t>
              </a:r>
            </a:p>
          </p:txBody>
        </p:sp>
        <p:sp>
          <p:nvSpPr>
            <p:cNvPr id="5097" name="Cube 5096">
              <a:extLst>
                <a:ext uri="{FF2B5EF4-FFF2-40B4-BE49-F238E27FC236}">
                  <a16:creationId xmlns:a16="http://schemas.microsoft.com/office/drawing/2014/main" id="{735CC455-394E-D7B1-4BD5-64E468BF9B1D}"/>
                </a:ext>
              </a:extLst>
            </p:cNvPr>
            <p:cNvSpPr/>
            <p:nvPr/>
          </p:nvSpPr>
          <p:spPr>
            <a:xfrm>
              <a:off x="1950587" y="5092730"/>
              <a:ext cx="397942" cy="233146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098" name="Group 5097">
            <a:extLst>
              <a:ext uri="{FF2B5EF4-FFF2-40B4-BE49-F238E27FC236}">
                <a16:creationId xmlns:a16="http://schemas.microsoft.com/office/drawing/2014/main" id="{C7127C96-A6D8-5413-3428-45D9AC2A0346}"/>
              </a:ext>
            </a:extLst>
          </p:cNvPr>
          <p:cNvGrpSpPr/>
          <p:nvPr/>
        </p:nvGrpSpPr>
        <p:grpSpPr>
          <a:xfrm>
            <a:off x="11678002" y="3521823"/>
            <a:ext cx="1851824" cy="651935"/>
            <a:chOff x="11147525" y="4235641"/>
            <a:chExt cx="1851824" cy="651935"/>
          </a:xfrm>
        </p:grpSpPr>
        <p:pic>
          <p:nvPicPr>
            <p:cNvPr id="5099" name="Graphic 5098" descr="Document outline">
              <a:extLst>
                <a:ext uri="{FF2B5EF4-FFF2-40B4-BE49-F238E27FC236}">
                  <a16:creationId xmlns:a16="http://schemas.microsoft.com/office/drawing/2014/main" id="{C2A619C2-4EFB-93B2-66B3-3E9C9C09B1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1147525" y="4353329"/>
              <a:ext cx="411149" cy="317800"/>
            </a:xfrm>
            <a:prstGeom prst="rect">
              <a:avLst/>
            </a:prstGeom>
          </p:spPr>
        </p:pic>
        <p:sp>
          <p:nvSpPr>
            <p:cNvPr id="5100" name="TextBox 5099">
              <a:extLst>
                <a:ext uri="{FF2B5EF4-FFF2-40B4-BE49-F238E27FC236}">
                  <a16:creationId xmlns:a16="http://schemas.microsoft.com/office/drawing/2014/main" id="{30B1DB9E-2362-0FFB-0A23-F1A841D945F4}"/>
                </a:ext>
              </a:extLst>
            </p:cNvPr>
            <p:cNvSpPr txBox="1"/>
            <p:nvPr/>
          </p:nvSpPr>
          <p:spPr>
            <a:xfrm>
              <a:off x="11562387" y="4235641"/>
              <a:ext cx="1436962" cy="6519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Class-aware Prompt</a:t>
              </a:r>
            </a:p>
          </p:txBody>
        </p:sp>
      </p:grpSp>
      <p:grpSp>
        <p:nvGrpSpPr>
          <p:cNvPr id="5103" name="Group 5102">
            <a:extLst>
              <a:ext uri="{FF2B5EF4-FFF2-40B4-BE49-F238E27FC236}">
                <a16:creationId xmlns:a16="http://schemas.microsoft.com/office/drawing/2014/main" id="{6C97B55D-5453-9600-CB89-C248EAEC3468}"/>
              </a:ext>
            </a:extLst>
          </p:cNvPr>
          <p:cNvGrpSpPr/>
          <p:nvPr/>
        </p:nvGrpSpPr>
        <p:grpSpPr>
          <a:xfrm>
            <a:off x="11694433" y="6184876"/>
            <a:ext cx="1959739" cy="650695"/>
            <a:chOff x="11694433" y="5939549"/>
            <a:chExt cx="1959739" cy="650696"/>
          </a:xfrm>
        </p:grpSpPr>
        <p:sp>
          <p:nvSpPr>
            <p:cNvPr id="3739" name="Rectangle: Rounded Corners 3738">
              <a:extLst>
                <a:ext uri="{FF2B5EF4-FFF2-40B4-BE49-F238E27FC236}">
                  <a16:creationId xmlns:a16="http://schemas.microsoft.com/office/drawing/2014/main" id="{CE68888D-E23B-F724-0B9A-34C41625FE9B}"/>
                </a:ext>
              </a:extLst>
            </p:cNvPr>
            <p:cNvSpPr>
              <a:spLocks/>
            </p:cNvSpPr>
            <p:nvPr/>
          </p:nvSpPr>
          <p:spPr>
            <a:xfrm>
              <a:off x="11694433" y="6014184"/>
              <a:ext cx="1892027" cy="516156"/>
            </a:xfrm>
            <a:prstGeom prst="roundRect">
              <a:avLst>
                <a:gd name="adj" fmla="val 4648"/>
              </a:avLst>
            </a:prstGeom>
            <a:solidFill>
              <a:schemeClr val="bg2">
                <a:lumMod val="90000"/>
              </a:schemeClr>
            </a:solidFill>
            <a:ln cap="flat">
              <a:solidFill>
                <a:schemeClr val="accent4">
                  <a:lumMod val="75000"/>
                  <a:alpha val="84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91440" rtlCol="0" anchor="ctr"/>
            <a:lstStyle/>
            <a:p>
              <a:pPr algn="ctr"/>
              <a:endParaRPr lang="en-US" dirty="0"/>
            </a:p>
          </p:txBody>
        </p:sp>
        <p:sp>
          <p:nvSpPr>
            <p:cNvPr id="5090" name="TextBox 5089">
              <a:extLst>
                <a:ext uri="{FF2B5EF4-FFF2-40B4-BE49-F238E27FC236}">
                  <a16:creationId xmlns:a16="http://schemas.microsoft.com/office/drawing/2014/main" id="{BEDA867A-34B0-81A5-F607-ADA43EAD41FA}"/>
                </a:ext>
              </a:extLst>
            </p:cNvPr>
            <p:cNvSpPr txBox="1"/>
            <p:nvPr/>
          </p:nvSpPr>
          <p:spPr>
            <a:xfrm>
              <a:off x="12072627" y="5939549"/>
              <a:ext cx="1581545" cy="6506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latin typeface="Aptos (Body)"/>
                </a:rPr>
                <a:t>Layer Normalization</a:t>
              </a:r>
            </a:p>
          </p:txBody>
        </p:sp>
        <p:sp>
          <p:nvSpPr>
            <p:cNvPr id="5102" name="Cube 5101">
              <a:extLst>
                <a:ext uri="{FF2B5EF4-FFF2-40B4-BE49-F238E27FC236}">
                  <a16:creationId xmlns:a16="http://schemas.microsoft.com/office/drawing/2014/main" id="{86323825-768E-FFD9-5B78-9F7CF18EF1E7}"/>
                </a:ext>
              </a:extLst>
            </p:cNvPr>
            <p:cNvSpPr/>
            <p:nvPr/>
          </p:nvSpPr>
          <p:spPr>
            <a:xfrm>
              <a:off x="11768014" y="6170846"/>
              <a:ext cx="315768" cy="271186"/>
            </a:xfrm>
            <a:prstGeom prst="cube">
              <a:avLst>
                <a:gd name="adj" fmla="val 67706"/>
              </a:avLst>
            </a:prstGeom>
            <a:gradFill>
              <a:gsLst>
                <a:gs pos="22000">
                  <a:schemeClr val="accent1">
                    <a:lumMod val="0"/>
                    <a:lumOff val="100000"/>
                  </a:schemeClr>
                </a:gs>
                <a:gs pos="88000">
                  <a:srgbClr val="FF0000"/>
                </a:gs>
              </a:gsLst>
              <a:path path="circle">
                <a:fillToRect l="100000" b="100000"/>
              </a:path>
            </a:gradFill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585" name="Group 4584">
            <a:extLst>
              <a:ext uri="{FF2B5EF4-FFF2-40B4-BE49-F238E27FC236}">
                <a16:creationId xmlns:a16="http://schemas.microsoft.com/office/drawing/2014/main" id="{7C8E316C-B4CA-797F-B6D9-3EF43C2C288F}"/>
              </a:ext>
            </a:extLst>
          </p:cNvPr>
          <p:cNvGrpSpPr/>
          <p:nvPr/>
        </p:nvGrpSpPr>
        <p:grpSpPr>
          <a:xfrm>
            <a:off x="3388467" y="1857238"/>
            <a:ext cx="2895238" cy="2269010"/>
            <a:chOff x="8049571" y="4400206"/>
            <a:chExt cx="2895238" cy="2269010"/>
          </a:xfrm>
        </p:grpSpPr>
        <p:sp>
          <p:nvSpPr>
            <p:cNvPr id="4868" name="Rectangle: Rounded Corners 4867">
              <a:extLst>
                <a:ext uri="{FF2B5EF4-FFF2-40B4-BE49-F238E27FC236}">
                  <a16:creationId xmlns:a16="http://schemas.microsoft.com/office/drawing/2014/main" id="{9390C397-7499-29C0-5E4F-DC8844F5D959}"/>
                </a:ext>
              </a:extLst>
            </p:cNvPr>
            <p:cNvSpPr/>
            <p:nvPr/>
          </p:nvSpPr>
          <p:spPr>
            <a:xfrm rot="16200000">
              <a:off x="8418898" y="4086344"/>
              <a:ext cx="2167255" cy="2884566"/>
            </a:xfrm>
            <a:prstGeom prst="roundRect">
              <a:avLst>
                <a:gd name="adj" fmla="val 2168"/>
              </a:avLst>
            </a:prstGeom>
            <a:solidFill>
              <a:schemeClr val="tx2">
                <a:lumMod val="10000"/>
                <a:lumOff val="90000"/>
              </a:schemeClr>
            </a:solidFill>
            <a:ln w="28575">
              <a:solidFill>
                <a:schemeClr val="tx2">
                  <a:lumMod val="90000"/>
                  <a:lumOff val="10000"/>
                </a:schemeClr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69" name="TextBox 4868">
              <a:extLst>
                <a:ext uri="{FF2B5EF4-FFF2-40B4-BE49-F238E27FC236}">
                  <a16:creationId xmlns:a16="http://schemas.microsoft.com/office/drawing/2014/main" id="{7DEFA41D-004B-071B-AAA1-93403737F7AB}"/>
                </a:ext>
              </a:extLst>
            </p:cNvPr>
            <p:cNvSpPr txBox="1"/>
            <p:nvPr/>
          </p:nvSpPr>
          <p:spPr>
            <a:xfrm rot="16200000">
              <a:off x="7177935" y="5271842"/>
              <a:ext cx="2269010" cy="52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dirty="0">
                  <a:solidFill>
                    <a:srgbClr val="0000FF"/>
                  </a:solidFill>
                </a:rPr>
                <a:t>Reliability-Gated Sub-bag Selection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70" name="TextBox 4869">
                  <a:extLst>
                    <a:ext uri="{FF2B5EF4-FFF2-40B4-BE49-F238E27FC236}">
                      <a16:creationId xmlns:a16="http://schemas.microsoft.com/office/drawing/2014/main" id="{205657B5-7BF3-5EEF-679C-83B9995F11A3}"/>
                    </a:ext>
                  </a:extLst>
                </p:cNvPr>
                <p:cNvSpPr txBox="1"/>
                <p:nvPr/>
              </p:nvSpPr>
              <p:spPr>
                <a:xfrm>
                  <a:off x="9790620" y="5971968"/>
                  <a:ext cx="42374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1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∅ </m:t>
                        </m:r>
                      </m:oMath>
                    </m:oMathPara>
                  </a14:m>
                  <a:endParaRPr lang="en-US" sz="1600" b="1" i="1" dirty="0"/>
                </a:p>
              </p:txBody>
            </p:sp>
          </mc:Choice>
          <mc:Fallback>
            <p:sp>
              <p:nvSpPr>
                <p:cNvPr id="4870" name="TextBox 4869">
                  <a:extLst>
                    <a:ext uri="{FF2B5EF4-FFF2-40B4-BE49-F238E27FC236}">
                      <a16:creationId xmlns:a16="http://schemas.microsoft.com/office/drawing/2014/main" id="{205657B5-7BF3-5EEF-679C-83B9995F11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0620" y="5971968"/>
                  <a:ext cx="423744" cy="523220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71" name="Group 4870">
              <a:extLst>
                <a:ext uri="{FF2B5EF4-FFF2-40B4-BE49-F238E27FC236}">
                  <a16:creationId xmlns:a16="http://schemas.microsoft.com/office/drawing/2014/main" id="{1C950B1C-03E0-3F6C-97D1-A809458BCF0D}"/>
                </a:ext>
              </a:extLst>
            </p:cNvPr>
            <p:cNvGrpSpPr/>
            <p:nvPr/>
          </p:nvGrpSpPr>
          <p:grpSpPr>
            <a:xfrm rot="10800000">
              <a:off x="9595661" y="4868769"/>
              <a:ext cx="662727" cy="1336649"/>
              <a:chOff x="6468596" y="4884934"/>
              <a:chExt cx="662727" cy="1336649"/>
            </a:xfrm>
          </p:grpSpPr>
          <p:sp>
            <p:nvSpPr>
              <p:cNvPr id="5042" name="Arrow: Right 5041">
                <a:extLst>
                  <a:ext uri="{FF2B5EF4-FFF2-40B4-BE49-F238E27FC236}">
                    <a16:creationId xmlns:a16="http://schemas.microsoft.com/office/drawing/2014/main" id="{3707BCE9-FF5C-356C-0612-1882D92D5AAE}"/>
                  </a:ext>
                </a:extLst>
              </p:cNvPr>
              <p:cNvSpPr/>
              <p:nvPr/>
            </p:nvSpPr>
            <p:spPr>
              <a:xfrm rot="10800000">
                <a:off x="6468596" y="5447378"/>
                <a:ext cx="286553" cy="258014"/>
              </a:xfrm>
              <a:prstGeom prst="rightArrow">
                <a:avLst>
                  <a:gd name="adj1" fmla="val 50000"/>
                  <a:gd name="adj2" fmla="val 47899"/>
                </a:avLst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90000">
                    <a:schemeClr val="bg2"/>
                  </a:gs>
                </a:gsLst>
                <a:path path="circle">
                  <a:fillToRect l="100000" b="10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43" name="Arrow: Bent 5042">
                <a:extLst>
                  <a:ext uri="{FF2B5EF4-FFF2-40B4-BE49-F238E27FC236}">
                    <a16:creationId xmlns:a16="http://schemas.microsoft.com/office/drawing/2014/main" id="{8ABECEAE-1268-B6B3-98F8-4F2E92F33A20}"/>
                  </a:ext>
                </a:extLst>
              </p:cNvPr>
              <p:cNvSpPr/>
              <p:nvPr/>
            </p:nvSpPr>
            <p:spPr>
              <a:xfrm rot="16200000">
                <a:off x="6717521" y="5807781"/>
                <a:ext cx="539220" cy="288384"/>
              </a:xfrm>
              <a:prstGeom prst="bentArrow">
                <a:avLst>
                  <a:gd name="adj1" fmla="val 29254"/>
                  <a:gd name="adj2" fmla="val 33896"/>
                  <a:gd name="adj3" fmla="val 34784"/>
                  <a:gd name="adj4" fmla="val 55707"/>
                </a:avLst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90000">
                    <a:schemeClr val="bg2"/>
                  </a:gs>
                </a:gsLst>
                <a:path path="circle">
                  <a:fillToRect l="100000" b="10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44" name="Arrow: Bent 5043">
                <a:extLst>
                  <a:ext uri="{FF2B5EF4-FFF2-40B4-BE49-F238E27FC236}">
                    <a16:creationId xmlns:a16="http://schemas.microsoft.com/office/drawing/2014/main" id="{C4280599-DBF3-759C-C516-45AA73EC813D}"/>
                  </a:ext>
                </a:extLst>
              </p:cNvPr>
              <p:cNvSpPr/>
              <p:nvPr/>
            </p:nvSpPr>
            <p:spPr>
              <a:xfrm rot="16200000" flipH="1">
                <a:off x="6711043" y="5016830"/>
                <a:ext cx="552175" cy="288383"/>
              </a:xfrm>
              <a:prstGeom prst="bentArrow">
                <a:avLst>
                  <a:gd name="adj1" fmla="val 29254"/>
                  <a:gd name="adj2" fmla="val 33896"/>
                  <a:gd name="adj3" fmla="val 34784"/>
                  <a:gd name="adj4" fmla="val 55707"/>
                </a:avLst>
              </a:prstGeom>
              <a:gradFill>
                <a:gsLst>
                  <a:gs pos="0">
                    <a:schemeClr val="accent1">
                      <a:lumMod val="75000"/>
                    </a:schemeClr>
                  </a:gs>
                  <a:gs pos="90000">
                    <a:schemeClr val="bg2"/>
                  </a:gs>
                </a:gsLst>
                <a:path path="circle">
                  <a:fillToRect l="100000" b="100000"/>
                </a:path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5045" name="Group 5044">
                <a:extLst>
                  <a:ext uri="{FF2B5EF4-FFF2-40B4-BE49-F238E27FC236}">
                    <a16:creationId xmlns:a16="http://schemas.microsoft.com/office/drawing/2014/main" id="{32256202-8A54-0412-EAFA-639B1EB5644C}"/>
                  </a:ext>
                </a:extLst>
              </p:cNvPr>
              <p:cNvGrpSpPr/>
              <p:nvPr/>
            </p:nvGrpSpPr>
            <p:grpSpPr>
              <a:xfrm rot="16200000">
                <a:off x="6760173" y="5425618"/>
                <a:ext cx="400559" cy="313482"/>
                <a:chOff x="4712407" y="1295756"/>
                <a:chExt cx="529901" cy="313482"/>
              </a:xfrm>
            </p:grpSpPr>
            <p:sp>
              <p:nvSpPr>
                <p:cNvPr id="5046" name="Oval 5045">
                  <a:extLst>
                    <a:ext uri="{FF2B5EF4-FFF2-40B4-BE49-F238E27FC236}">
                      <a16:creationId xmlns:a16="http://schemas.microsoft.com/office/drawing/2014/main" id="{E584D3B9-DEBB-6A43-94D9-1A6075B5DFF2}"/>
                    </a:ext>
                  </a:extLst>
                </p:cNvPr>
                <p:cNvSpPr/>
                <p:nvPr/>
              </p:nvSpPr>
              <p:spPr>
                <a:xfrm>
                  <a:off x="4844168" y="1295756"/>
                  <a:ext cx="310881" cy="26820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047" name="TextBox 5046">
                      <a:extLst>
                        <a:ext uri="{FF2B5EF4-FFF2-40B4-BE49-F238E27FC236}">
                          <a16:creationId xmlns:a16="http://schemas.microsoft.com/office/drawing/2014/main" id="{4791FDED-62D2-6BAE-DAB6-8CC0F2B032F0}"/>
                        </a:ext>
                      </a:extLst>
                    </p:cNvPr>
                    <p:cNvSpPr txBox="1"/>
                    <p:nvPr/>
                  </p:nvSpPr>
                  <p:spPr>
                    <a:xfrm rot="16200000" flipH="1">
                      <a:off x="4827546" y="1194476"/>
                      <a:ext cx="299623" cy="52990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2004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∩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>
                <p:sp>
                  <p:nvSpPr>
                    <p:cNvPr id="5047" name="TextBox 5046">
                      <a:extLst>
                        <a:ext uri="{FF2B5EF4-FFF2-40B4-BE49-F238E27FC236}">
                          <a16:creationId xmlns:a16="http://schemas.microsoft.com/office/drawing/2014/main" id="{4791FDED-62D2-6BAE-DAB6-8CC0F2B032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6200000" flipH="1">
                      <a:off x="4827546" y="1194476"/>
                      <a:ext cx="299623" cy="529901"/>
                    </a:xfrm>
                    <a:prstGeom prst="rect">
                      <a:avLst/>
                    </a:prstGeom>
                    <a:blipFill>
                      <a:blip r:embed="rId69"/>
                      <a:stretch>
                        <a:fillRect r="-1428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4872" name="Group 4871">
              <a:extLst>
                <a:ext uri="{FF2B5EF4-FFF2-40B4-BE49-F238E27FC236}">
                  <a16:creationId xmlns:a16="http://schemas.microsoft.com/office/drawing/2014/main" id="{DB733C33-CB3D-E8C9-4559-9DE1BE3D4CDC}"/>
                </a:ext>
              </a:extLst>
            </p:cNvPr>
            <p:cNvGrpSpPr/>
            <p:nvPr/>
          </p:nvGrpSpPr>
          <p:grpSpPr>
            <a:xfrm>
              <a:off x="8503603" y="4428144"/>
              <a:ext cx="1337568" cy="1084589"/>
              <a:chOff x="6070790" y="2224247"/>
              <a:chExt cx="1337568" cy="1118835"/>
            </a:xfrm>
          </p:grpSpPr>
          <p:sp>
            <p:nvSpPr>
              <p:cNvPr id="3629" name="Rectangle: Rounded Corners 3628">
                <a:extLst>
                  <a:ext uri="{FF2B5EF4-FFF2-40B4-BE49-F238E27FC236}">
                    <a16:creationId xmlns:a16="http://schemas.microsoft.com/office/drawing/2014/main" id="{38E1EC56-078C-1F9E-3FBF-01153697DCB3}"/>
                  </a:ext>
                </a:extLst>
              </p:cNvPr>
              <p:cNvSpPr/>
              <p:nvPr/>
            </p:nvSpPr>
            <p:spPr>
              <a:xfrm rot="16200000">
                <a:off x="6077881" y="2319320"/>
                <a:ext cx="1055589" cy="991935"/>
              </a:xfrm>
              <a:prstGeom prst="roundRect">
                <a:avLst>
                  <a:gd name="adj" fmla="val 3529"/>
                </a:avLst>
              </a:prstGeom>
              <a:solidFill>
                <a:schemeClr val="bg1"/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30" name="TextBox 3629">
                    <a:extLst>
                      <a:ext uri="{FF2B5EF4-FFF2-40B4-BE49-F238E27FC236}">
                        <a16:creationId xmlns:a16="http://schemas.microsoft.com/office/drawing/2014/main" id="{2172AB98-4C0C-6237-5975-10B068DF67A4}"/>
                      </a:ext>
                    </a:extLst>
                  </p:cNvPr>
                  <p:cNvSpPr txBox="1"/>
                  <p:nvPr/>
                </p:nvSpPr>
                <p:spPr>
                  <a:xfrm>
                    <a:off x="6226500" y="2395676"/>
                    <a:ext cx="794959" cy="40374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tx2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tx2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</m:sup>
                          </m:sSubSup>
                        </m:oMath>
                      </m:oMathPara>
                    </a14:m>
                    <a:endParaRPr lang="en-US" i="1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5" name="TextBox 464">
                    <a:extLst>
                      <a:ext uri="{FF2B5EF4-FFF2-40B4-BE49-F238E27FC236}">
                        <a16:creationId xmlns:a16="http://schemas.microsoft.com/office/drawing/2014/main" id="{D2B1BA7D-DA4C-B405-DA7A-2B28AA25C22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26500" y="2395676"/>
                    <a:ext cx="794959" cy="4037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31" name="TextBox 3630">
                <a:extLst>
                  <a:ext uri="{FF2B5EF4-FFF2-40B4-BE49-F238E27FC236}">
                    <a16:creationId xmlns:a16="http://schemas.microsoft.com/office/drawing/2014/main" id="{B19DBCEB-358C-C128-D7E5-63E0E3A22CD5}"/>
                  </a:ext>
                </a:extLst>
              </p:cNvPr>
              <p:cNvSpPr txBox="1"/>
              <p:nvPr/>
            </p:nvSpPr>
            <p:spPr>
              <a:xfrm>
                <a:off x="6070790" y="2224247"/>
                <a:ext cx="1337568" cy="2858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1" b="1" i="1" dirty="0">
                    <a:solidFill>
                      <a:schemeClr val="tx2">
                        <a:lumMod val="50000"/>
                        <a:lumOff val="50000"/>
                      </a:schemeClr>
                    </a:solidFill>
                  </a:rPr>
                  <a:t>Task entropy</a:t>
                </a:r>
              </a:p>
            </p:txBody>
          </p:sp>
          <p:grpSp>
            <p:nvGrpSpPr>
              <p:cNvPr id="3632" name="Group 3631">
                <a:extLst>
                  <a:ext uri="{FF2B5EF4-FFF2-40B4-BE49-F238E27FC236}">
                    <a16:creationId xmlns:a16="http://schemas.microsoft.com/office/drawing/2014/main" id="{2123494A-4528-D23A-C2B5-C3D9B51984B2}"/>
                  </a:ext>
                </a:extLst>
              </p:cNvPr>
              <p:cNvGrpSpPr/>
              <p:nvPr/>
            </p:nvGrpSpPr>
            <p:grpSpPr>
              <a:xfrm>
                <a:off x="6155055" y="2499746"/>
                <a:ext cx="849933" cy="793427"/>
                <a:chOff x="6155055" y="2499746"/>
                <a:chExt cx="849933" cy="793427"/>
              </a:xfrm>
            </p:grpSpPr>
            <p:cxnSp>
              <p:nvCxnSpPr>
                <p:cNvPr id="3639" name="Straight Connector 3638">
                  <a:extLst>
                    <a:ext uri="{FF2B5EF4-FFF2-40B4-BE49-F238E27FC236}">
                      <a16:creationId xmlns:a16="http://schemas.microsoft.com/office/drawing/2014/main" id="{032FE432-2A61-29EA-10BC-F3CA8660A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55055" y="2520157"/>
                  <a:ext cx="0" cy="54372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40" name="Straight Connector 3639">
                  <a:extLst>
                    <a:ext uri="{FF2B5EF4-FFF2-40B4-BE49-F238E27FC236}">
                      <a16:creationId xmlns:a16="http://schemas.microsoft.com/office/drawing/2014/main" id="{A11A512A-C324-5DEC-C824-563B4E743A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55055" y="3056090"/>
                  <a:ext cx="752803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24" name="Rectangle 5023">
                  <a:extLst>
                    <a:ext uri="{FF2B5EF4-FFF2-40B4-BE49-F238E27FC236}">
                      <a16:creationId xmlns:a16="http://schemas.microsoft.com/office/drawing/2014/main" id="{1D41D30D-8C42-F8F6-C6C7-4FE3CA776751}"/>
                    </a:ext>
                  </a:extLst>
                </p:cNvPr>
                <p:cNvSpPr/>
                <p:nvPr/>
              </p:nvSpPr>
              <p:spPr>
                <a:xfrm rot="16200000">
                  <a:off x="6081341" y="2782742"/>
                  <a:ext cx="384956" cy="132116"/>
                </a:xfrm>
                <a:prstGeom prst="rect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025" name="Rectangle 5024">
                  <a:extLst>
                    <a:ext uri="{FF2B5EF4-FFF2-40B4-BE49-F238E27FC236}">
                      <a16:creationId xmlns:a16="http://schemas.microsoft.com/office/drawing/2014/main" id="{8775DE0B-0695-18B1-D098-674EE5FD02D7}"/>
                    </a:ext>
                  </a:extLst>
                </p:cNvPr>
                <p:cNvSpPr/>
                <p:nvPr/>
              </p:nvSpPr>
              <p:spPr>
                <a:xfrm rot="16200000">
                  <a:off x="6346857" y="2870780"/>
                  <a:ext cx="217610" cy="132116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chemeClr val="tx2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90000"/>
                        <a:lumOff val="10000"/>
                      </a:schemeClr>
                    </a:gs>
                  </a:gsLst>
                  <a:lin ang="0" scaled="1"/>
                </a:gradFill>
                <a:ln>
                  <a:noFill/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26" name="Rectangle 5025">
                  <a:extLst>
                    <a:ext uri="{FF2B5EF4-FFF2-40B4-BE49-F238E27FC236}">
                      <a16:creationId xmlns:a16="http://schemas.microsoft.com/office/drawing/2014/main" id="{916148F1-0CDD-0CBA-5805-650D25A8536A}"/>
                    </a:ext>
                  </a:extLst>
                </p:cNvPr>
                <p:cNvSpPr/>
                <p:nvPr/>
              </p:nvSpPr>
              <p:spPr>
                <a:xfrm rot="16200000">
                  <a:off x="6562325" y="2920475"/>
                  <a:ext cx="118218" cy="132116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chemeClr val="tx2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90000"/>
                        <a:lumOff val="10000"/>
                      </a:schemeClr>
                    </a:gs>
                  </a:gsLst>
                  <a:lin ang="0" scaled="1"/>
                </a:gradFill>
                <a:ln>
                  <a:noFill/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27" name="Rectangle 5026">
                  <a:extLst>
                    <a:ext uri="{FF2B5EF4-FFF2-40B4-BE49-F238E27FC236}">
                      <a16:creationId xmlns:a16="http://schemas.microsoft.com/office/drawing/2014/main" id="{33A9E5E2-284F-1145-82EB-84CA3E0BBE8A}"/>
                    </a:ext>
                  </a:extLst>
                </p:cNvPr>
                <p:cNvSpPr/>
                <p:nvPr/>
              </p:nvSpPr>
              <p:spPr>
                <a:xfrm rot="16200000">
                  <a:off x="6685572" y="2889948"/>
                  <a:ext cx="179279" cy="132112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chemeClr val="tx2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90000"/>
                        <a:lumOff val="10000"/>
                      </a:schemeClr>
                    </a:gs>
                  </a:gsLst>
                  <a:lin ang="0" scaled="1"/>
                </a:gradFill>
                <a:ln>
                  <a:noFill/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5028" name="Straight Connector 5027">
                  <a:extLst>
                    <a:ext uri="{FF2B5EF4-FFF2-40B4-BE49-F238E27FC236}">
                      <a16:creationId xmlns:a16="http://schemas.microsoft.com/office/drawing/2014/main" id="{7FBAE703-8222-12DE-0BB4-4C4684074A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65515" y="2801373"/>
                  <a:ext cx="80973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29" name="TextBox 5028">
                      <a:extLst>
                        <a:ext uri="{FF2B5EF4-FFF2-40B4-BE49-F238E27FC236}">
                          <a16:creationId xmlns:a16="http://schemas.microsoft.com/office/drawing/2014/main" id="{15105724-1AC9-F931-DD23-40A13E5B8B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60812" y="2499746"/>
                      <a:ext cx="344176" cy="3492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𝑒𝑛𝑡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1600" i="1" dirty="0"/>
                    </a:p>
                  </p:txBody>
                </p:sp>
              </mc:Choice>
              <mc:Fallback xmlns="">
                <p:sp>
                  <p:nvSpPr>
                    <p:cNvPr id="476" name="TextBox 475">
                      <a:extLst>
                        <a:ext uri="{FF2B5EF4-FFF2-40B4-BE49-F238E27FC236}">
                          <a16:creationId xmlns:a16="http://schemas.microsoft.com/office/drawing/2014/main" id="{5D41B45B-A91A-28DD-ADD8-BABAEE876C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60812" y="2499746"/>
                      <a:ext cx="344176" cy="3492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3684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5030" name="Group 5029">
                  <a:extLst>
                    <a:ext uri="{FF2B5EF4-FFF2-40B4-BE49-F238E27FC236}">
                      <a16:creationId xmlns:a16="http://schemas.microsoft.com/office/drawing/2014/main" id="{874363F3-9B5E-3C31-95AD-23BD15C72501}"/>
                    </a:ext>
                  </a:extLst>
                </p:cNvPr>
                <p:cNvGrpSpPr/>
                <p:nvPr/>
              </p:nvGrpSpPr>
              <p:grpSpPr>
                <a:xfrm>
                  <a:off x="6203140" y="3096071"/>
                  <a:ext cx="130798" cy="193528"/>
                  <a:chOff x="7503978" y="3168123"/>
                  <a:chExt cx="130798" cy="193528"/>
                </a:xfrm>
              </p:grpSpPr>
              <p:sp>
                <p:nvSpPr>
                  <p:cNvPr id="5040" name="Cube 5039">
                    <a:extLst>
                      <a:ext uri="{FF2B5EF4-FFF2-40B4-BE49-F238E27FC236}">
                        <a16:creationId xmlns:a16="http://schemas.microsoft.com/office/drawing/2014/main" id="{E260F1A2-B7F1-F31F-4E99-F100F5614BE0}"/>
                      </a:ext>
                    </a:extLst>
                  </p:cNvPr>
                  <p:cNvSpPr/>
                  <p:nvPr/>
                </p:nvSpPr>
                <p:spPr>
                  <a:xfrm>
                    <a:off x="7503978" y="325888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41" name="Cube 5040">
                    <a:extLst>
                      <a:ext uri="{FF2B5EF4-FFF2-40B4-BE49-F238E27FC236}">
                        <a16:creationId xmlns:a16="http://schemas.microsoft.com/office/drawing/2014/main" id="{87CDFE5F-A05B-BF10-7815-2F67D566B8C7}"/>
                      </a:ext>
                    </a:extLst>
                  </p:cNvPr>
                  <p:cNvSpPr/>
                  <p:nvPr/>
                </p:nvSpPr>
                <p:spPr>
                  <a:xfrm>
                    <a:off x="7503978" y="3168123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031" name="Group 5030">
                  <a:extLst>
                    <a:ext uri="{FF2B5EF4-FFF2-40B4-BE49-F238E27FC236}">
                      <a16:creationId xmlns:a16="http://schemas.microsoft.com/office/drawing/2014/main" id="{7244B785-6DFA-3216-482D-D9AEEEC4AD35}"/>
                    </a:ext>
                  </a:extLst>
                </p:cNvPr>
                <p:cNvGrpSpPr/>
                <p:nvPr/>
              </p:nvGrpSpPr>
              <p:grpSpPr>
                <a:xfrm>
                  <a:off x="6379405" y="3099645"/>
                  <a:ext cx="130798" cy="193528"/>
                  <a:chOff x="7503978" y="3168123"/>
                  <a:chExt cx="130798" cy="193528"/>
                </a:xfrm>
              </p:grpSpPr>
              <p:sp>
                <p:nvSpPr>
                  <p:cNvPr id="5038" name="Cube 5037">
                    <a:extLst>
                      <a:ext uri="{FF2B5EF4-FFF2-40B4-BE49-F238E27FC236}">
                        <a16:creationId xmlns:a16="http://schemas.microsoft.com/office/drawing/2014/main" id="{F7E59909-B90E-2973-9AA3-D7AF46821DDF}"/>
                      </a:ext>
                    </a:extLst>
                  </p:cNvPr>
                  <p:cNvSpPr/>
                  <p:nvPr/>
                </p:nvSpPr>
                <p:spPr>
                  <a:xfrm>
                    <a:off x="7503978" y="325888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39" name="Cube 5038">
                    <a:extLst>
                      <a:ext uri="{FF2B5EF4-FFF2-40B4-BE49-F238E27FC236}">
                        <a16:creationId xmlns:a16="http://schemas.microsoft.com/office/drawing/2014/main" id="{F58E964D-93E4-8EE1-CFAF-654CAF0AF423}"/>
                      </a:ext>
                    </a:extLst>
                  </p:cNvPr>
                  <p:cNvSpPr/>
                  <p:nvPr/>
                </p:nvSpPr>
                <p:spPr>
                  <a:xfrm>
                    <a:off x="7503978" y="3168123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032" name="Group 5031">
                  <a:extLst>
                    <a:ext uri="{FF2B5EF4-FFF2-40B4-BE49-F238E27FC236}">
                      <a16:creationId xmlns:a16="http://schemas.microsoft.com/office/drawing/2014/main" id="{7064F23A-D2C2-1C48-7F24-861300C3D024}"/>
                    </a:ext>
                  </a:extLst>
                </p:cNvPr>
                <p:cNvGrpSpPr/>
                <p:nvPr/>
              </p:nvGrpSpPr>
              <p:grpSpPr>
                <a:xfrm>
                  <a:off x="6549458" y="3096071"/>
                  <a:ext cx="130798" cy="193528"/>
                  <a:chOff x="7503978" y="3168123"/>
                  <a:chExt cx="130798" cy="193528"/>
                </a:xfrm>
              </p:grpSpPr>
              <p:sp>
                <p:nvSpPr>
                  <p:cNvPr id="5036" name="Cube 5035">
                    <a:extLst>
                      <a:ext uri="{FF2B5EF4-FFF2-40B4-BE49-F238E27FC236}">
                        <a16:creationId xmlns:a16="http://schemas.microsoft.com/office/drawing/2014/main" id="{E1CA72C5-8FF5-A6C4-4D88-5B72BE2FAD08}"/>
                      </a:ext>
                    </a:extLst>
                  </p:cNvPr>
                  <p:cNvSpPr/>
                  <p:nvPr/>
                </p:nvSpPr>
                <p:spPr>
                  <a:xfrm>
                    <a:off x="7503978" y="325888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37" name="Cube 5036">
                    <a:extLst>
                      <a:ext uri="{FF2B5EF4-FFF2-40B4-BE49-F238E27FC236}">
                        <a16:creationId xmlns:a16="http://schemas.microsoft.com/office/drawing/2014/main" id="{9991F1F1-2FEB-7BF2-8BFE-90A8E3B3B965}"/>
                      </a:ext>
                    </a:extLst>
                  </p:cNvPr>
                  <p:cNvSpPr/>
                  <p:nvPr/>
                </p:nvSpPr>
                <p:spPr>
                  <a:xfrm>
                    <a:off x="7503978" y="3168123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033" name="Group 5032">
                  <a:extLst>
                    <a:ext uri="{FF2B5EF4-FFF2-40B4-BE49-F238E27FC236}">
                      <a16:creationId xmlns:a16="http://schemas.microsoft.com/office/drawing/2014/main" id="{F0A15362-C6ED-37C5-0749-D16059CF1A75}"/>
                    </a:ext>
                  </a:extLst>
                </p:cNvPr>
                <p:cNvGrpSpPr/>
                <p:nvPr/>
              </p:nvGrpSpPr>
              <p:grpSpPr>
                <a:xfrm>
                  <a:off x="6714312" y="3093642"/>
                  <a:ext cx="130798" cy="193528"/>
                  <a:chOff x="7503978" y="3168123"/>
                  <a:chExt cx="130798" cy="193528"/>
                </a:xfrm>
              </p:grpSpPr>
              <p:sp>
                <p:nvSpPr>
                  <p:cNvPr id="5034" name="Cube 5033">
                    <a:extLst>
                      <a:ext uri="{FF2B5EF4-FFF2-40B4-BE49-F238E27FC236}">
                        <a16:creationId xmlns:a16="http://schemas.microsoft.com/office/drawing/2014/main" id="{3D9F331D-BF2F-8273-CEB3-18B28272A83E}"/>
                      </a:ext>
                    </a:extLst>
                  </p:cNvPr>
                  <p:cNvSpPr/>
                  <p:nvPr/>
                </p:nvSpPr>
                <p:spPr>
                  <a:xfrm>
                    <a:off x="7503978" y="3258882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035" name="Cube 5034">
                    <a:extLst>
                      <a:ext uri="{FF2B5EF4-FFF2-40B4-BE49-F238E27FC236}">
                        <a16:creationId xmlns:a16="http://schemas.microsoft.com/office/drawing/2014/main" id="{84B78878-350E-CB47-F173-2A8DF9CA0EB9}"/>
                      </a:ext>
                    </a:extLst>
                  </p:cNvPr>
                  <p:cNvSpPr/>
                  <p:nvPr/>
                </p:nvSpPr>
                <p:spPr>
                  <a:xfrm>
                    <a:off x="7503978" y="3168123"/>
                    <a:ext cx="130798" cy="102769"/>
                  </a:xfrm>
                  <a:prstGeom prst="cube">
                    <a:avLst>
                      <a:gd name="adj" fmla="val 35592"/>
                    </a:avLst>
                  </a:prstGeom>
                  <a:gradFill flip="none" rotWithShape="1">
                    <a:gsLst>
                      <a:gs pos="18000">
                        <a:schemeClr val="accent1">
                          <a:lumMod val="0"/>
                          <a:lumOff val="100000"/>
                        </a:schemeClr>
                      </a:gs>
                      <a:gs pos="92000">
                        <a:srgbClr val="00B050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</p:grpSp>
        <p:grpSp>
          <p:nvGrpSpPr>
            <p:cNvPr id="4873" name="Group 4872">
              <a:extLst>
                <a:ext uri="{FF2B5EF4-FFF2-40B4-BE49-F238E27FC236}">
                  <a16:creationId xmlns:a16="http://schemas.microsoft.com/office/drawing/2014/main" id="{A657EE31-040B-98F7-E4ED-FEBBBD71034A}"/>
                </a:ext>
              </a:extLst>
            </p:cNvPr>
            <p:cNvGrpSpPr/>
            <p:nvPr/>
          </p:nvGrpSpPr>
          <p:grpSpPr>
            <a:xfrm>
              <a:off x="8471737" y="5481446"/>
              <a:ext cx="1337568" cy="1089622"/>
              <a:chOff x="5612505" y="2321436"/>
              <a:chExt cx="1337568" cy="1124027"/>
            </a:xfrm>
          </p:grpSpPr>
          <p:sp>
            <p:nvSpPr>
              <p:cNvPr id="3596" name="Rectangle: Rounded Corners 3595">
                <a:extLst>
                  <a:ext uri="{FF2B5EF4-FFF2-40B4-BE49-F238E27FC236}">
                    <a16:creationId xmlns:a16="http://schemas.microsoft.com/office/drawing/2014/main" id="{E88AC5D0-9FFF-FD29-53A8-554C450A5CA9}"/>
                  </a:ext>
                </a:extLst>
              </p:cNvPr>
              <p:cNvSpPr/>
              <p:nvPr/>
            </p:nvSpPr>
            <p:spPr>
              <a:xfrm rot="16200000">
                <a:off x="5655308" y="2421701"/>
                <a:ext cx="1055589" cy="991935"/>
              </a:xfrm>
              <a:prstGeom prst="roundRect">
                <a:avLst>
                  <a:gd name="adj" fmla="val 3529"/>
                </a:avLst>
              </a:prstGeom>
              <a:solidFill>
                <a:schemeClr val="bg1"/>
              </a:solidFill>
              <a:ln w="19050">
                <a:solidFill>
                  <a:schemeClr val="accent5">
                    <a:lumMod val="60000"/>
                    <a:lumOff val="40000"/>
                  </a:schemeClr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97" name="TextBox 3596">
                    <a:extLst>
                      <a:ext uri="{FF2B5EF4-FFF2-40B4-BE49-F238E27FC236}">
                        <a16:creationId xmlns:a16="http://schemas.microsoft.com/office/drawing/2014/main" id="{E9D85A81-7C28-7D51-4E09-802E441AD3E1}"/>
                      </a:ext>
                    </a:extLst>
                  </p:cNvPr>
                  <p:cNvSpPr txBox="1"/>
                  <p:nvPr/>
                </p:nvSpPr>
                <p:spPr>
                  <a:xfrm>
                    <a:off x="5827086" y="2464820"/>
                    <a:ext cx="794959" cy="405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en-US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𝒞</m:t>
                              </m:r>
                            </m:sup>
                          </m:sSubSup>
                        </m:oMath>
                      </m:oMathPara>
                    </a14:m>
                    <a:endParaRPr lang="en-US" i="1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24" name="TextBox 4523">
                    <a:extLst>
                      <a:ext uri="{FF2B5EF4-FFF2-40B4-BE49-F238E27FC236}">
                        <a16:creationId xmlns:a16="http://schemas.microsoft.com/office/drawing/2014/main" id="{657E192E-B745-BB3F-16B8-0554496377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7086" y="2464820"/>
                    <a:ext cx="794959" cy="4052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3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98" name="TextBox 3597">
                <a:extLst>
                  <a:ext uri="{FF2B5EF4-FFF2-40B4-BE49-F238E27FC236}">
                    <a16:creationId xmlns:a16="http://schemas.microsoft.com/office/drawing/2014/main" id="{BA10E688-0351-E29E-0E0A-A549F08EB0FC}"/>
                  </a:ext>
                </a:extLst>
              </p:cNvPr>
              <p:cNvSpPr txBox="1"/>
              <p:nvPr/>
            </p:nvSpPr>
            <p:spPr>
              <a:xfrm>
                <a:off x="5612505" y="2321436"/>
                <a:ext cx="1337568" cy="2858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1" b="1" i="1" dirty="0">
                    <a:solidFill>
                      <a:schemeClr val="accent5">
                        <a:lumMod val="75000"/>
                      </a:schemeClr>
                    </a:solidFill>
                  </a:rPr>
                  <a:t>Class entropy</a:t>
                </a:r>
              </a:p>
            </p:txBody>
          </p:sp>
          <p:cxnSp>
            <p:nvCxnSpPr>
              <p:cNvPr id="3599" name="Straight Connector 3598">
                <a:extLst>
                  <a:ext uri="{FF2B5EF4-FFF2-40B4-BE49-F238E27FC236}">
                    <a16:creationId xmlns:a16="http://schemas.microsoft.com/office/drawing/2014/main" id="{A2B14DD9-EEAB-F41B-0A33-92431BEA4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5151" y="2617484"/>
                <a:ext cx="0" cy="54372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00" name="Straight Connector 3599">
                <a:extLst>
                  <a:ext uri="{FF2B5EF4-FFF2-40B4-BE49-F238E27FC236}">
                    <a16:creationId xmlns:a16="http://schemas.microsoft.com/office/drawing/2014/main" id="{DA3B5CE8-0924-4705-A6C9-395D98707D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35151" y="3153417"/>
                <a:ext cx="75280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01" name="Rectangle 3600">
                <a:extLst>
                  <a:ext uri="{FF2B5EF4-FFF2-40B4-BE49-F238E27FC236}">
                    <a16:creationId xmlns:a16="http://schemas.microsoft.com/office/drawing/2014/main" id="{0B8C4A76-41EB-4DDE-2EA2-585F9B5C72BB}"/>
                  </a:ext>
                </a:extLst>
              </p:cNvPr>
              <p:cNvSpPr/>
              <p:nvPr/>
            </p:nvSpPr>
            <p:spPr>
              <a:xfrm rot="16200000">
                <a:off x="5661437" y="2880069"/>
                <a:ext cx="384956" cy="132116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02" name="Rectangle 3601">
                <a:extLst>
                  <a:ext uri="{FF2B5EF4-FFF2-40B4-BE49-F238E27FC236}">
                    <a16:creationId xmlns:a16="http://schemas.microsoft.com/office/drawing/2014/main" id="{8160BD7D-FDB2-51E1-65DD-6C631279D963}"/>
                  </a:ext>
                </a:extLst>
              </p:cNvPr>
              <p:cNvSpPr/>
              <p:nvPr/>
            </p:nvSpPr>
            <p:spPr>
              <a:xfrm rot="16200000">
                <a:off x="5991408" y="3032562"/>
                <a:ext cx="88699" cy="13211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25000">
                    <a:schemeClr val="accent5">
                      <a:lumMod val="60000"/>
                      <a:lumOff val="40000"/>
                    </a:schemeClr>
                  </a:gs>
                  <a:gs pos="100000">
                    <a:schemeClr val="accent5">
                      <a:lumMod val="5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03" name="Rectangle 3602">
                <a:extLst>
                  <a:ext uri="{FF2B5EF4-FFF2-40B4-BE49-F238E27FC236}">
                    <a16:creationId xmlns:a16="http://schemas.microsoft.com/office/drawing/2014/main" id="{66664825-3B6D-91FA-63B4-EEE700A70A80}"/>
                  </a:ext>
                </a:extLst>
              </p:cNvPr>
              <p:cNvSpPr/>
              <p:nvPr/>
            </p:nvSpPr>
            <p:spPr>
              <a:xfrm rot="16200000">
                <a:off x="6265668" y="2987275"/>
                <a:ext cx="179279" cy="132112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25000">
                    <a:schemeClr val="accent5">
                      <a:lumMod val="60000"/>
                      <a:lumOff val="40000"/>
                    </a:schemeClr>
                  </a:gs>
                  <a:gs pos="100000">
                    <a:schemeClr val="accent5">
                      <a:lumMod val="50000"/>
                    </a:schemeClr>
                  </a:gs>
                </a:gsLst>
                <a:lin ang="0" scaled="1"/>
              </a:gra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3604" name="Straight Connector 3603">
                <a:extLst>
                  <a:ext uri="{FF2B5EF4-FFF2-40B4-BE49-F238E27FC236}">
                    <a16:creationId xmlns:a16="http://schemas.microsoft.com/office/drawing/2014/main" id="{E4A58ED5-22FA-A964-0038-F5D9FF8DC96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5611" y="2898700"/>
                <a:ext cx="809730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05" name="TextBox 3604">
                    <a:extLst>
                      <a:ext uri="{FF2B5EF4-FFF2-40B4-BE49-F238E27FC236}">
                        <a16:creationId xmlns:a16="http://schemas.microsoft.com/office/drawing/2014/main" id="{EE40D97A-F47C-046B-D335-53C4C905E99A}"/>
                      </a:ext>
                    </a:extLst>
                  </p:cNvPr>
                  <p:cNvSpPr txBox="1"/>
                  <p:nvPr/>
                </p:nvSpPr>
                <p:spPr>
                  <a:xfrm>
                    <a:off x="6262422" y="2604235"/>
                    <a:ext cx="344176" cy="3492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𝑒𝑛𝑡</m:t>
                              </m:r>
                            </m:sub>
                          </m:sSub>
                        </m:oMath>
                      </m:oMathPara>
                    </a14:m>
                    <a:endParaRPr lang="en-US" sz="1600" i="1" dirty="0"/>
                  </a:p>
                </p:txBody>
              </p:sp>
            </mc:Choice>
            <mc:Fallback xmlns="">
              <p:sp>
                <p:nvSpPr>
                  <p:cNvPr id="4532" name="TextBox 4531">
                    <a:extLst>
                      <a:ext uri="{FF2B5EF4-FFF2-40B4-BE49-F238E27FC236}">
                        <a16:creationId xmlns:a16="http://schemas.microsoft.com/office/drawing/2014/main" id="{4523ACE7-EFD0-CDBA-CE06-7AD085531A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2422" y="2604235"/>
                    <a:ext cx="344176" cy="3492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3928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606" name="Group 3605">
                <a:extLst>
                  <a:ext uri="{FF2B5EF4-FFF2-40B4-BE49-F238E27FC236}">
                    <a16:creationId xmlns:a16="http://schemas.microsoft.com/office/drawing/2014/main" id="{467D5C9B-2207-E9D2-4AC3-FE55E280AF97}"/>
                  </a:ext>
                </a:extLst>
              </p:cNvPr>
              <p:cNvGrpSpPr/>
              <p:nvPr/>
            </p:nvGrpSpPr>
            <p:grpSpPr>
              <a:xfrm>
                <a:off x="5783236" y="3193398"/>
                <a:ext cx="130798" cy="193528"/>
                <a:chOff x="7503978" y="3168123"/>
                <a:chExt cx="130798" cy="193528"/>
              </a:xfrm>
            </p:grpSpPr>
            <p:sp>
              <p:nvSpPr>
                <p:cNvPr id="3625" name="Cube 3624">
                  <a:extLst>
                    <a:ext uri="{FF2B5EF4-FFF2-40B4-BE49-F238E27FC236}">
                      <a16:creationId xmlns:a16="http://schemas.microsoft.com/office/drawing/2014/main" id="{E890F901-6FDF-B88B-A9CF-E5AB921574C3}"/>
                    </a:ext>
                  </a:extLst>
                </p:cNvPr>
                <p:cNvSpPr/>
                <p:nvPr/>
              </p:nvSpPr>
              <p:spPr>
                <a:xfrm>
                  <a:off x="7503978" y="3258882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27" name="Cube 3626">
                  <a:extLst>
                    <a:ext uri="{FF2B5EF4-FFF2-40B4-BE49-F238E27FC236}">
                      <a16:creationId xmlns:a16="http://schemas.microsoft.com/office/drawing/2014/main" id="{6120403A-FD23-B224-E26C-D4736637A6DF}"/>
                    </a:ext>
                  </a:extLst>
                </p:cNvPr>
                <p:cNvSpPr/>
                <p:nvPr/>
              </p:nvSpPr>
              <p:spPr>
                <a:xfrm>
                  <a:off x="7503978" y="3168123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607" name="Group 3606">
                <a:extLst>
                  <a:ext uri="{FF2B5EF4-FFF2-40B4-BE49-F238E27FC236}">
                    <a16:creationId xmlns:a16="http://schemas.microsoft.com/office/drawing/2014/main" id="{B8BEE5C2-F828-2C4D-10FD-27F15F76B2C7}"/>
                  </a:ext>
                </a:extLst>
              </p:cNvPr>
              <p:cNvGrpSpPr/>
              <p:nvPr/>
            </p:nvGrpSpPr>
            <p:grpSpPr>
              <a:xfrm>
                <a:off x="5959501" y="3196972"/>
                <a:ext cx="130798" cy="193528"/>
                <a:chOff x="7503978" y="3168123"/>
                <a:chExt cx="130798" cy="193528"/>
              </a:xfrm>
            </p:grpSpPr>
            <p:sp>
              <p:nvSpPr>
                <p:cNvPr id="3623" name="Cube 3622">
                  <a:extLst>
                    <a:ext uri="{FF2B5EF4-FFF2-40B4-BE49-F238E27FC236}">
                      <a16:creationId xmlns:a16="http://schemas.microsoft.com/office/drawing/2014/main" id="{298E0C02-C338-D681-3852-98559513A01C}"/>
                    </a:ext>
                  </a:extLst>
                </p:cNvPr>
                <p:cNvSpPr/>
                <p:nvPr/>
              </p:nvSpPr>
              <p:spPr>
                <a:xfrm>
                  <a:off x="7503978" y="3258882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24" name="Cube 3623">
                  <a:extLst>
                    <a:ext uri="{FF2B5EF4-FFF2-40B4-BE49-F238E27FC236}">
                      <a16:creationId xmlns:a16="http://schemas.microsoft.com/office/drawing/2014/main" id="{A0ECA730-F492-DF84-9649-B29DA537388F}"/>
                    </a:ext>
                  </a:extLst>
                </p:cNvPr>
                <p:cNvSpPr/>
                <p:nvPr/>
              </p:nvSpPr>
              <p:spPr>
                <a:xfrm>
                  <a:off x="7503978" y="3168123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608" name="Group 3607">
                <a:extLst>
                  <a:ext uri="{FF2B5EF4-FFF2-40B4-BE49-F238E27FC236}">
                    <a16:creationId xmlns:a16="http://schemas.microsoft.com/office/drawing/2014/main" id="{73FBD325-92EA-072A-58CF-EF717AD06E9E}"/>
                  </a:ext>
                </a:extLst>
              </p:cNvPr>
              <p:cNvGrpSpPr/>
              <p:nvPr/>
            </p:nvGrpSpPr>
            <p:grpSpPr>
              <a:xfrm>
                <a:off x="6129554" y="3193398"/>
                <a:ext cx="130798" cy="193528"/>
                <a:chOff x="7503978" y="3168123"/>
                <a:chExt cx="130798" cy="193528"/>
              </a:xfrm>
            </p:grpSpPr>
            <p:sp>
              <p:nvSpPr>
                <p:cNvPr id="3619" name="Cube 3618">
                  <a:extLst>
                    <a:ext uri="{FF2B5EF4-FFF2-40B4-BE49-F238E27FC236}">
                      <a16:creationId xmlns:a16="http://schemas.microsoft.com/office/drawing/2014/main" id="{A629483D-7C9E-10CE-EBD5-D4355276C334}"/>
                    </a:ext>
                  </a:extLst>
                </p:cNvPr>
                <p:cNvSpPr/>
                <p:nvPr/>
              </p:nvSpPr>
              <p:spPr>
                <a:xfrm>
                  <a:off x="7503978" y="3258882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20" name="Cube 3619">
                  <a:extLst>
                    <a:ext uri="{FF2B5EF4-FFF2-40B4-BE49-F238E27FC236}">
                      <a16:creationId xmlns:a16="http://schemas.microsoft.com/office/drawing/2014/main" id="{EB11DAF7-7EAE-2F73-46E3-8E93886AE17D}"/>
                    </a:ext>
                  </a:extLst>
                </p:cNvPr>
                <p:cNvSpPr/>
                <p:nvPr/>
              </p:nvSpPr>
              <p:spPr>
                <a:xfrm>
                  <a:off x="7503978" y="3168123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609" name="Group 3608">
                <a:extLst>
                  <a:ext uri="{FF2B5EF4-FFF2-40B4-BE49-F238E27FC236}">
                    <a16:creationId xmlns:a16="http://schemas.microsoft.com/office/drawing/2014/main" id="{55871B67-1F2E-4756-FA14-6E33CE0A5D3A}"/>
                  </a:ext>
                </a:extLst>
              </p:cNvPr>
              <p:cNvGrpSpPr/>
              <p:nvPr/>
            </p:nvGrpSpPr>
            <p:grpSpPr>
              <a:xfrm>
                <a:off x="6294408" y="3190969"/>
                <a:ext cx="130798" cy="193528"/>
                <a:chOff x="7503978" y="3168123"/>
                <a:chExt cx="130798" cy="193528"/>
              </a:xfrm>
            </p:grpSpPr>
            <p:sp>
              <p:nvSpPr>
                <p:cNvPr id="3611" name="Cube 3610">
                  <a:extLst>
                    <a:ext uri="{FF2B5EF4-FFF2-40B4-BE49-F238E27FC236}">
                      <a16:creationId xmlns:a16="http://schemas.microsoft.com/office/drawing/2014/main" id="{0C7A2EDA-E5B2-9C7B-9FC6-7534EC27064F}"/>
                    </a:ext>
                  </a:extLst>
                </p:cNvPr>
                <p:cNvSpPr/>
                <p:nvPr/>
              </p:nvSpPr>
              <p:spPr>
                <a:xfrm>
                  <a:off x="7503978" y="3258882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18" name="Cube 3617">
                  <a:extLst>
                    <a:ext uri="{FF2B5EF4-FFF2-40B4-BE49-F238E27FC236}">
                      <a16:creationId xmlns:a16="http://schemas.microsoft.com/office/drawing/2014/main" id="{90EDF4B6-1AC0-8CE8-699E-861437DAAD7B}"/>
                    </a:ext>
                  </a:extLst>
                </p:cNvPr>
                <p:cNvSpPr/>
                <p:nvPr/>
              </p:nvSpPr>
              <p:spPr>
                <a:xfrm>
                  <a:off x="7503978" y="3168123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3610" name="Rectangle 3609">
                <a:extLst>
                  <a:ext uri="{FF2B5EF4-FFF2-40B4-BE49-F238E27FC236}">
                    <a16:creationId xmlns:a16="http://schemas.microsoft.com/office/drawing/2014/main" id="{8E01C186-E357-81C9-733E-D635258FF110}"/>
                  </a:ext>
                </a:extLst>
              </p:cNvPr>
              <p:cNvSpPr/>
              <p:nvPr/>
            </p:nvSpPr>
            <p:spPr>
              <a:xfrm rot="16200000">
                <a:off x="6042991" y="2914505"/>
                <a:ext cx="316083" cy="132116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874" name="Connector: Elbow 4873">
              <a:extLst>
                <a:ext uri="{FF2B5EF4-FFF2-40B4-BE49-F238E27FC236}">
                  <a16:creationId xmlns:a16="http://schemas.microsoft.com/office/drawing/2014/main" id="{E71F7CF3-1B16-63BA-4116-037A8942DC72}"/>
                </a:ext>
              </a:extLst>
            </p:cNvPr>
            <p:cNvCxnSpPr>
              <a:cxnSpLocks/>
              <a:stCxn id="5042" idx="2"/>
            </p:cNvCxnSpPr>
            <p:nvPr/>
          </p:nvCxnSpPr>
          <p:spPr>
            <a:xfrm rot="5400000">
              <a:off x="9449098" y="5728336"/>
              <a:ext cx="771066" cy="600343"/>
            </a:xfrm>
            <a:prstGeom prst="bentConnector3">
              <a:avLst>
                <a:gd name="adj1" fmla="val 99807"/>
              </a:avLst>
            </a:prstGeom>
            <a:ln>
              <a:prstDash val="sys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875" name="Group 4874">
              <a:extLst>
                <a:ext uri="{FF2B5EF4-FFF2-40B4-BE49-F238E27FC236}">
                  <a16:creationId xmlns:a16="http://schemas.microsoft.com/office/drawing/2014/main" id="{31324B7A-8EED-13F6-C4D9-0837286FE588}"/>
                </a:ext>
              </a:extLst>
            </p:cNvPr>
            <p:cNvGrpSpPr/>
            <p:nvPr/>
          </p:nvGrpSpPr>
          <p:grpSpPr>
            <a:xfrm>
              <a:off x="10323932" y="4959810"/>
              <a:ext cx="558366" cy="1430382"/>
              <a:chOff x="5863513" y="4991842"/>
              <a:chExt cx="558366" cy="1430382"/>
            </a:xfrm>
          </p:grpSpPr>
          <p:grpSp>
            <p:nvGrpSpPr>
              <p:cNvPr id="4876" name="Group 4875">
                <a:extLst>
                  <a:ext uri="{FF2B5EF4-FFF2-40B4-BE49-F238E27FC236}">
                    <a16:creationId xmlns:a16="http://schemas.microsoft.com/office/drawing/2014/main" id="{A4677576-A6CF-B576-DC8B-7D8B23C6076A}"/>
                  </a:ext>
                </a:extLst>
              </p:cNvPr>
              <p:cNvGrpSpPr/>
              <p:nvPr/>
            </p:nvGrpSpPr>
            <p:grpSpPr>
              <a:xfrm rot="16200000">
                <a:off x="5592228" y="5263127"/>
                <a:ext cx="1100936" cy="558366"/>
                <a:chOff x="6367528" y="505948"/>
                <a:chExt cx="1135698" cy="558366"/>
              </a:xfrm>
            </p:grpSpPr>
            <p:sp>
              <p:nvSpPr>
                <p:cNvPr id="4878" name="Rectangle: Rounded Corners 4877">
                  <a:extLst>
                    <a:ext uri="{FF2B5EF4-FFF2-40B4-BE49-F238E27FC236}">
                      <a16:creationId xmlns:a16="http://schemas.microsoft.com/office/drawing/2014/main" id="{F8374B8E-CEE9-17F5-7184-222A65D91E9D}"/>
                    </a:ext>
                  </a:extLst>
                </p:cNvPr>
                <p:cNvSpPr/>
                <p:nvPr/>
              </p:nvSpPr>
              <p:spPr>
                <a:xfrm rot="16200000">
                  <a:off x="6656194" y="217282"/>
                  <a:ext cx="558366" cy="1135698"/>
                </a:xfrm>
                <a:prstGeom prst="roundRect">
                  <a:avLst>
                    <a:gd name="adj" fmla="val 3529"/>
                  </a:avLst>
                </a:prstGeom>
                <a:solidFill>
                  <a:srgbClr val="FFFF00"/>
                </a:solidFill>
                <a:ln w="19050">
                  <a:solidFill>
                    <a:schemeClr val="accent2">
                      <a:lumMod val="75000"/>
                    </a:schemeClr>
                  </a:solidFill>
                  <a:prstDash val="solid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1467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4879" name="Group 4878">
                  <a:extLst>
                    <a:ext uri="{FF2B5EF4-FFF2-40B4-BE49-F238E27FC236}">
                      <a16:creationId xmlns:a16="http://schemas.microsoft.com/office/drawing/2014/main" id="{3B94CF66-FD38-EA6F-2BD1-626ADE822159}"/>
                    </a:ext>
                  </a:extLst>
                </p:cNvPr>
                <p:cNvGrpSpPr/>
                <p:nvPr/>
              </p:nvGrpSpPr>
              <p:grpSpPr>
                <a:xfrm>
                  <a:off x="7212872" y="554478"/>
                  <a:ext cx="237791" cy="465834"/>
                  <a:chOff x="7712611" y="1754404"/>
                  <a:chExt cx="237791" cy="465834"/>
                </a:xfrm>
              </p:grpSpPr>
              <p:sp>
                <p:nvSpPr>
                  <p:cNvPr id="3590" name="Rectangle: Rounded Corners 3589">
                    <a:extLst>
                      <a:ext uri="{FF2B5EF4-FFF2-40B4-BE49-F238E27FC236}">
                        <a16:creationId xmlns:a16="http://schemas.microsoft.com/office/drawing/2014/main" id="{DA9FB9C0-E24B-E4AA-AA23-0E03F5662C6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693007" y="1962842"/>
                    <a:ext cx="277000" cy="237791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chemeClr val="bg1"/>
                  </a:solidFill>
                  <a:ln w="19050">
                    <a:solidFill>
                      <a:srgbClr val="00B050"/>
                    </a:solidFill>
                    <a:prstDash val="solid"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67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3591" name="Group 3590">
                    <a:extLst>
                      <a:ext uri="{FF2B5EF4-FFF2-40B4-BE49-F238E27FC236}">
                        <a16:creationId xmlns:a16="http://schemas.microsoft.com/office/drawing/2014/main" id="{AEBDFD1B-E47B-B195-5BE3-92DB8C61555A}"/>
                      </a:ext>
                    </a:extLst>
                  </p:cNvPr>
                  <p:cNvGrpSpPr/>
                  <p:nvPr/>
                </p:nvGrpSpPr>
                <p:grpSpPr>
                  <a:xfrm>
                    <a:off x="7770852" y="1988376"/>
                    <a:ext cx="130798" cy="193528"/>
                    <a:chOff x="7503978" y="3168123"/>
                    <a:chExt cx="130798" cy="193528"/>
                  </a:xfrm>
                </p:grpSpPr>
                <p:sp>
                  <p:nvSpPr>
                    <p:cNvPr id="3593" name="Cube 3592">
                      <a:extLst>
                        <a:ext uri="{FF2B5EF4-FFF2-40B4-BE49-F238E27FC236}">
                          <a16:creationId xmlns:a16="http://schemas.microsoft.com/office/drawing/2014/main" id="{A7C2E2D3-FD72-E55F-F072-798464AC57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25888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00B05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595" name="Cube 3594">
                      <a:extLst>
                        <a:ext uri="{FF2B5EF4-FFF2-40B4-BE49-F238E27FC236}">
                          <a16:creationId xmlns:a16="http://schemas.microsoft.com/office/drawing/2014/main" id="{8F9292EF-00E5-4AFC-1891-6F0D5AAE43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168123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00B05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pic>
                <p:nvPicPr>
                  <p:cNvPr id="3592" name="Graphic 3591" descr="Badge Tick1 outline">
                    <a:extLst>
                      <a:ext uri="{FF2B5EF4-FFF2-40B4-BE49-F238E27FC236}">
                        <a16:creationId xmlns:a16="http://schemas.microsoft.com/office/drawing/2014/main" id="{59C0F79A-DF7D-57B2-F32B-B4243480439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70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7740064" y="1754404"/>
                    <a:ext cx="182880" cy="18288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880" name="Group 4879">
                  <a:extLst>
                    <a:ext uri="{FF2B5EF4-FFF2-40B4-BE49-F238E27FC236}">
                      <a16:creationId xmlns:a16="http://schemas.microsoft.com/office/drawing/2014/main" id="{ECD779E5-95C6-3B85-6F14-EBBECE80B473}"/>
                    </a:ext>
                  </a:extLst>
                </p:cNvPr>
                <p:cNvGrpSpPr/>
                <p:nvPr/>
              </p:nvGrpSpPr>
              <p:grpSpPr>
                <a:xfrm>
                  <a:off x="6663313" y="550892"/>
                  <a:ext cx="237791" cy="465834"/>
                  <a:chOff x="7712611" y="1754404"/>
                  <a:chExt cx="237791" cy="465834"/>
                </a:xfrm>
              </p:grpSpPr>
              <p:sp>
                <p:nvSpPr>
                  <p:cNvPr id="4895" name="Rectangle: Rounded Corners 4894">
                    <a:extLst>
                      <a:ext uri="{FF2B5EF4-FFF2-40B4-BE49-F238E27FC236}">
                        <a16:creationId xmlns:a16="http://schemas.microsoft.com/office/drawing/2014/main" id="{31245A64-1147-D5C3-D2B7-CD96A6D4C66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693007" y="1962842"/>
                    <a:ext cx="277000" cy="237791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chemeClr val="bg1"/>
                  </a:solidFill>
                  <a:ln w="19050">
                    <a:solidFill>
                      <a:srgbClr val="00B050"/>
                    </a:solidFill>
                    <a:prstDash val="solid"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67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3584" name="Group 3583">
                    <a:extLst>
                      <a:ext uri="{FF2B5EF4-FFF2-40B4-BE49-F238E27FC236}">
                        <a16:creationId xmlns:a16="http://schemas.microsoft.com/office/drawing/2014/main" id="{011AEDEC-87DB-6C82-7B9D-2F6B4C3595DD}"/>
                      </a:ext>
                    </a:extLst>
                  </p:cNvPr>
                  <p:cNvGrpSpPr/>
                  <p:nvPr/>
                </p:nvGrpSpPr>
                <p:grpSpPr>
                  <a:xfrm>
                    <a:off x="7770852" y="1988376"/>
                    <a:ext cx="130798" cy="193528"/>
                    <a:chOff x="7503978" y="3168123"/>
                    <a:chExt cx="130798" cy="193528"/>
                  </a:xfrm>
                </p:grpSpPr>
                <p:sp>
                  <p:nvSpPr>
                    <p:cNvPr id="3586" name="Cube 3585">
                      <a:extLst>
                        <a:ext uri="{FF2B5EF4-FFF2-40B4-BE49-F238E27FC236}">
                          <a16:creationId xmlns:a16="http://schemas.microsoft.com/office/drawing/2014/main" id="{CF85E691-F6FE-E4B4-0433-5F9814F89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25888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00B05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589" name="Cube 3588">
                      <a:extLst>
                        <a:ext uri="{FF2B5EF4-FFF2-40B4-BE49-F238E27FC236}">
                          <a16:creationId xmlns:a16="http://schemas.microsoft.com/office/drawing/2014/main" id="{0B19BA26-F534-1D8C-9AAB-78A3A7F81A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168123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92000">
                          <a:srgbClr val="00B050"/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  <p:pic>
                <p:nvPicPr>
                  <p:cNvPr id="3585" name="Graphic 3584" descr="Badge Tick1 outline">
                    <a:extLst>
                      <a:ext uri="{FF2B5EF4-FFF2-40B4-BE49-F238E27FC236}">
                        <a16:creationId xmlns:a16="http://schemas.microsoft.com/office/drawing/2014/main" id="{0D360869-0E58-7C3E-5475-624C884321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70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7740066" y="1754404"/>
                    <a:ext cx="182880" cy="18288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881" name="Group 4880">
                  <a:extLst>
                    <a:ext uri="{FF2B5EF4-FFF2-40B4-BE49-F238E27FC236}">
                      <a16:creationId xmlns:a16="http://schemas.microsoft.com/office/drawing/2014/main" id="{5ABBC756-23AF-1694-BE16-AC899FB335CF}"/>
                    </a:ext>
                  </a:extLst>
                </p:cNvPr>
                <p:cNvGrpSpPr/>
                <p:nvPr/>
              </p:nvGrpSpPr>
              <p:grpSpPr>
                <a:xfrm>
                  <a:off x="6388966" y="740350"/>
                  <a:ext cx="217283" cy="272899"/>
                  <a:chOff x="6134263" y="405676"/>
                  <a:chExt cx="217283" cy="272899"/>
                </a:xfrm>
              </p:grpSpPr>
              <p:sp>
                <p:nvSpPr>
                  <p:cNvPr id="4891" name="Rectangle: Rounded Corners 4890">
                    <a:extLst>
                      <a:ext uri="{FF2B5EF4-FFF2-40B4-BE49-F238E27FC236}">
                        <a16:creationId xmlns:a16="http://schemas.microsoft.com/office/drawing/2014/main" id="{8A31DFA5-6E6C-73CB-5DB3-38E9ACF307C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106455" y="433484"/>
                    <a:ext cx="272899" cy="217283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bg2">
                        <a:lumMod val="9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67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892" name="Group 4891">
                    <a:extLst>
                      <a:ext uri="{FF2B5EF4-FFF2-40B4-BE49-F238E27FC236}">
                        <a16:creationId xmlns:a16="http://schemas.microsoft.com/office/drawing/2014/main" id="{13D583D8-5C97-356C-C543-1609CC0C1C30}"/>
                      </a:ext>
                    </a:extLst>
                  </p:cNvPr>
                  <p:cNvGrpSpPr/>
                  <p:nvPr/>
                </p:nvGrpSpPr>
                <p:grpSpPr>
                  <a:xfrm>
                    <a:off x="6184099" y="440225"/>
                    <a:ext cx="130798" cy="193528"/>
                    <a:chOff x="7503978" y="3168123"/>
                    <a:chExt cx="130798" cy="193528"/>
                  </a:xfrm>
                </p:grpSpPr>
                <p:sp>
                  <p:nvSpPr>
                    <p:cNvPr id="4893" name="Cube 4892">
                      <a:extLst>
                        <a:ext uri="{FF2B5EF4-FFF2-40B4-BE49-F238E27FC236}">
                          <a16:creationId xmlns:a16="http://schemas.microsoft.com/office/drawing/2014/main" id="{7DE5350D-82B1-00E3-568C-0664821970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25888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83000">
                          <a:schemeClr val="accent6">
                            <a:lumMod val="40000"/>
                            <a:lumOff val="60000"/>
                          </a:schemeClr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bg2">
                          <a:lumMod val="9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894" name="Cube 4893">
                      <a:extLst>
                        <a:ext uri="{FF2B5EF4-FFF2-40B4-BE49-F238E27FC236}">
                          <a16:creationId xmlns:a16="http://schemas.microsoft.com/office/drawing/2014/main" id="{BCA89498-AC6D-0081-4716-B36B13D14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168123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83000">
                          <a:schemeClr val="accent6">
                            <a:lumMod val="40000"/>
                            <a:lumOff val="60000"/>
                          </a:schemeClr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bg2">
                          <a:lumMod val="9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  <p:grpSp>
              <p:nvGrpSpPr>
                <p:cNvPr id="4882" name="Group 4881">
                  <a:extLst>
                    <a:ext uri="{FF2B5EF4-FFF2-40B4-BE49-F238E27FC236}">
                      <a16:creationId xmlns:a16="http://schemas.microsoft.com/office/drawing/2014/main" id="{05F907E5-5CE6-FDDD-F458-2B7B5F3802CD}"/>
                    </a:ext>
                  </a:extLst>
                </p:cNvPr>
                <p:cNvGrpSpPr/>
                <p:nvPr/>
              </p:nvGrpSpPr>
              <p:grpSpPr>
                <a:xfrm>
                  <a:off x="6939319" y="749508"/>
                  <a:ext cx="217283" cy="272899"/>
                  <a:chOff x="6134263" y="405676"/>
                  <a:chExt cx="217283" cy="272899"/>
                </a:xfrm>
              </p:grpSpPr>
              <p:sp>
                <p:nvSpPr>
                  <p:cNvPr id="4885" name="Rectangle: Rounded Corners 4884">
                    <a:extLst>
                      <a:ext uri="{FF2B5EF4-FFF2-40B4-BE49-F238E27FC236}">
                        <a16:creationId xmlns:a16="http://schemas.microsoft.com/office/drawing/2014/main" id="{799EE48F-E757-E01F-E466-D6CC11ADD90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106455" y="433484"/>
                    <a:ext cx="272899" cy="217283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bg2">
                        <a:lumMod val="90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67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888" name="Group 4887">
                    <a:extLst>
                      <a:ext uri="{FF2B5EF4-FFF2-40B4-BE49-F238E27FC236}">
                        <a16:creationId xmlns:a16="http://schemas.microsoft.com/office/drawing/2014/main" id="{3BD8074F-00DB-1833-A231-B3F54BA00D05}"/>
                      </a:ext>
                    </a:extLst>
                  </p:cNvPr>
                  <p:cNvGrpSpPr/>
                  <p:nvPr/>
                </p:nvGrpSpPr>
                <p:grpSpPr>
                  <a:xfrm>
                    <a:off x="6184099" y="440225"/>
                    <a:ext cx="130798" cy="193528"/>
                    <a:chOff x="7503978" y="3168123"/>
                    <a:chExt cx="130798" cy="193528"/>
                  </a:xfrm>
                </p:grpSpPr>
                <p:sp>
                  <p:nvSpPr>
                    <p:cNvPr id="4889" name="Cube 4888">
                      <a:extLst>
                        <a:ext uri="{FF2B5EF4-FFF2-40B4-BE49-F238E27FC236}">
                          <a16:creationId xmlns:a16="http://schemas.microsoft.com/office/drawing/2014/main" id="{33CA353F-9D08-9079-39E2-3BACD935FE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258882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83000">
                          <a:schemeClr val="accent6">
                            <a:lumMod val="40000"/>
                            <a:lumOff val="60000"/>
                          </a:schemeClr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bg2">
                          <a:lumMod val="9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890" name="Cube 4889">
                      <a:extLst>
                        <a:ext uri="{FF2B5EF4-FFF2-40B4-BE49-F238E27FC236}">
                          <a16:creationId xmlns:a16="http://schemas.microsoft.com/office/drawing/2014/main" id="{1AD278A3-B85E-A10A-FBBC-CCE28596D1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03978" y="3168123"/>
                      <a:ext cx="130798" cy="102769"/>
                    </a:xfrm>
                    <a:prstGeom prst="cube">
                      <a:avLst>
                        <a:gd name="adj" fmla="val 35592"/>
                      </a:avLst>
                    </a:prstGeom>
                    <a:gradFill flip="none" rotWithShape="1">
                      <a:gsLst>
                        <a:gs pos="18000">
                          <a:schemeClr val="accent1">
                            <a:lumMod val="0"/>
                            <a:lumOff val="100000"/>
                          </a:schemeClr>
                        </a:gs>
                        <a:gs pos="83000">
                          <a:schemeClr val="accent6">
                            <a:lumMod val="40000"/>
                            <a:lumOff val="60000"/>
                          </a:schemeClr>
                        </a:gs>
                      </a:gsLst>
                      <a:path path="circle">
                        <a:fillToRect l="100000" b="100000"/>
                      </a:path>
                      <a:tileRect t="-100000" r="-100000"/>
                    </a:gradFill>
                    <a:ln>
                      <a:solidFill>
                        <a:schemeClr val="bg2">
                          <a:lumMod val="9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</p:grpSp>
            </p:grp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877" name="TextBox 4876">
                    <a:extLst>
                      <a:ext uri="{FF2B5EF4-FFF2-40B4-BE49-F238E27FC236}">
                        <a16:creationId xmlns:a16="http://schemas.microsoft.com/office/drawing/2014/main" id="{CACDA15E-0DCD-C641-A3EF-4B2C193226F0}"/>
                      </a:ext>
                    </a:extLst>
                  </p:cNvPr>
                  <p:cNvSpPr txBox="1"/>
                  <p:nvPr/>
                </p:nvSpPr>
                <p:spPr>
                  <a:xfrm>
                    <a:off x="5951792" y="6052892"/>
                    <a:ext cx="33475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>
              <p:sp>
                <p:nvSpPr>
                  <p:cNvPr id="4877" name="TextBox 4876">
                    <a:extLst>
                      <a:ext uri="{FF2B5EF4-FFF2-40B4-BE49-F238E27FC236}">
                        <a16:creationId xmlns:a16="http://schemas.microsoft.com/office/drawing/2014/main" id="{CACDA15E-0DCD-C641-A3EF-4B2C193226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51792" y="6052892"/>
                    <a:ext cx="334750" cy="369332"/>
                  </a:xfrm>
                  <a:prstGeom prst="rect">
                    <a:avLst/>
                  </a:prstGeom>
                  <a:blipFill>
                    <a:blip r:embed="rId71"/>
                    <a:stretch>
                      <a:fillRect r="-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4586" name="Arrow: Right 4585">
            <a:extLst>
              <a:ext uri="{FF2B5EF4-FFF2-40B4-BE49-F238E27FC236}">
                <a16:creationId xmlns:a16="http://schemas.microsoft.com/office/drawing/2014/main" id="{047E1C5D-F58B-E9C4-011C-A1BB3FB558AE}"/>
              </a:ext>
            </a:extLst>
          </p:cNvPr>
          <p:cNvSpPr/>
          <p:nvPr/>
        </p:nvSpPr>
        <p:spPr>
          <a:xfrm>
            <a:off x="1809639" y="2586851"/>
            <a:ext cx="241673" cy="156479"/>
          </a:xfrm>
          <a:prstGeom prst="rightArrow">
            <a:avLst>
              <a:gd name="adj1" fmla="val 50000"/>
              <a:gd name="adj2" fmla="val 47899"/>
            </a:avLst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8" name="Arrow: Right 4587">
            <a:extLst>
              <a:ext uri="{FF2B5EF4-FFF2-40B4-BE49-F238E27FC236}">
                <a16:creationId xmlns:a16="http://schemas.microsoft.com/office/drawing/2014/main" id="{07C8668D-882E-BBC0-13F2-E86583DD1C76}"/>
              </a:ext>
            </a:extLst>
          </p:cNvPr>
          <p:cNvSpPr/>
          <p:nvPr/>
        </p:nvSpPr>
        <p:spPr>
          <a:xfrm>
            <a:off x="2381186" y="2295643"/>
            <a:ext cx="241674" cy="164236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bg2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0" name="Arrow: Right 4589">
            <a:extLst>
              <a:ext uri="{FF2B5EF4-FFF2-40B4-BE49-F238E27FC236}">
                <a16:creationId xmlns:a16="http://schemas.microsoft.com/office/drawing/2014/main" id="{DBE1E27C-D757-04AB-98FA-4F8D3CEC847E}"/>
              </a:ext>
            </a:extLst>
          </p:cNvPr>
          <p:cNvSpPr/>
          <p:nvPr/>
        </p:nvSpPr>
        <p:spPr>
          <a:xfrm>
            <a:off x="2385214" y="2538407"/>
            <a:ext cx="241674" cy="164236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bg2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3" name="Arrow: Right 4592">
            <a:extLst>
              <a:ext uri="{FF2B5EF4-FFF2-40B4-BE49-F238E27FC236}">
                <a16:creationId xmlns:a16="http://schemas.microsoft.com/office/drawing/2014/main" id="{F3D328E1-6251-505B-BDD4-1FED9B931CF7}"/>
              </a:ext>
            </a:extLst>
          </p:cNvPr>
          <p:cNvSpPr/>
          <p:nvPr/>
        </p:nvSpPr>
        <p:spPr>
          <a:xfrm>
            <a:off x="2380769" y="2838529"/>
            <a:ext cx="241674" cy="164236"/>
          </a:xfrm>
          <a:prstGeom prst="rightArrow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bg2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596" name="Group 4595">
            <a:extLst>
              <a:ext uri="{FF2B5EF4-FFF2-40B4-BE49-F238E27FC236}">
                <a16:creationId xmlns:a16="http://schemas.microsoft.com/office/drawing/2014/main" id="{F3655126-C044-CBB6-78D6-732766707311}"/>
              </a:ext>
            </a:extLst>
          </p:cNvPr>
          <p:cNvGrpSpPr/>
          <p:nvPr/>
        </p:nvGrpSpPr>
        <p:grpSpPr>
          <a:xfrm>
            <a:off x="2661565" y="2078877"/>
            <a:ext cx="521158" cy="1142449"/>
            <a:chOff x="2646750" y="3462338"/>
            <a:chExt cx="417585" cy="1065124"/>
          </a:xfrm>
        </p:grpSpPr>
        <p:sp>
          <p:nvSpPr>
            <p:cNvPr id="3422" name="Cube 3421">
              <a:extLst>
                <a:ext uri="{FF2B5EF4-FFF2-40B4-BE49-F238E27FC236}">
                  <a16:creationId xmlns:a16="http://schemas.microsoft.com/office/drawing/2014/main" id="{E04199EB-94A1-A2E4-DFD4-F0584DF4A6B8}"/>
                </a:ext>
              </a:extLst>
            </p:cNvPr>
            <p:cNvSpPr/>
            <p:nvPr/>
          </p:nvSpPr>
          <p:spPr>
            <a:xfrm>
              <a:off x="2684415" y="3499218"/>
              <a:ext cx="204575" cy="152594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2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23" name="Cube 3422">
              <a:extLst>
                <a:ext uri="{FF2B5EF4-FFF2-40B4-BE49-F238E27FC236}">
                  <a16:creationId xmlns:a16="http://schemas.microsoft.com/office/drawing/2014/main" id="{F53DE12B-6002-3CEE-4FAE-215F9EAEB8CD}"/>
                </a:ext>
              </a:extLst>
            </p:cNvPr>
            <p:cNvSpPr/>
            <p:nvPr/>
          </p:nvSpPr>
          <p:spPr>
            <a:xfrm>
              <a:off x="2692898" y="3721637"/>
              <a:ext cx="204575" cy="152594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4" name="Cube 4863">
              <a:extLst>
                <a:ext uri="{FF2B5EF4-FFF2-40B4-BE49-F238E27FC236}">
                  <a16:creationId xmlns:a16="http://schemas.microsoft.com/office/drawing/2014/main" id="{E3889944-6904-903F-15AC-A7437553C56A}"/>
                </a:ext>
              </a:extLst>
            </p:cNvPr>
            <p:cNvSpPr/>
            <p:nvPr/>
          </p:nvSpPr>
          <p:spPr>
            <a:xfrm>
              <a:off x="2692898" y="3933977"/>
              <a:ext cx="204575" cy="152594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5" name="Cube 4864">
              <a:extLst>
                <a:ext uri="{FF2B5EF4-FFF2-40B4-BE49-F238E27FC236}">
                  <a16:creationId xmlns:a16="http://schemas.microsoft.com/office/drawing/2014/main" id="{5943E4CA-4E12-8BDE-1F21-382599781CA2}"/>
                </a:ext>
              </a:extLst>
            </p:cNvPr>
            <p:cNvSpPr/>
            <p:nvPr/>
          </p:nvSpPr>
          <p:spPr>
            <a:xfrm>
              <a:off x="2692898" y="4325685"/>
              <a:ext cx="204575" cy="152594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66" name="Rectangle: Rounded Corners 4865">
              <a:extLst>
                <a:ext uri="{FF2B5EF4-FFF2-40B4-BE49-F238E27FC236}">
                  <a16:creationId xmlns:a16="http://schemas.microsoft.com/office/drawing/2014/main" id="{4AE3F9A5-A65F-1271-FC38-C99F1345D7AD}"/>
                </a:ext>
              </a:extLst>
            </p:cNvPr>
            <p:cNvSpPr/>
            <p:nvPr/>
          </p:nvSpPr>
          <p:spPr>
            <a:xfrm rot="5400000">
              <a:off x="2254595" y="3854493"/>
              <a:ext cx="1065124" cy="280814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67" name="TextBox 4866">
              <a:extLst>
                <a:ext uri="{FF2B5EF4-FFF2-40B4-BE49-F238E27FC236}">
                  <a16:creationId xmlns:a16="http://schemas.microsoft.com/office/drawing/2014/main" id="{04A3B494-DF1A-0DD8-2646-9880F22F3414}"/>
                </a:ext>
              </a:extLst>
            </p:cNvPr>
            <p:cNvSpPr txBox="1"/>
            <p:nvPr/>
          </p:nvSpPr>
          <p:spPr>
            <a:xfrm rot="5400000">
              <a:off x="2661235" y="4032407"/>
              <a:ext cx="434809" cy="371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…</a:t>
              </a:r>
              <a:endParaRPr lang="en-US" sz="3201" dirty="0"/>
            </a:p>
          </p:txBody>
        </p:sp>
      </p:grpSp>
      <p:sp>
        <p:nvSpPr>
          <p:cNvPr id="4597" name="Arrow: Right 4596">
            <a:extLst>
              <a:ext uri="{FF2B5EF4-FFF2-40B4-BE49-F238E27FC236}">
                <a16:creationId xmlns:a16="http://schemas.microsoft.com/office/drawing/2014/main" id="{55B8B9FC-7C4D-9015-A1E6-39BBA984DFC6}"/>
              </a:ext>
            </a:extLst>
          </p:cNvPr>
          <p:cNvSpPr/>
          <p:nvPr/>
        </p:nvSpPr>
        <p:spPr>
          <a:xfrm>
            <a:off x="896450" y="2579686"/>
            <a:ext cx="342521" cy="201194"/>
          </a:xfrm>
          <a:prstGeom prst="rightArrow">
            <a:avLst>
              <a:gd name="adj1" fmla="val 50000"/>
              <a:gd name="adj2" fmla="val 47899"/>
            </a:avLst>
          </a:prstGeom>
          <a:solidFill>
            <a:srgbClr val="FF8989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600" name="Connector: Elbow 4599">
            <a:extLst>
              <a:ext uri="{FF2B5EF4-FFF2-40B4-BE49-F238E27FC236}">
                <a16:creationId xmlns:a16="http://schemas.microsoft.com/office/drawing/2014/main" id="{BF707C8E-F947-CD7F-9E70-40B97A55AB78}"/>
              </a:ext>
            </a:extLst>
          </p:cNvPr>
          <p:cNvCxnSpPr>
            <a:cxnSpLocks/>
            <a:stCxn id="3420" idx="3"/>
          </p:cNvCxnSpPr>
          <p:nvPr/>
        </p:nvCxnSpPr>
        <p:spPr>
          <a:xfrm>
            <a:off x="2245116" y="1862741"/>
            <a:ext cx="296472" cy="1114091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6" name="Straight Arrow Connector 4605">
            <a:extLst>
              <a:ext uri="{FF2B5EF4-FFF2-40B4-BE49-F238E27FC236}">
                <a16:creationId xmlns:a16="http://schemas.microsoft.com/office/drawing/2014/main" id="{F06A4C91-E207-D086-2739-A510CD460BD5}"/>
              </a:ext>
            </a:extLst>
          </p:cNvPr>
          <p:cNvCxnSpPr>
            <a:cxnSpLocks/>
          </p:cNvCxnSpPr>
          <p:nvPr/>
        </p:nvCxnSpPr>
        <p:spPr>
          <a:xfrm rot="10800000" flipH="1">
            <a:off x="2478717" y="2377761"/>
            <a:ext cx="1356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07" name="Straight Arrow Connector 4606">
            <a:extLst>
              <a:ext uri="{FF2B5EF4-FFF2-40B4-BE49-F238E27FC236}">
                <a16:creationId xmlns:a16="http://schemas.microsoft.com/office/drawing/2014/main" id="{F18E195D-4989-8073-FBAD-36AD22C63805}"/>
              </a:ext>
            </a:extLst>
          </p:cNvPr>
          <p:cNvCxnSpPr>
            <a:cxnSpLocks/>
          </p:cNvCxnSpPr>
          <p:nvPr/>
        </p:nvCxnSpPr>
        <p:spPr>
          <a:xfrm rot="10800000" flipH="1">
            <a:off x="2478717" y="2618651"/>
            <a:ext cx="1356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8" name="Straight Arrow Connector 447">
            <a:extLst>
              <a:ext uri="{FF2B5EF4-FFF2-40B4-BE49-F238E27FC236}">
                <a16:creationId xmlns:a16="http://schemas.microsoft.com/office/drawing/2014/main" id="{341082D8-3975-3686-E4FE-009D9283013E}"/>
              </a:ext>
            </a:extLst>
          </p:cNvPr>
          <p:cNvCxnSpPr>
            <a:cxnSpLocks/>
          </p:cNvCxnSpPr>
          <p:nvPr/>
        </p:nvCxnSpPr>
        <p:spPr>
          <a:xfrm rot="10800000" flipH="1">
            <a:off x="2463768" y="2920647"/>
            <a:ext cx="1356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3C16D273-DA7A-1929-35E4-8A0C65C5537E}"/>
                  </a:ext>
                </a:extLst>
              </p:cNvPr>
              <p:cNvSpPr txBox="1"/>
              <p:nvPr/>
            </p:nvSpPr>
            <p:spPr>
              <a:xfrm>
                <a:off x="2224234" y="1797056"/>
                <a:ext cx="410765" cy="400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4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4" i="1" dirty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4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4" i="1" dirty="0"/>
              </a:p>
            </p:txBody>
          </p:sp>
        </mc:Choice>
        <mc:Fallback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3C16D273-DA7A-1929-35E4-8A0C65C55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4234" y="1797056"/>
                <a:ext cx="410765" cy="400559"/>
              </a:xfrm>
              <a:prstGeom prst="rect">
                <a:avLst/>
              </a:prstGeom>
              <a:blipFill>
                <a:blip r:embed="rId7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2" name="TextBox 451">
                <a:extLst>
                  <a:ext uri="{FF2B5EF4-FFF2-40B4-BE49-F238E27FC236}">
                    <a16:creationId xmlns:a16="http://schemas.microsoft.com/office/drawing/2014/main" id="{D9EF5698-C24E-6E96-C078-39DF0801799A}"/>
                  </a:ext>
                </a:extLst>
              </p:cNvPr>
              <p:cNvSpPr txBox="1"/>
              <p:nvPr/>
            </p:nvSpPr>
            <p:spPr>
              <a:xfrm>
                <a:off x="1376531" y="651956"/>
                <a:ext cx="743462" cy="473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1: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2" name="TextBox 451">
                <a:extLst>
                  <a:ext uri="{FF2B5EF4-FFF2-40B4-BE49-F238E27FC236}">
                    <a16:creationId xmlns:a16="http://schemas.microsoft.com/office/drawing/2014/main" id="{D9EF5698-C24E-6E96-C078-39DF08017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531" y="651956"/>
                <a:ext cx="743462" cy="473848"/>
              </a:xfrm>
              <a:prstGeom prst="rect">
                <a:avLst/>
              </a:prstGeom>
              <a:blipFill>
                <a:blip r:embed="rId73"/>
                <a:stretch>
                  <a:fillRect t="-7692" r="-2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B316DCD-6863-EC45-ED63-ED309AF4E6DD}"/>
                  </a:ext>
                </a:extLst>
              </p:cNvPr>
              <p:cNvSpPr txBox="1"/>
              <p:nvPr/>
            </p:nvSpPr>
            <p:spPr>
              <a:xfrm>
                <a:off x="960207" y="165122"/>
                <a:ext cx="743462" cy="4917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𝑓𝑜𝑟𝑔𝑒𝑡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B316DCD-6863-EC45-ED63-ED309AF4E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207" y="165122"/>
                <a:ext cx="743462" cy="491738"/>
              </a:xfrm>
              <a:prstGeom prst="rect">
                <a:avLst/>
              </a:prstGeom>
              <a:blipFill>
                <a:blip r:embed="rId74"/>
                <a:stretch>
                  <a:fillRect l="-2479" r="-57851" b="-12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5" name="Group 454">
            <a:extLst>
              <a:ext uri="{FF2B5EF4-FFF2-40B4-BE49-F238E27FC236}">
                <a16:creationId xmlns:a16="http://schemas.microsoft.com/office/drawing/2014/main" id="{5F54C112-AF8F-1A22-C1E1-3F0A2C95A4B4}"/>
              </a:ext>
            </a:extLst>
          </p:cNvPr>
          <p:cNvGrpSpPr/>
          <p:nvPr/>
        </p:nvGrpSpPr>
        <p:grpSpPr>
          <a:xfrm>
            <a:off x="928864" y="1605042"/>
            <a:ext cx="1355455" cy="489358"/>
            <a:chOff x="2146863" y="1406418"/>
            <a:chExt cx="1355455" cy="489358"/>
          </a:xfrm>
        </p:grpSpPr>
        <p:sp>
          <p:nvSpPr>
            <p:cNvPr id="3418" name="Rectangle: Rounded Corners 3417">
              <a:extLst>
                <a:ext uri="{FF2B5EF4-FFF2-40B4-BE49-F238E27FC236}">
                  <a16:creationId xmlns:a16="http://schemas.microsoft.com/office/drawing/2014/main" id="{2D2D9C39-E6FF-097B-2324-B953B09F1573}"/>
                </a:ext>
              </a:extLst>
            </p:cNvPr>
            <p:cNvSpPr/>
            <p:nvPr/>
          </p:nvSpPr>
          <p:spPr>
            <a:xfrm>
              <a:off x="2250754" y="1406418"/>
              <a:ext cx="1251564" cy="488532"/>
            </a:xfrm>
            <a:prstGeom prst="roundRect">
              <a:avLst>
                <a:gd name="adj" fmla="val 5822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20" name="TextBox 3419">
                  <a:extLst>
                    <a:ext uri="{FF2B5EF4-FFF2-40B4-BE49-F238E27FC236}">
                      <a16:creationId xmlns:a16="http://schemas.microsoft.com/office/drawing/2014/main" id="{8978F47A-939C-0238-8C4B-F98D262E2E5E}"/>
                    </a:ext>
                  </a:extLst>
                </p:cNvPr>
                <p:cNvSpPr txBox="1"/>
                <p:nvPr/>
              </p:nvSpPr>
              <p:spPr>
                <a:xfrm>
                  <a:off x="3080057" y="1433284"/>
                  <a:ext cx="383058" cy="461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>
            <p:sp>
              <p:nvSpPr>
                <p:cNvPr id="3420" name="TextBox 3419">
                  <a:extLst>
                    <a:ext uri="{FF2B5EF4-FFF2-40B4-BE49-F238E27FC236}">
                      <a16:creationId xmlns:a16="http://schemas.microsoft.com/office/drawing/2014/main" id="{8978F47A-939C-0238-8C4B-F98D262E2E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80057" y="1433284"/>
                  <a:ext cx="383058" cy="461666"/>
                </a:xfrm>
                <a:prstGeom prst="rect">
                  <a:avLst/>
                </a:prstGeom>
                <a:blipFill>
                  <a:blip r:embed="rId75"/>
                  <a:stretch>
                    <a:fillRect l="-3175" r="-793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21" name="TextBox 3420">
                  <a:extLst>
                    <a:ext uri="{FF2B5EF4-FFF2-40B4-BE49-F238E27FC236}">
                      <a16:creationId xmlns:a16="http://schemas.microsoft.com/office/drawing/2014/main" id="{C420BC1A-FCD1-285C-7B00-20419E692938}"/>
                    </a:ext>
                  </a:extLst>
                </p:cNvPr>
                <p:cNvSpPr txBox="1"/>
                <p:nvPr/>
              </p:nvSpPr>
              <p:spPr>
                <a:xfrm>
                  <a:off x="2146863" y="1421928"/>
                  <a:ext cx="1067848" cy="47384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≡</m:t>
                        </m:r>
                      </m:oMath>
                    </m:oMathPara>
                  </a14:m>
                  <a:endParaRPr lang="en-US" sz="2400" i="1" dirty="0">
                    <a:solidFill>
                      <a:srgbClr val="390AE4"/>
                    </a:solidFill>
                  </a:endParaRPr>
                </a:p>
              </p:txBody>
            </p:sp>
          </mc:Choice>
          <mc:Fallback>
            <p:sp>
              <p:nvSpPr>
                <p:cNvPr id="3421" name="TextBox 3420">
                  <a:extLst>
                    <a:ext uri="{FF2B5EF4-FFF2-40B4-BE49-F238E27FC236}">
                      <a16:creationId xmlns:a16="http://schemas.microsoft.com/office/drawing/2014/main" id="{C420BC1A-FCD1-285C-7B00-20419E6929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6863" y="1421928"/>
                  <a:ext cx="1067848" cy="473848"/>
                </a:xfrm>
                <a:prstGeom prst="rect">
                  <a:avLst/>
                </a:prstGeom>
                <a:blipFill>
                  <a:blip r:embed="rId76"/>
                  <a:stretch>
                    <a:fillRect t="-769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6" name="Connector: Curved 455">
            <a:extLst>
              <a:ext uri="{FF2B5EF4-FFF2-40B4-BE49-F238E27FC236}">
                <a16:creationId xmlns:a16="http://schemas.microsoft.com/office/drawing/2014/main" id="{93A4C379-4B81-C6D3-BBBC-321D3B9C1EAD}"/>
              </a:ext>
            </a:extLst>
          </p:cNvPr>
          <p:cNvCxnSpPr>
            <a:cxnSpLocks/>
            <a:stCxn id="454" idx="2"/>
            <a:endCxn id="462" idx="1"/>
          </p:cNvCxnSpPr>
          <p:nvPr/>
        </p:nvCxnSpPr>
        <p:spPr>
          <a:xfrm rot="16200000" flipH="1">
            <a:off x="1112290" y="876507"/>
            <a:ext cx="668648" cy="229353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Arrow: Right 457">
            <a:extLst>
              <a:ext uri="{FF2B5EF4-FFF2-40B4-BE49-F238E27FC236}">
                <a16:creationId xmlns:a16="http://schemas.microsoft.com/office/drawing/2014/main" id="{CD4DD506-98E0-C6AE-9429-3ED998771E33}"/>
              </a:ext>
            </a:extLst>
          </p:cNvPr>
          <p:cNvSpPr/>
          <p:nvPr/>
        </p:nvSpPr>
        <p:spPr>
          <a:xfrm>
            <a:off x="3053719" y="2512719"/>
            <a:ext cx="302871" cy="200671"/>
          </a:xfrm>
          <a:prstGeom prst="rightArrow">
            <a:avLst>
              <a:gd name="adj1" fmla="val 50000"/>
              <a:gd name="adj2" fmla="val 47899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bg2"/>
              </a:gs>
            </a:gsLst>
            <a:path path="circle">
              <a:fillToRect l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9F1D9EB8-E811-8167-B8AF-D856F2AB399A}"/>
              </a:ext>
            </a:extLst>
          </p:cNvPr>
          <p:cNvGrpSpPr/>
          <p:nvPr/>
        </p:nvGrpSpPr>
        <p:grpSpPr>
          <a:xfrm>
            <a:off x="2048151" y="2256451"/>
            <a:ext cx="393930" cy="1119594"/>
            <a:chOff x="9363230" y="2330457"/>
            <a:chExt cx="393930" cy="1119594"/>
          </a:xfrm>
        </p:grpSpPr>
        <p:grpSp>
          <p:nvGrpSpPr>
            <p:cNvPr id="3393" name="Group 3392">
              <a:extLst>
                <a:ext uri="{FF2B5EF4-FFF2-40B4-BE49-F238E27FC236}">
                  <a16:creationId xmlns:a16="http://schemas.microsoft.com/office/drawing/2014/main" id="{E4EB5756-C6B2-A5FF-9A21-D96B78E3CF6B}"/>
                </a:ext>
              </a:extLst>
            </p:cNvPr>
            <p:cNvGrpSpPr/>
            <p:nvPr/>
          </p:nvGrpSpPr>
          <p:grpSpPr>
            <a:xfrm>
              <a:off x="9410743" y="2330457"/>
              <a:ext cx="346417" cy="805141"/>
              <a:chOff x="8870998" y="2596722"/>
              <a:chExt cx="346417" cy="830563"/>
            </a:xfrm>
          </p:grpSpPr>
          <p:sp>
            <p:nvSpPr>
              <p:cNvPr id="3395" name="Rectangle: Rounded Corners 3394">
                <a:extLst>
                  <a:ext uri="{FF2B5EF4-FFF2-40B4-BE49-F238E27FC236}">
                    <a16:creationId xmlns:a16="http://schemas.microsoft.com/office/drawing/2014/main" id="{8CCFE625-2A10-31E2-A52E-0348FF3BA32E}"/>
                  </a:ext>
                </a:extLst>
              </p:cNvPr>
              <p:cNvSpPr/>
              <p:nvPr/>
            </p:nvSpPr>
            <p:spPr>
              <a:xfrm rot="5400000">
                <a:off x="8576552" y="2891168"/>
                <a:ext cx="830563" cy="241672"/>
              </a:xfrm>
              <a:prstGeom prst="roundRect">
                <a:avLst>
                  <a:gd name="adj" fmla="val 10000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399" name="Group 3398">
                <a:extLst>
                  <a:ext uri="{FF2B5EF4-FFF2-40B4-BE49-F238E27FC236}">
                    <a16:creationId xmlns:a16="http://schemas.microsoft.com/office/drawing/2014/main" id="{57219338-7633-4041-B91D-28DBA5DEBC21}"/>
                  </a:ext>
                </a:extLst>
              </p:cNvPr>
              <p:cNvGrpSpPr/>
              <p:nvPr/>
            </p:nvGrpSpPr>
            <p:grpSpPr>
              <a:xfrm>
                <a:off x="8913787" y="2640181"/>
                <a:ext cx="130798" cy="193528"/>
                <a:chOff x="8913787" y="2640181"/>
                <a:chExt cx="130798" cy="193528"/>
              </a:xfrm>
            </p:grpSpPr>
            <p:sp>
              <p:nvSpPr>
                <p:cNvPr id="3413" name="Cube 3412">
                  <a:extLst>
                    <a:ext uri="{FF2B5EF4-FFF2-40B4-BE49-F238E27FC236}">
                      <a16:creationId xmlns:a16="http://schemas.microsoft.com/office/drawing/2014/main" id="{8E3695DE-BF9F-2941-BC03-95228416CE78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14" name="Cube 3413">
                  <a:extLst>
                    <a:ext uri="{FF2B5EF4-FFF2-40B4-BE49-F238E27FC236}">
                      <a16:creationId xmlns:a16="http://schemas.microsoft.com/office/drawing/2014/main" id="{B376D829-0709-3754-4DC5-4DB89E8FB831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400" name="TextBox 3399">
                <a:extLst>
                  <a:ext uri="{FF2B5EF4-FFF2-40B4-BE49-F238E27FC236}">
                    <a16:creationId xmlns:a16="http://schemas.microsoft.com/office/drawing/2014/main" id="{F7E0D18F-9D0C-8804-B4CE-98B449B0FB35}"/>
                  </a:ext>
                </a:extLst>
              </p:cNvPr>
              <p:cNvSpPr txBox="1"/>
              <p:nvPr/>
            </p:nvSpPr>
            <p:spPr>
              <a:xfrm rot="5400000">
                <a:off x="8910612" y="2951810"/>
                <a:ext cx="274869" cy="338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</a:p>
            </p:txBody>
          </p:sp>
          <p:grpSp>
            <p:nvGrpSpPr>
              <p:cNvPr id="3401" name="Group 3400">
                <a:extLst>
                  <a:ext uri="{FF2B5EF4-FFF2-40B4-BE49-F238E27FC236}">
                    <a16:creationId xmlns:a16="http://schemas.microsoft.com/office/drawing/2014/main" id="{60637D30-A916-B98E-39AF-59C3AF151126}"/>
                  </a:ext>
                </a:extLst>
              </p:cNvPr>
              <p:cNvGrpSpPr/>
              <p:nvPr/>
            </p:nvGrpSpPr>
            <p:grpSpPr>
              <a:xfrm>
                <a:off x="8913787" y="2874745"/>
                <a:ext cx="130798" cy="193528"/>
                <a:chOff x="8913787" y="2640181"/>
                <a:chExt cx="130798" cy="193528"/>
              </a:xfrm>
            </p:grpSpPr>
            <p:sp>
              <p:nvSpPr>
                <p:cNvPr id="3410" name="Cube 3409">
                  <a:extLst>
                    <a:ext uri="{FF2B5EF4-FFF2-40B4-BE49-F238E27FC236}">
                      <a16:creationId xmlns:a16="http://schemas.microsoft.com/office/drawing/2014/main" id="{ADAD8027-7213-3E0B-5130-8D1479BC2295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12" name="Cube 3411">
                  <a:extLst>
                    <a:ext uri="{FF2B5EF4-FFF2-40B4-BE49-F238E27FC236}">
                      <a16:creationId xmlns:a16="http://schemas.microsoft.com/office/drawing/2014/main" id="{A84D1340-2EA8-93F8-2287-B22CDF2E3070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3404" name="Group 3403">
                <a:extLst>
                  <a:ext uri="{FF2B5EF4-FFF2-40B4-BE49-F238E27FC236}">
                    <a16:creationId xmlns:a16="http://schemas.microsoft.com/office/drawing/2014/main" id="{9E7244AF-D461-8E1F-9202-58FA2599FC34}"/>
                  </a:ext>
                </a:extLst>
              </p:cNvPr>
              <p:cNvGrpSpPr/>
              <p:nvPr/>
            </p:nvGrpSpPr>
            <p:grpSpPr>
              <a:xfrm>
                <a:off x="8920390" y="3203093"/>
                <a:ext cx="130798" cy="193528"/>
                <a:chOff x="8913787" y="2640181"/>
                <a:chExt cx="130798" cy="193528"/>
              </a:xfrm>
            </p:grpSpPr>
            <p:sp>
              <p:nvSpPr>
                <p:cNvPr id="3405" name="Cube 3404">
                  <a:extLst>
                    <a:ext uri="{FF2B5EF4-FFF2-40B4-BE49-F238E27FC236}">
                      <a16:creationId xmlns:a16="http://schemas.microsoft.com/office/drawing/2014/main" id="{7E1F9E9E-97DB-25F3-C516-8054C17A9A92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06" name="Cube 3405">
                  <a:extLst>
                    <a:ext uri="{FF2B5EF4-FFF2-40B4-BE49-F238E27FC236}">
                      <a16:creationId xmlns:a16="http://schemas.microsoft.com/office/drawing/2014/main" id="{EE6B62E4-D6DE-FAC0-6F59-D2EAECE3550C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94" name="TextBox 3393">
                  <a:extLst>
                    <a:ext uri="{FF2B5EF4-FFF2-40B4-BE49-F238E27FC236}">
                      <a16:creationId xmlns:a16="http://schemas.microsoft.com/office/drawing/2014/main" id="{378BF894-ADCC-0D99-E1D4-8B0E7C48A7FE}"/>
                    </a:ext>
                  </a:extLst>
                </p:cNvPr>
                <p:cNvSpPr txBox="1"/>
                <p:nvPr/>
              </p:nvSpPr>
              <p:spPr>
                <a:xfrm>
                  <a:off x="9363230" y="3080719"/>
                  <a:ext cx="33475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394" name="TextBox 3393">
                  <a:extLst>
                    <a:ext uri="{FF2B5EF4-FFF2-40B4-BE49-F238E27FC236}">
                      <a16:creationId xmlns:a16="http://schemas.microsoft.com/office/drawing/2014/main" id="{378BF894-ADCC-0D99-E1D4-8B0E7C48A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230" y="3080719"/>
                  <a:ext cx="334750" cy="369332"/>
                </a:xfrm>
                <a:prstGeom prst="rect">
                  <a:avLst/>
                </a:prstGeom>
                <a:blipFill>
                  <a:blip r:embed="rId77"/>
                  <a:stretch>
                    <a:fillRect r="-5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EB402A61-557C-040B-90DB-DA21C30EE9CA}"/>
              </a:ext>
            </a:extLst>
          </p:cNvPr>
          <p:cNvGrpSpPr/>
          <p:nvPr/>
        </p:nvGrpSpPr>
        <p:grpSpPr>
          <a:xfrm>
            <a:off x="1316946" y="2498825"/>
            <a:ext cx="425442" cy="640699"/>
            <a:chOff x="9685063" y="2601551"/>
            <a:chExt cx="425442" cy="640699"/>
          </a:xfrm>
        </p:grpSpPr>
        <p:grpSp>
          <p:nvGrpSpPr>
            <p:cNvPr id="4635" name="Group 4634">
              <a:extLst>
                <a:ext uri="{FF2B5EF4-FFF2-40B4-BE49-F238E27FC236}">
                  <a16:creationId xmlns:a16="http://schemas.microsoft.com/office/drawing/2014/main" id="{4AEF0E52-4DF1-64DC-DDD4-D410A324E5D6}"/>
                </a:ext>
              </a:extLst>
            </p:cNvPr>
            <p:cNvGrpSpPr/>
            <p:nvPr/>
          </p:nvGrpSpPr>
          <p:grpSpPr>
            <a:xfrm>
              <a:off x="9685063" y="2601551"/>
              <a:ext cx="425442" cy="315175"/>
              <a:chOff x="9509221" y="2880821"/>
              <a:chExt cx="425442" cy="325127"/>
            </a:xfrm>
          </p:grpSpPr>
          <p:sp>
            <p:nvSpPr>
              <p:cNvPr id="4637" name="Cube 4636">
                <a:extLst>
                  <a:ext uri="{FF2B5EF4-FFF2-40B4-BE49-F238E27FC236}">
                    <a16:creationId xmlns:a16="http://schemas.microsoft.com/office/drawing/2014/main" id="{9706D233-F4CB-FFF0-15E9-65A720981538}"/>
                  </a:ext>
                </a:extLst>
              </p:cNvPr>
              <p:cNvSpPr/>
              <p:nvPr/>
            </p:nvSpPr>
            <p:spPr>
              <a:xfrm>
                <a:off x="9509244" y="3033297"/>
                <a:ext cx="226509" cy="172651"/>
              </a:xfrm>
              <a:prstGeom prst="cube">
                <a:avLst>
                  <a:gd name="adj" fmla="val 35592"/>
                </a:avLst>
              </a:prstGeom>
              <a:gradFill flip="none" rotWithShape="1">
                <a:gsLst>
                  <a:gs pos="30000">
                    <a:schemeClr val="accent1">
                      <a:lumMod val="0"/>
                      <a:lumOff val="100000"/>
                    </a:schemeClr>
                  </a:gs>
                  <a:gs pos="92000">
                    <a:srgbClr val="FF8989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38" name="Cube 4637">
                <a:extLst>
                  <a:ext uri="{FF2B5EF4-FFF2-40B4-BE49-F238E27FC236}">
                    <a16:creationId xmlns:a16="http://schemas.microsoft.com/office/drawing/2014/main" id="{2BE53731-90A7-5429-02DB-5F383484429C}"/>
                  </a:ext>
                </a:extLst>
              </p:cNvPr>
              <p:cNvSpPr/>
              <p:nvPr/>
            </p:nvSpPr>
            <p:spPr>
              <a:xfrm>
                <a:off x="9708156" y="3033295"/>
                <a:ext cx="226507" cy="172650"/>
              </a:xfrm>
              <a:prstGeom prst="cube">
                <a:avLst>
                  <a:gd name="adj" fmla="val 35592"/>
                </a:avLst>
              </a:prstGeom>
              <a:gradFill flip="none" rotWithShape="1">
                <a:gsLst>
                  <a:gs pos="30000">
                    <a:schemeClr val="accent1">
                      <a:lumMod val="0"/>
                      <a:lumOff val="100000"/>
                    </a:schemeClr>
                  </a:gs>
                  <a:gs pos="92000">
                    <a:srgbClr val="FF8989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9" name="Cube 4638">
                <a:extLst>
                  <a:ext uri="{FF2B5EF4-FFF2-40B4-BE49-F238E27FC236}">
                    <a16:creationId xmlns:a16="http://schemas.microsoft.com/office/drawing/2014/main" id="{1399C72D-9DE0-50E6-6F35-916116AA425E}"/>
                  </a:ext>
                </a:extLst>
              </p:cNvPr>
              <p:cNvSpPr/>
              <p:nvPr/>
            </p:nvSpPr>
            <p:spPr>
              <a:xfrm>
                <a:off x="9509221" y="2880822"/>
                <a:ext cx="226507" cy="172651"/>
              </a:xfrm>
              <a:prstGeom prst="cube">
                <a:avLst>
                  <a:gd name="adj" fmla="val 35592"/>
                </a:avLst>
              </a:prstGeom>
              <a:gradFill flip="none" rotWithShape="1">
                <a:gsLst>
                  <a:gs pos="30000">
                    <a:schemeClr val="accent1">
                      <a:lumMod val="0"/>
                      <a:lumOff val="100000"/>
                    </a:schemeClr>
                  </a:gs>
                  <a:gs pos="92000">
                    <a:srgbClr val="FF8989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92" name="Cube 3391">
                <a:extLst>
                  <a:ext uri="{FF2B5EF4-FFF2-40B4-BE49-F238E27FC236}">
                    <a16:creationId xmlns:a16="http://schemas.microsoft.com/office/drawing/2014/main" id="{89AE4A7C-7C05-C08F-801D-9A33753CDB2E}"/>
                  </a:ext>
                </a:extLst>
              </p:cNvPr>
              <p:cNvSpPr/>
              <p:nvPr/>
            </p:nvSpPr>
            <p:spPr>
              <a:xfrm>
                <a:off x="9708156" y="2880821"/>
                <a:ext cx="226507" cy="172650"/>
              </a:xfrm>
              <a:prstGeom prst="cube">
                <a:avLst>
                  <a:gd name="adj" fmla="val 35592"/>
                </a:avLst>
              </a:prstGeom>
              <a:gradFill flip="none" rotWithShape="1">
                <a:gsLst>
                  <a:gs pos="30000">
                    <a:schemeClr val="accent1">
                      <a:lumMod val="0"/>
                      <a:lumOff val="100000"/>
                    </a:schemeClr>
                  </a:gs>
                  <a:gs pos="92000">
                    <a:srgbClr val="FF8989"/>
                  </a:gs>
                </a:gsLst>
                <a:path path="circle">
                  <a:fillToRect l="100000" b="100000"/>
                </a:path>
                <a:tileRect t="-100000" r="-100000"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36" name="TextBox 4635">
                  <a:extLst>
                    <a:ext uri="{FF2B5EF4-FFF2-40B4-BE49-F238E27FC236}">
                      <a16:creationId xmlns:a16="http://schemas.microsoft.com/office/drawing/2014/main" id="{6C0C16C1-5765-FACA-BF0C-957E099A7B97}"/>
                    </a:ext>
                  </a:extLst>
                </p:cNvPr>
                <p:cNvSpPr txBox="1"/>
                <p:nvPr/>
              </p:nvSpPr>
              <p:spPr>
                <a:xfrm>
                  <a:off x="9700055" y="2872662"/>
                  <a:ext cx="334750" cy="3695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4636" name="TextBox 4635">
                  <a:extLst>
                    <a:ext uri="{FF2B5EF4-FFF2-40B4-BE49-F238E27FC236}">
                      <a16:creationId xmlns:a16="http://schemas.microsoft.com/office/drawing/2014/main" id="{6C0C16C1-5765-FACA-BF0C-957E099A7B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00055" y="2872662"/>
                  <a:ext cx="334750" cy="369588"/>
                </a:xfrm>
                <a:prstGeom prst="rect">
                  <a:avLst/>
                </a:prstGeom>
                <a:blipFill>
                  <a:blip r:embed="rId78"/>
                  <a:stretch>
                    <a:fillRect r="-9091" b="-163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462" name="Picture 461">
            <a:extLst>
              <a:ext uri="{FF2B5EF4-FFF2-40B4-BE49-F238E27FC236}">
                <a16:creationId xmlns:a16="http://schemas.microsoft.com/office/drawing/2014/main" id="{CA7610D9-3CF7-15C0-7710-8B644BA00CF8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l="33006" t="10921" r="31162" b="17937"/>
          <a:stretch>
            <a:fillRect/>
          </a:stretch>
        </p:blipFill>
        <p:spPr>
          <a:xfrm rot="10800000" flipH="1">
            <a:off x="1561291" y="1079639"/>
            <a:ext cx="203578" cy="491739"/>
          </a:xfrm>
          <a:prstGeom prst="rect">
            <a:avLst/>
          </a:prstGeom>
        </p:spPr>
      </p:pic>
      <p:grpSp>
        <p:nvGrpSpPr>
          <p:cNvPr id="463" name="Group 462">
            <a:extLst>
              <a:ext uri="{FF2B5EF4-FFF2-40B4-BE49-F238E27FC236}">
                <a16:creationId xmlns:a16="http://schemas.microsoft.com/office/drawing/2014/main" id="{4859EA4F-36B8-EE7D-F8C1-611E5EE1CB9D}"/>
              </a:ext>
            </a:extLst>
          </p:cNvPr>
          <p:cNvGrpSpPr/>
          <p:nvPr/>
        </p:nvGrpSpPr>
        <p:grpSpPr>
          <a:xfrm>
            <a:off x="2380769" y="187478"/>
            <a:ext cx="4007436" cy="1605672"/>
            <a:chOff x="5186345" y="128381"/>
            <a:chExt cx="4007436" cy="1605672"/>
          </a:xfrm>
        </p:grpSpPr>
        <p:sp>
          <p:nvSpPr>
            <p:cNvPr id="471" name="Rectangle: Rounded Corners 470">
              <a:extLst>
                <a:ext uri="{FF2B5EF4-FFF2-40B4-BE49-F238E27FC236}">
                  <a16:creationId xmlns:a16="http://schemas.microsoft.com/office/drawing/2014/main" id="{61FA3494-4B1C-5ED1-6240-1CEAB668889F}"/>
                </a:ext>
              </a:extLst>
            </p:cNvPr>
            <p:cNvSpPr/>
            <p:nvPr/>
          </p:nvSpPr>
          <p:spPr>
            <a:xfrm rot="16200000">
              <a:off x="6370315" y="-1055589"/>
              <a:ext cx="1549078" cy="3917018"/>
            </a:xfrm>
            <a:prstGeom prst="roundRect">
              <a:avLst>
                <a:gd name="adj" fmla="val 4552"/>
              </a:avLst>
            </a:prstGeom>
            <a:solidFill>
              <a:srgbClr val="FCEDE4"/>
            </a:solidFill>
            <a:ln w="28575">
              <a:solidFill>
                <a:schemeClr val="accent2"/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72" name="Group 471">
              <a:extLst>
                <a:ext uri="{FF2B5EF4-FFF2-40B4-BE49-F238E27FC236}">
                  <a16:creationId xmlns:a16="http://schemas.microsoft.com/office/drawing/2014/main" id="{082E24A4-F58F-9BE5-35F9-6A4EEB8DDDAB}"/>
                </a:ext>
              </a:extLst>
            </p:cNvPr>
            <p:cNvGrpSpPr/>
            <p:nvPr/>
          </p:nvGrpSpPr>
          <p:grpSpPr>
            <a:xfrm>
              <a:off x="6852941" y="688691"/>
              <a:ext cx="962290" cy="769327"/>
              <a:chOff x="4832394" y="450839"/>
              <a:chExt cx="962290" cy="793620"/>
            </a:xfrm>
          </p:grpSpPr>
          <p:sp>
            <p:nvSpPr>
              <p:cNvPr id="4633" name="Diamond 4632">
                <a:extLst>
                  <a:ext uri="{FF2B5EF4-FFF2-40B4-BE49-F238E27FC236}">
                    <a16:creationId xmlns:a16="http://schemas.microsoft.com/office/drawing/2014/main" id="{339B926E-AB27-AA24-755C-2612C552E906}"/>
                  </a:ext>
                </a:extLst>
              </p:cNvPr>
              <p:cNvSpPr/>
              <p:nvPr/>
            </p:nvSpPr>
            <p:spPr>
              <a:xfrm>
                <a:off x="4832394" y="450839"/>
                <a:ext cx="962290" cy="793620"/>
              </a:xfrm>
              <a:prstGeom prst="diamond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4" name="TextBox 4633">
                <a:extLst>
                  <a:ext uri="{FF2B5EF4-FFF2-40B4-BE49-F238E27FC236}">
                    <a16:creationId xmlns:a16="http://schemas.microsoft.com/office/drawing/2014/main" id="{C9DA1FC8-56EE-FE39-575B-67392B207048}"/>
                  </a:ext>
                </a:extLst>
              </p:cNvPr>
              <p:cNvSpPr txBox="1"/>
              <p:nvPr/>
            </p:nvSpPr>
            <p:spPr>
              <a:xfrm>
                <a:off x="4855663" y="564640"/>
                <a:ext cx="930209" cy="4765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1" i="1" dirty="0"/>
                  <a:t>Anchor Confident?</a:t>
                </a:r>
              </a:p>
            </p:txBody>
          </p:sp>
        </p:grpSp>
        <p:sp>
          <p:nvSpPr>
            <p:cNvPr id="473" name="Arrow: Right 472">
              <a:extLst>
                <a:ext uri="{FF2B5EF4-FFF2-40B4-BE49-F238E27FC236}">
                  <a16:creationId xmlns:a16="http://schemas.microsoft.com/office/drawing/2014/main" id="{9C769003-C3BE-EDAA-9B55-67CE4AEDFC66}"/>
                </a:ext>
              </a:extLst>
            </p:cNvPr>
            <p:cNvSpPr/>
            <p:nvPr/>
          </p:nvSpPr>
          <p:spPr>
            <a:xfrm>
              <a:off x="6496611" y="966764"/>
              <a:ext cx="302871" cy="200671"/>
            </a:xfrm>
            <a:prstGeom prst="rightArrow">
              <a:avLst>
                <a:gd name="adj1" fmla="val 50000"/>
                <a:gd name="adj2" fmla="val 47899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74" name="Graphic 473" descr="Stop with solid fill">
              <a:extLst>
                <a:ext uri="{FF2B5EF4-FFF2-40B4-BE49-F238E27FC236}">
                  <a16:creationId xmlns:a16="http://schemas.microsoft.com/office/drawing/2014/main" id="{9363F3F7-2225-37A4-2679-E2190B7A3A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9"/>
                </a:ext>
              </a:extLst>
            </a:blip>
            <a:stretch>
              <a:fillRect/>
            </a:stretch>
          </p:blipFill>
          <p:spPr>
            <a:xfrm>
              <a:off x="8146964" y="835905"/>
              <a:ext cx="494116" cy="478992"/>
            </a:xfrm>
            <a:prstGeom prst="rect">
              <a:avLst/>
            </a:prstGeom>
          </p:spPr>
        </p:pic>
        <p:grpSp>
          <p:nvGrpSpPr>
            <p:cNvPr id="475" name="Group 474">
              <a:extLst>
                <a:ext uri="{FF2B5EF4-FFF2-40B4-BE49-F238E27FC236}">
                  <a16:creationId xmlns:a16="http://schemas.microsoft.com/office/drawing/2014/main" id="{7266FDFA-2C65-2AAA-8511-B069B8769E77}"/>
                </a:ext>
              </a:extLst>
            </p:cNvPr>
            <p:cNvGrpSpPr/>
            <p:nvPr/>
          </p:nvGrpSpPr>
          <p:grpSpPr>
            <a:xfrm>
              <a:off x="6588495" y="262094"/>
              <a:ext cx="1303026" cy="464189"/>
              <a:chOff x="2854278" y="152873"/>
              <a:chExt cx="1303026" cy="47884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30" name="TextBox 4629">
                    <a:extLst>
                      <a:ext uri="{FF2B5EF4-FFF2-40B4-BE49-F238E27FC236}">
                        <a16:creationId xmlns:a16="http://schemas.microsoft.com/office/drawing/2014/main" id="{3EE96B60-04CC-4AA4-EAE2-086A92AE1CD0}"/>
                      </a:ext>
                    </a:extLst>
                  </p:cNvPr>
                  <p:cNvSpPr txBox="1"/>
                  <p:nvPr/>
                </p:nvSpPr>
                <p:spPr>
                  <a:xfrm>
                    <a:off x="2854278" y="190599"/>
                    <a:ext cx="410765" cy="4411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en-US" sz="2004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4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4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sz="2004" i="1" dirty="0">
                                  <a:latin typeface="Cambria Math" panose="02040503050406030204" pitchFamily="18" charset="0"/>
                                </a:rPr>
                                <m:t>AVST</m:t>
                              </m:r>
                            </m:sup>
                          </m:sSubSup>
                        </m:oMath>
                      </m:oMathPara>
                    </a14:m>
                    <a:endParaRPr lang="en-US" sz="2004" i="1" dirty="0"/>
                  </a:p>
                </p:txBody>
              </p:sp>
            </mc:Choice>
            <mc:Fallback xmlns="">
              <p:sp>
                <p:nvSpPr>
                  <p:cNvPr id="4438" name="TextBox 4437">
                    <a:extLst>
                      <a:ext uri="{FF2B5EF4-FFF2-40B4-BE49-F238E27FC236}">
                        <a16:creationId xmlns:a16="http://schemas.microsoft.com/office/drawing/2014/main" id="{4D37A417-FF72-F087-F855-9F5774DA9F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54278" y="190599"/>
                    <a:ext cx="410765" cy="4411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1045" b="-5714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31" name="Straight Arrow Connector 4630">
                <a:extLst>
                  <a:ext uri="{FF2B5EF4-FFF2-40B4-BE49-F238E27FC236}">
                    <a16:creationId xmlns:a16="http://schemas.microsoft.com/office/drawing/2014/main" id="{72BDCE5A-B9C4-BD8A-A207-846A6DF7E8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28147" y="369609"/>
                <a:ext cx="194600" cy="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32" name="TextBox 4631">
                    <a:extLst>
                      <a:ext uri="{FF2B5EF4-FFF2-40B4-BE49-F238E27FC236}">
                        <a16:creationId xmlns:a16="http://schemas.microsoft.com/office/drawing/2014/main" id="{F5BE6E9D-B30C-906F-FECD-E608D4AFF633}"/>
                      </a:ext>
                    </a:extLst>
                  </p:cNvPr>
                  <p:cNvSpPr txBox="1"/>
                  <p:nvPr/>
                </p:nvSpPr>
                <p:spPr>
                  <a:xfrm>
                    <a:off x="3746539" y="152873"/>
                    <a:ext cx="410765" cy="41320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004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4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a:rPr lang="en-US" sz="2004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𝐴𝑉𝑆𝑇</m:t>
                              </m:r>
                            </m:sub>
                          </m:sSub>
                        </m:oMath>
                      </m:oMathPara>
                    </a14:m>
                    <a:endParaRPr lang="en-US" sz="2004" i="1" dirty="0"/>
                  </a:p>
                </p:txBody>
              </p:sp>
            </mc:Choice>
            <mc:Fallback xmlns="">
              <p:sp>
                <p:nvSpPr>
                  <p:cNvPr id="4444" name="TextBox 4443">
                    <a:extLst>
                      <a:ext uri="{FF2B5EF4-FFF2-40B4-BE49-F238E27FC236}">
                        <a16:creationId xmlns:a16="http://schemas.microsoft.com/office/drawing/2014/main" id="{0A7FD688-E128-AE4F-9B62-2E9F4BF1A5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6539" y="152873"/>
                    <a:ext cx="410765" cy="41320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82353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6" name="TextBox 475">
              <a:extLst>
                <a:ext uri="{FF2B5EF4-FFF2-40B4-BE49-F238E27FC236}">
                  <a16:creationId xmlns:a16="http://schemas.microsoft.com/office/drawing/2014/main" id="{2D7C7980-F23A-CAF5-41F2-DCA7BEE0D5EC}"/>
                </a:ext>
              </a:extLst>
            </p:cNvPr>
            <p:cNvSpPr txBox="1"/>
            <p:nvPr/>
          </p:nvSpPr>
          <p:spPr>
            <a:xfrm>
              <a:off x="6358209" y="1426276"/>
              <a:ext cx="28355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dirty="0">
                  <a:solidFill>
                    <a:schemeClr val="accent2">
                      <a:lumMod val="50000"/>
                    </a:schemeClr>
                  </a:solidFill>
                </a:rPr>
                <a:t>Verified Soft Target Construction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7" name="TextBox 476">
                  <a:extLst>
                    <a:ext uri="{FF2B5EF4-FFF2-40B4-BE49-F238E27FC236}">
                      <a16:creationId xmlns:a16="http://schemas.microsoft.com/office/drawing/2014/main" id="{DEAFACEB-E042-5367-A32D-9CA19E8301DE}"/>
                    </a:ext>
                  </a:extLst>
                </p:cNvPr>
                <p:cNvSpPr txBox="1"/>
                <p:nvPr/>
              </p:nvSpPr>
              <p:spPr>
                <a:xfrm>
                  <a:off x="5477112" y="1309819"/>
                  <a:ext cx="525267" cy="4005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𝑡𝑎𝑠𝑘</m:t>
                            </m:r>
                          </m:sub>
                        </m:sSub>
                      </m:oMath>
                    </m:oMathPara>
                  </a14:m>
                  <a:endParaRPr lang="en-US" sz="2004" i="1" dirty="0"/>
                </a:p>
              </p:txBody>
            </p:sp>
          </mc:Choice>
          <mc:Fallback xmlns="">
            <p:sp>
              <p:nvSpPr>
                <p:cNvPr id="4449" name="TextBox 4448">
                  <a:extLst>
                    <a:ext uri="{FF2B5EF4-FFF2-40B4-BE49-F238E27FC236}">
                      <a16:creationId xmlns:a16="http://schemas.microsoft.com/office/drawing/2014/main" id="{7F77B47C-970E-E97B-6220-F278BD000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7112" y="1309819"/>
                  <a:ext cx="525267" cy="400559"/>
                </a:xfrm>
                <a:prstGeom prst="rect">
                  <a:avLst/>
                </a:prstGeom>
                <a:blipFill>
                  <a:blip r:embed="rId98"/>
                  <a:stretch>
                    <a:fillRect r="-3448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35B595-1AF1-713A-3F1C-A62121948237}"/>
                    </a:ext>
                  </a:extLst>
                </p:cNvPr>
                <p:cNvSpPr txBox="1"/>
                <p:nvPr/>
              </p:nvSpPr>
              <p:spPr>
                <a:xfrm>
                  <a:off x="5346730" y="335591"/>
                  <a:ext cx="476874" cy="4005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b>
                            <m:r>
                              <a:rPr lang="en-US" sz="2004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𝑐𝑙𝑎𝑠𝑠</m:t>
                            </m:r>
                          </m:sub>
                        </m:sSub>
                      </m:oMath>
                    </m:oMathPara>
                  </a14:m>
                  <a:endParaRPr lang="en-US" sz="2004" i="1" dirty="0"/>
                </a:p>
              </p:txBody>
            </p:sp>
          </mc:Choice>
          <mc:Fallback>
            <p:sp>
              <p:nvSpPr>
                <p:cNvPr id="478" name="TextBox 477">
                  <a:extLst>
                    <a:ext uri="{FF2B5EF4-FFF2-40B4-BE49-F238E27FC236}">
                      <a16:creationId xmlns:a16="http://schemas.microsoft.com/office/drawing/2014/main" id="{2A35B595-1AF1-713A-3F1C-A621219482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30" y="335591"/>
                  <a:ext cx="476874" cy="400559"/>
                </a:xfrm>
                <a:prstGeom prst="rect">
                  <a:avLst/>
                </a:prstGeom>
                <a:blipFill>
                  <a:blip r:embed="rId99"/>
                  <a:stretch>
                    <a:fillRect r="-61538" b="-153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08" name="Straight Arrow Connector 4607">
              <a:extLst>
                <a:ext uri="{FF2B5EF4-FFF2-40B4-BE49-F238E27FC236}">
                  <a16:creationId xmlns:a16="http://schemas.microsoft.com/office/drawing/2014/main" id="{B611E85A-5DDF-CF54-045F-13785602FB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82888" y="351894"/>
              <a:ext cx="370667" cy="12402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4610" name="Group 4609">
              <a:extLst>
                <a:ext uri="{FF2B5EF4-FFF2-40B4-BE49-F238E27FC236}">
                  <a16:creationId xmlns:a16="http://schemas.microsoft.com/office/drawing/2014/main" id="{273EBFAB-94D2-5F6F-6BD6-6DE72C03D899}"/>
                </a:ext>
              </a:extLst>
            </p:cNvPr>
            <p:cNvGrpSpPr/>
            <p:nvPr/>
          </p:nvGrpSpPr>
          <p:grpSpPr>
            <a:xfrm>
              <a:off x="6072667" y="264275"/>
              <a:ext cx="490676" cy="1142448"/>
              <a:chOff x="2646753" y="3462336"/>
              <a:chExt cx="393160" cy="1065123"/>
            </a:xfrm>
          </p:grpSpPr>
          <p:sp>
            <p:nvSpPr>
              <p:cNvPr id="4622" name="Cube 4621">
                <a:extLst>
                  <a:ext uri="{FF2B5EF4-FFF2-40B4-BE49-F238E27FC236}">
                    <a16:creationId xmlns:a16="http://schemas.microsoft.com/office/drawing/2014/main" id="{B9732B56-20D9-FC11-B07A-8F2B2B4FBE27}"/>
                  </a:ext>
                </a:extLst>
              </p:cNvPr>
              <p:cNvSpPr/>
              <p:nvPr/>
            </p:nvSpPr>
            <p:spPr>
              <a:xfrm>
                <a:off x="2684416" y="3499217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23" name="Cube 4622">
                <a:extLst>
                  <a:ext uri="{FF2B5EF4-FFF2-40B4-BE49-F238E27FC236}">
                    <a16:creationId xmlns:a16="http://schemas.microsoft.com/office/drawing/2014/main" id="{975D1428-EEDA-5915-319B-7672656DBD51}"/>
                  </a:ext>
                </a:extLst>
              </p:cNvPr>
              <p:cNvSpPr/>
              <p:nvPr/>
            </p:nvSpPr>
            <p:spPr>
              <a:xfrm>
                <a:off x="2692899" y="3721637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4" name="Cube 4623">
                <a:extLst>
                  <a:ext uri="{FF2B5EF4-FFF2-40B4-BE49-F238E27FC236}">
                    <a16:creationId xmlns:a16="http://schemas.microsoft.com/office/drawing/2014/main" id="{3D04EF13-5671-5248-9BA4-DAA4A31800EE}"/>
                  </a:ext>
                </a:extLst>
              </p:cNvPr>
              <p:cNvSpPr/>
              <p:nvPr/>
            </p:nvSpPr>
            <p:spPr>
              <a:xfrm>
                <a:off x="2692899" y="3933977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6" name="Cube 4625">
                <a:extLst>
                  <a:ext uri="{FF2B5EF4-FFF2-40B4-BE49-F238E27FC236}">
                    <a16:creationId xmlns:a16="http://schemas.microsoft.com/office/drawing/2014/main" id="{CEAD326F-6483-3486-289C-A3CC9959870B}"/>
                  </a:ext>
                </a:extLst>
              </p:cNvPr>
              <p:cNvSpPr/>
              <p:nvPr/>
            </p:nvSpPr>
            <p:spPr>
              <a:xfrm>
                <a:off x="2692899" y="4325685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27" name="Rectangle: Rounded Corners 4626">
                <a:extLst>
                  <a:ext uri="{FF2B5EF4-FFF2-40B4-BE49-F238E27FC236}">
                    <a16:creationId xmlns:a16="http://schemas.microsoft.com/office/drawing/2014/main" id="{195ADBF6-A7E2-9516-787D-1579A2E9C525}"/>
                  </a:ext>
                </a:extLst>
              </p:cNvPr>
              <p:cNvSpPr/>
              <p:nvPr/>
            </p:nvSpPr>
            <p:spPr>
              <a:xfrm rot="5400000">
                <a:off x="2254598" y="3854491"/>
                <a:ext cx="1065123" cy="280814"/>
              </a:xfrm>
              <a:prstGeom prst="roundRect">
                <a:avLst>
                  <a:gd name="adj" fmla="val 10000"/>
                </a:avLst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29" name="TextBox 4628">
                <a:extLst>
                  <a:ext uri="{FF2B5EF4-FFF2-40B4-BE49-F238E27FC236}">
                    <a16:creationId xmlns:a16="http://schemas.microsoft.com/office/drawing/2014/main" id="{B5152605-2DBB-6395-F55E-95B4ED0CB858}"/>
                  </a:ext>
                </a:extLst>
              </p:cNvPr>
              <p:cNvSpPr txBox="1"/>
              <p:nvPr/>
            </p:nvSpPr>
            <p:spPr>
              <a:xfrm rot="5400000">
                <a:off x="2636812" y="4032406"/>
                <a:ext cx="434809" cy="3713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…</a:t>
                </a:r>
                <a:endParaRPr lang="en-US" sz="3201" dirty="0"/>
              </a:p>
            </p:txBody>
          </p:sp>
        </p:grpSp>
        <p:cxnSp>
          <p:nvCxnSpPr>
            <p:cNvPr id="4611" name="Straight Arrow Connector 4610">
              <a:extLst>
                <a:ext uri="{FF2B5EF4-FFF2-40B4-BE49-F238E27FC236}">
                  <a16:creationId xmlns:a16="http://schemas.microsoft.com/office/drawing/2014/main" id="{E66E13B6-F298-9D7F-7183-15BA63225CEC}"/>
                </a:ext>
              </a:extLst>
            </p:cNvPr>
            <p:cNvCxnSpPr>
              <a:cxnSpLocks/>
              <a:stCxn id="4633" idx="3"/>
              <a:endCxn id="474" idx="1"/>
            </p:cNvCxnSpPr>
            <p:nvPr/>
          </p:nvCxnSpPr>
          <p:spPr>
            <a:xfrm>
              <a:off x="7815231" y="1073355"/>
              <a:ext cx="331733" cy="20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619" name="Straight Arrow Connector 4618">
              <a:extLst>
                <a:ext uri="{FF2B5EF4-FFF2-40B4-BE49-F238E27FC236}">
                  <a16:creationId xmlns:a16="http://schemas.microsoft.com/office/drawing/2014/main" id="{4771BF3F-86E5-47A1-3D87-1E369A131E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02108" y="1321071"/>
              <a:ext cx="229516" cy="175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620" name="TextBox 4619">
              <a:extLst>
                <a:ext uri="{FF2B5EF4-FFF2-40B4-BE49-F238E27FC236}">
                  <a16:creationId xmlns:a16="http://schemas.microsoft.com/office/drawing/2014/main" id="{7C60DE6A-8087-F5E2-96DE-18526593501D}"/>
                </a:ext>
              </a:extLst>
            </p:cNvPr>
            <p:cNvSpPr txBox="1"/>
            <p:nvPr/>
          </p:nvSpPr>
          <p:spPr>
            <a:xfrm>
              <a:off x="8558482" y="820657"/>
              <a:ext cx="62328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/>
                <a:t>Stop Grad</a:t>
              </a:r>
            </a:p>
          </p:txBody>
        </p:sp>
        <p:sp>
          <p:nvSpPr>
            <p:cNvPr id="4621" name="TextBox 4620">
              <a:extLst>
                <a:ext uri="{FF2B5EF4-FFF2-40B4-BE49-F238E27FC236}">
                  <a16:creationId xmlns:a16="http://schemas.microsoft.com/office/drawing/2014/main" id="{A1820E48-49EE-9EB6-BDA8-648CA25DDD7D}"/>
                </a:ext>
              </a:extLst>
            </p:cNvPr>
            <p:cNvSpPr txBox="1"/>
            <p:nvPr/>
          </p:nvSpPr>
          <p:spPr>
            <a:xfrm>
              <a:off x="7742997" y="824192"/>
              <a:ext cx="4256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No</a:t>
              </a:r>
            </a:p>
          </p:txBody>
        </p:sp>
      </p:grpSp>
      <p:cxnSp>
        <p:nvCxnSpPr>
          <p:cNvPr id="464" name="Connector: Elbow 463">
            <a:extLst>
              <a:ext uri="{FF2B5EF4-FFF2-40B4-BE49-F238E27FC236}">
                <a16:creationId xmlns:a16="http://schemas.microsoft.com/office/drawing/2014/main" id="{36107CEC-7A9B-8AD1-8C16-26504A87666F}"/>
              </a:ext>
            </a:extLst>
          </p:cNvPr>
          <p:cNvCxnSpPr>
            <a:cxnSpLocks/>
            <a:stCxn id="4878" idx="2"/>
            <a:endCxn id="4629" idx="2"/>
          </p:cNvCxnSpPr>
          <p:nvPr/>
        </p:nvCxnSpPr>
        <p:spPr>
          <a:xfrm rot="16200000" flipV="1">
            <a:off x="3976716" y="451547"/>
            <a:ext cx="1282837" cy="2647754"/>
          </a:xfrm>
          <a:prstGeom prst="bentConnector4">
            <a:avLst>
              <a:gd name="adj1" fmla="val 45125"/>
              <a:gd name="adj2" fmla="val 122214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5" name="Connector: Elbow 464">
            <a:extLst>
              <a:ext uri="{FF2B5EF4-FFF2-40B4-BE49-F238E27FC236}">
                <a16:creationId xmlns:a16="http://schemas.microsoft.com/office/drawing/2014/main" id="{996D6E15-C520-57D0-9F16-13BF349877E7}"/>
              </a:ext>
            </a:extLst>
          </p:cNvPr>
          <p:cNvCxnSpPr>
            <a:cxnSpLocks/>
            <a:stCxn id="4633" idx="0"/>
            <a:endCxn id="3420" idx="0"/>
          </p:cNvCxnSpPr>
          <p:nvPr/>
        </p:nvCxnSpPr>
        <p:spPr>
          <a:xfrm rot="16200000" flipH="1" flipV="1">
            <a:off x="2848989" y="-47614"/>
            <a:ext cx="884120" cy="2474923"/>
          </a:xfrm>
          <a:prstGeom prst="bentConnector3">
            <a:avLst>
              <a:gd name="adj1" fmla="val -54815"/>
            </a:avLst>
          </a:prstGeom>
          <a:ln w="2857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6" name="TextBox 465">
                <a:extLst>
                  <a:ext uri="{FF2B5EF4-FFF2-40B4-BE49-F238E27FC236}">
                    <a16:creationId xmlns:a16="http://schemas.microsoft.com/office/drawing/2014/main" id="{DE95A998-7598-F8B0-81EC-85CA2F2DB4B6}"/>
                  </a:ext>
                </a:extLst>
              </p:cNvPr>
              <p:cNvSpPr txBox="1"/>
              <p:nvPr/>
            </p:nvSpPr>
            <p:spPr>
              <a:xfrm>
                <a:off x="2826499" y="731960"/>
                <a:ext cx="383058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>
          <p:sp>
            <p:nvSpPr>
              <p:cNvPr id="466" name="TextBox 465">
                <a:extLst>
                  <a:ext uri="{FF2B5EF4-FFF2-40B4-BE49-F238E27FC236}">
                    <a16:creationId xmlns:a16="http://schemas.microsoft.com/office/drawing/2014/main" id="{DE95A998-7598-F8B0-81EC-85CA2F2DB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499" y="731960"/>
                <a:ext cx="383058" cy="461665"/>
              </a:xfrm>
              <a:prstGeom prst="rect">
                <a:avLst/>
              </a:prstGeom>
              <a:blipFill>
                <a:blip r:embed="rId100"/>
                <a:stretch>
                  <a:fillRect l="-4762" r="-952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7" name="TextBox 466">
                <a:extLst>
                  <a:ext uri="{FF2B5EF4-FFF2-40B4-BE49-F238E27FC236}">
                    <a16:creationId xmlns:a16="http://schemas.microsoft.com/office/drawing/2014/main" id="{6051A38E-6CA9-20B5-2AD9-EDA2B79E1F9E}"/>
                  </a:ext>
                </a:extLst>
              </p:cNvPr>
              <p:cNvSpPr txBox="1"/>
              <p:nvPr/>
            </p:nvSpPr>
            <p:spPr>
              <a:xfrm>
                <a:off x="2828094" y="1063364"/>
                <a:ext cx="410765" cy="4005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4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4" i="1" dirty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4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4" i="1" dirty="0"/>
              </a:p>
            </p:txBody>
          </p:sp>
        </mc:Choice>
        <mc:Fallback>
          <p:sp>
            <p:nvSpPr>
              <p:cNvPr id="467" name="TextBox 466">
                <a:extLst>
                  <a:ext uri="{FF2B5EF4-FFF2-40B4-BE49-F238E27FC236}">
                    <a16:creationId xmlns:a16="http://schemas.microsoft.com/office/drawing/2014/main" id="{6051A38E-6CA9-20B5-2AD9-EDA2B79E1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094" y="1063364"/>
                <a:ext cx="410765" cy="400559"/>
              </a:xfrm>
              <a:prstGeom prst="rect">
                <a:avLst/>
              </a:prstGeom>
              <a:blipFill>
                <a:blip r:embed="rId101"/>
                <a:stretch>
                  <a:fillRect b="-15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9" name="Connector: Elbow 468">
            <a:extLst>
              <a:ext uri="{FF2B5EF4-FFF2-40B4-BE49-F238E27FC236}">
                <a16:creationId xmlns:a16="http://schemas.microsoft.com/office/drawing/2014/main" id="{744E4ED4-2BEC-8409-E9F2-6F4808F30490}"/>
              </a:ext>
            </a:extLst>
          </p:cNvPr>
          <p:cNvCxnSpPr>
            <a:cxnSpLocks/>
            <a:endCxn id="466" idx="1"/>
          </p:cNvCxnSpPr>
          <p:nvPr/>
        </p:nvCxnSpPr>
        <p:spPr>
          <a:xfrm flipV="1">
            <a:off x="2183228" y="962793"/>
            <a:ext cx="643271" cy="638301"/>
          </a:xfrm>
          <a:prstGeom prst="bentConnector3">
            <a:avLst>
              <a:gd name="adj1" fmla="val -1173"/>
            </a:avLst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BD258C3E-BF61-7EE1-E31F-25806B0B9BE4}"/>
              </a:ext>
            </a:extLst>
          </p:cNvPr>
          <p:cNvSpPr txBox="1"/>
          <p:nvPr/>
        </p:nvSpPr>
        <p:spPr>
          <a:xfrm>
            <a:off x="2104820" y="926931"/>
            <a:ext cx="6220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EMA</a:t>
            </a:r>
          </a:p>
        </p:txBody>
      </p:sp>
      <p:grpSp>
        <p:nvGrpSpPr>
          <p:cNvPr id="3653" name="Group 3652">
            <a:extLst>
              <a:ext uri="{FF2B5EF4-FFF2-40B4-BE49-F238E27FC236}">
                <a16:creationId xmlns:a16="http://schemas.microsoft.com/office/drawing/2014/main" id="{15AB4E10-4C9E-9F90-4953-ADAFD08A0DA2}"/>
              </a:ext>
            </a:extLst>
          </p:cNvPr>
          <p:cNvGrpSpPr/>
          <p:nvPr/>
        </p:nvGrpSpPr>
        <p:grpSpPr>
          <a:xfrm>
            <a:off x="34212" y="2267993"/>
            <a:ext cx="862238" cy="831353"/>
            <a:chOff x="3677421" y="1161878"/>
            <a:chExt cx="834638" cy="1002388"/>
          </a:xfrm>
        </p:grpSpPr>
        <p:grpSp>
          <p:nvGrpSpPr>
            <p:cNvPr id="3654" name="Group 3653">
              <a:extLst>
                <a:ext uri="{FF2B5EF4-FFF2-40B4-BE49-F238E27FC236}">
                  <a16:creationId xmlns:a16="http://schemas.microsoft.com/office/drawing/2014/main" id="{24B9402C-EC00-7E7C-34C5-6A049B6F7DE1}"/>
                </a:ext>
              </a:extLst>
            </p:cNvPr>
            <p:cNvGrpSpPr/>
            <p:nvPr/>
          </p:nvGrpSpPr>
          <p:grpSpPr>
            <a:xfrm>
              <a:off x="3677421" y="1266686"/>
              <a:ext cx="797310" cy="897580"/>
              <a:chOff x="3677421" y="1266686"/>
              <a:chExt cx="797310" cy="897580"/>
            </a:xfrm>
          </p:grpSpPr>
          <p:sp>
            <p:nvSpPr>
              <p:cNvPr id="3657" name="Rectangle: Rounded Corners 3656">
                <a:extLst>
                  <a:ext uri="{FF2B5EF4-FFF2-40B4-BE49-F238E27FC236}">
                    <a16:creationId xmlns:a16="http://schemas.microsoft.com/office/drawing/2014/main" id="{BE70ADC7-CA37-EFCA-73A8-E393B1CCB838}"/>
                  </a:ext>
                </a:extLst>
              </p:cNvPr>
              <p:cNvSpPr/>
              <p:nvPr/>
            </p:nvSpPr>
            <p:spPr>
              <a:xfrm>
                <a:off x="3677421" y="1266686"/>
                <a:ext cx="797310" cy="897580"/>
              </a:xfrm>
              <a:prstGeom prst="round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3659" name="Picture 3658">
                <a:extLst>
                  <a:ext uri="{FF2B5EF4-FFF2-40B4-BE49-F238E27FC236}">
                    <a16:creationId xmlns:a16="http://schemas.microsoft.com/office/drawing/2014/main" id="{E3D62918-0CB7-46B7-4109-B91AC89442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2"/>
              <a:stretch/>
            </p:blipFill>
            <p:spPr>
              <a:xfrm>
                <a:off x="3677421" y="1286385"/>
                <a:ext cx="797310" cy="82966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55" name="TextBox 3654">
                  <a:extLst>
                    <a:ext uri="{FF2B5EF4-FFF2-40B4-BE49-F238E27FC236}">
                      <a16:creationId xmlns:a16="http://schemas.microsoft.com/office/drawing/2014/main" id="{3DF27EB9-C5B4-F254-86C1-88B54AF79F81}"/>
                    </a:ext>
                  </a:extLst>
                </p:cNvPr>
                <p:cNvSpPr txBox="1"/>
                <p:nvPr/>
              </p:nvSpPr>
              <p:spPr>
                <a:xfrm>
                  <a:off x="4113404" y="1161878"/>
                  <a:ext cx="398655" cy="5566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 xmlns="">
            <p:sp>
              <p:nvSpPr>
                <p:cNvPr id="4382" name="TextBox 4381">
                  <a:extLst>
                    <a:ext uri="{FF2B5EF4-FFF2-40B4-BE49-F238E27FC236}">
                      <a16:creationId xmlns:a16="http://schemas.microsoft.com/office/drawing/2014/main" id="{480FC8F1-CB9D-3DB6-DBDF-E6C28867A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3404" y="1161878"/>
                  <a:ext cx="398655" cy="556644"/>
                </a:xfrm>
                <a:prstGeom prst="rect">
                  <a:avLst/>
                </a:prstGeom>
                <a:blipFill>
                  <a:blip r:embed="rId103"/>
                  <a:stretch>
                    <a:fillRect l="-4478"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60" name="Group 3659">
            <a:extLst>
              <a:ext uri="{FF2B5EF4-FFF2-40B4-BE49-F238E27FC236}">
                <a16:creationId xmlns:a16="http://schemas.microsoft.com/office/drawing/2014/main" id="{FA06D6C2-3C8D-101E-5E60-8AA06E550048}"/>
              </a:ext>
            </a:extLst>
          </p:cNvPr>
          <p:cNvGrpSpPr/>
          <p:nvPr/>
        </p:nvGrpSpPr>
        <p:grpSpPr>
          <a:xfrm>
            <a:off x="30977" y="994677"/>
            <a:ext cx="830146" cy="1295908"/>
            <a:chOff x="8506546" y="4587203"/>
            <a:chExt cx="830146" cy="1336826"/>
          </a:xfrm>
        </p:grpSpPr>
        <p:sp>
          <p:nvSpPr>
            <p:cNvPr id="3661" name="Rectangle: Rounded Corners 3660">
              <a:extLst>
                <a:ext uri="{FF2B5EF4-FFF2-40B4-BE49-F238E27FC236}">
                  <a16:creationId xmlns:a16="http://schemas.microsoft.com/office/drawing/2014/main" id="{0153FBE0-FCFF-4B78-9045-1F15E31E703C}"/>
                </a:ext>
              </a:extLst>
            </p:cNvPr>
            <p:cNvSpPr/>
            <p:nvPr/>
          </p:nvSpPr>
          <p:spPr>
            <a:xfrm>
              <a:off x="8506546" y="4607523"/>
              <a:ext cx="800223" cy="1260139"/>
            </a:xfrm>
            <a:prstGeom prst="roundRect">
              <a:avLst>
                <a:gd name="adj" fmla="val 5549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bg2">
                  <a:lumMod val="25000"/>
                </a:schemeClr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62" name="Group 3661">
              <a:extLst>
                <a:ext uri="{FF2B5EF4-FFF2-40B4-BE49-F238E27FC236}">
                  <a16:creationId xmlns:a16="http://schemas.microsoft.com/office/drawing/2014/main" id="{9E958A67-79A2-C158-5260-95D4AACEEC99}"/>
                </a:ext>
              </a:extLst>
            </p:cNvPr>
            <p:cNvGrpSpPr/>
            <p:nvPr/>
          </p:nvGrpSpPr>
          <p:grpSpPr>
            <a:xfrm>
              <a:off x="8538957" y="4587203"/>
              <a:ext cx="797735" cy="1336826"/>
              <a:chOff x="8538957" y="4587203"/>
              <a:chExt cx="797735" cy="1336826"/>
            </a:xfrm>
          </p:grpSpPr>
          <p:sp>
            <p:nvSpPr>
              <p:cNvPr id="3668" name="Cube 3667">
                <a:extLst>
                  <a:ext uri="{FF2B5EF4-FFF2-40B4-BE49-F238E27FC236}">
                    <a16:creationId xmlns:a16="http://schemas.microsoft.com/office/drawing/2014/main" id="{87E43EA2-8273-A30E-3B0A-10394E8C121C}"/>
                  </a:ext>
                </a:extLst>
              </p:cNvPr>
              <p:cNvSpPr/>
              <p:nvPr/>
            </p:nvSpPr>
            <p:spPr>
              <a:xfrm>
                <a:off x="8555082" y="5107573"/>
                <a:ext cx="330234" cy="323848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69" name="Cube 3668">
                <a:extLst>
                  <a:ext uri="{FF2B5EF4-FFF2-40B4-BE49-F238E27FC236}">
                    <a16:creationId xmlns:a16="http://schemas.microsoft.com/office/drawing/2014/main" id="{1D712F7F-5AF9-26F0-BAF2-5DBF1267817D}"/>
                  </a:ext>
                </a:extLst>
              </p:cNvPr>
              <p:cNvSpPr/>
              <p:nvPr/>
            </p:nvSpPr>
            <p:spPr>
              <a:xfrm>
                <a:off x="8689242" y="5143717"/>
                <a:ext cx="256157" cy="26790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85" name="TextBox 3684">
                <a:extLst>
                  <a:ext uri="{FF2B5EF4-FFF2-40B4-BE49-F238E27FC236}">
                    <a16:creationId xmlns:a16="http://schemas.microsoft.com/office/drawing/2014/main" id="{3D2F9277-8DF1-87D7-9A44-97073351D868}"/>
                  </a:ext>
                </a:extLst>
              </p:cNvPr>
              <p:cNvSpPr txBox="1"/>
              <p:nvPr/>
            </p:nvSpPr>
            <p:spPr>
              <a:xfrm>
                <a:off x="8825273" y="5165525"/>
                <a:ext cx="308830" cy="349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  <a:endParaRPr lang="en-US" sz="2400" dirty="0"/>
              </a:p>
            </p:txBody>
          </p:sp>
          <p:sp>
            <p:nvSpPr>
              <p:cNvPr id="3710" name="Cube 3709">
                <a:extLst>
                  <a:ext uri="{FF2B5EF4-FFF2-40B4-BE49-F238E27FC236}">
                    <a16:creationId xmlns:a16="http://schemas.microsoft.com/office/drawing/2014/main" id="{3FC4D0F3-B1B0-9803-88ED-2322011E5FB9}"/>
                  </a:ext>
                </a:extLst>
              </p:cNvPr>
              <p:cNvSpPr/>
              <p:nvPr/>
            </p:nvSpPr>
            <p:spPr>
              <a:xfrm>
                <a:off x="9015105" y="5216657"/>
                <a:ext cx="189633" cy="18962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2" name="Cube 3711">
                <a:extLst>
                  <a:ext uri="{FF2B5EF4-FFF2-40B4-BE49-F238E27FC236}">
                    <a16:creationId xmlns:a16="http://schemas.microsoft.com/office/drawing/2014/main" id="{8D33AC37-B56D-F98A-88B0-24D620DB43C0}"/>
                  </a:ext>
                </a:extLst>
              </p:cNvPr>
              <p:cNvSpPr/>
              <p:nvPr/>
            </p:nvSpPr>
            <p:spPr>
              <a:xfrm>
                <a:off x="9099947" y="5277458"/>
                <a:ext cx="107702" cy="92275"/>
              </a:xfrm>
              <a:prstGeom prst="cube">
                <a:avLst>
                  <a:gd name="adj" fmla="val 67706"/>
                </a:avLst>
              </a:prstGeom>
              <a:gradFill>
                <a:gsLst>
                  <a:gs pos="22000">
                    <a:schemeClr val="accent1">
                      <a:lumMod val="0"/>
                      <a:lumOff val="100000"/>
                    </a:schemeClr>
                  </a:gs>
                  <a:gs pos="88000">
                    <a:srgbClr val="FF0000"/>
                  </a:gs>
                </a:gsLst>
                <a:path path="circle">
                  <a:fillToRect l="100000" b="100000"/>
                </a:path>
              </a:gradFill>
              <a:ln w="12700"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3713" name="Graphic 3712" descr="Snowflake outline">
                <a:extLst>
                  <a:ext uri="{FF2B5EF4-FFF2-40B4-BE49-F238E27FC236}">
                    <a16:creationId xmlns:a16="http://schemas.microsoft.com/office/drawing/2014/main" id="{38478ACD-3A4B-6D3E-B026-5D677AB620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p:blipFill>
            <p:spPr>
              <a:xfrm>
                <a:off x="8738399" y="5007735"/>
                <a:ext cx="279060" cy="265786"/>
              </a:xfrm>
              <a:prstGeom prst="rect">
                <a:avLst/>
              </a:prstGeom>
            </p:spPr>
          </p:pic>
          <p:pic>
            <p:nvPicPr>
              <p:cNvPr id="3714" name="Picture 3713">
                <a:extLst>
                  <a:ext uri="{FF2B5EF4-FFF2-40B4-BE49-F238E27FC236}">
                    <a16:creationId xmlns:a16="http://schemas.microsoft.com/office/drawing/2014/main" id="{8C5E8A85-B6BD-B9CE-C7EE-7A0C1F233E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9"/>
              <a:stretch/>
            </p:blipFill>
            <p:spPr>
              <a:xfrm>
                <a:off x="9166741" y="5201754"/>
                <a:ext cx="98006" cy="119530"/>
              </a:xfrm>
              <a:prstGeom prst="rect">
                <a:avLst/>
              </a:prstGeom>
            </p:spPr>
          </p:pic>
          <p:sp>
            <p:nvSpPr>
              <p:cNvPr id="3715" name="Cube 3714">
                <a:extLst>
                  <a:ext uri="{FF2B5EF4-FFF2-40B4-BE49-F238E27FC236}">
                    <a16:creationId xmlns:a16="http://schemas.microsoft.com/office/drawing/2014/main" id="{01A9747F-A194-FC54-8EF8-61DB84884F83}"/>
                  </a:ext>
                </a:extLst>
              </p:cNvPr>
              <p:cNvSpPr/>
              <p:nvPr/>
            </p:nvSpPr>
            <p:spPr>
              <a:xfrm>
                <a:off x="8538957" y="5516833"/>
                <a:ext cx="330234" cy="32384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6" name="Cube 3715">
                <a:extLst>
                  <a:ext uri="{FF2B5EF4-FFF2-40B4-BE49-F238E27FC236}">
                    <a16:creationId xmlns:a16="http://schemas.microsoft.com/office/drawing/2014/main" id="{8E70CF27-30DE-3B5B-8468-ADCB972EA106}"/>
                  </a:ext>
                </a:extLst>
              </p:cNvPr>
              <p:cNvSpPr/>
              <p:nvPr/>
            </p:nvSpPr>
            <p:spPr>
              <a:xfrm>
                <a:off x="8673117" y="5552976"/>
                <a:ext cx="256157" cy="26790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8" name="TextBox 3717">
                <a:extLst>
                  <a:ext uri="{FF2B5EF4-FFF2-40B4-BE49-F238E27FC236}">
                    <a16:creationId xmlns:a16="http://schemas.microsoft.com/office/drawing/2014/main" id="{A950F698-1D0A-598A-0CF8-B3330855F804}"/>
                  </a:ext>
                </a:extLst>
              </p:cNvPr>
              <p:cNvSpPr txBox="1"/>
              <p:nvPr/>
            </p:nvSpPr>
            <p:spPr>
              <a:xfrm>
                <a:off x="8809148" y="5574785"/>
                <a:ext cx="308830" cy="349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  <a:endParaRPr lang="en-US" sz="2400" dirty="0"/>
              </a:p>
            </p:txBody>
          </p:sp>
          <p:sp>
            <p:nvSpPr>
              <p:cNvPr id="3727" name="Cube 3726">
                <a:extLst>
                  <a:ext uri="{FF2B5EF4-FFF2-40B4-BE49-F238E27FC236}">
                    <a16:creationId xmlns:a16="http://schemas.microsoft.com/office/drawing/2014/main" id="{25F490BF-0AD1-C8B4-A8C3-D0A35C62313A}"/>
                  </a:ext>
                </a:extLst>
              </p:cNvPr>
              <p:cNvSpPr/>
              <p:nvPr/>
            </p:nvSpPr>
            <p:spPr>
              <a:xfrm>
                <a:off x="8998980" y="5625916"/>
                <a:ext cx="189633" cy="18962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29" name="Cube 3728">
                <a:extLst>
                  <a:ext uri="{FF2B5EF4-FFF2-40B4-BE49-F238E27FC236}">
                    <a16:creationId xmlns:a16="http://schemas.microsoft.com/office/drawing/2014/main" id="{505B6355-5A58-819C-6A92-8F56AE777485}"/>
                  </a:ext>
                </a:extLst>
              </p:cNvPr>
              <p:cNvSpPr/>
              <p:nvPr/>
            </p:nvSpPr>
            <p:spPr>
              <a:xfrm>
                <a:off x="9083822" y="5686717"/>
                <a:ext cx="107702" cy="92275"/>
              </a:xfrm>
              <a:prstGeom prst="cube">
                <a:avLst>
                  <a:gd name="adj" fmla="val 67706"/>
                </a:avLst>
              </a:prstGeom>
              <a:gradFill>
                <a:gsLst>
                  <a:gs pos="22000">
                    <a:schemeClr val="accent1">
                      <a:lumMod val="0"/>
                      <a:lumOff val="100000"/>
                    </a:schemeClr>
                  </a:gs>
                  <a:gs pos="88000">
                    <a:srgbClr val="FF0000"/>
                  </a:gs>
                </a:gsLst>
                <a:path path="circle">
                  <a:fillToRect l="100000" b="100000"/>
                </a:path>
              </a:gradFill>
              <a:ln w="12700"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3730" name="Graphic 3729" descr="Snowflake outline">
                <a:extLst>
                  <a:ext uri="{FF2B5EF4-FFF2-40B4-BE49-F238E27FC236}">
                    <a16:creationId xmlns:a16="http://schemas.microsoft.com/office/drawing/2014/main" id="{83135D64-26FA-3D3C-C4AC-BB53BF959C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p:blipFill>
            <p:spPr>
              <a:xfrm>
                <a:off x="8732792" y="5415671"/>
                <a:ext cx="279060" cy="265786"/>
              </a:xfrm>
              <a:prstGeom prst="rect">
                <a:avLst/>
              </a:prstGeom>
            </p:spPr>
          </p:pic>
          <p:pic>
            <p:nvPicPr>
              <p:cNvPr id="3731" name="Picture 3730">
                <a:extLst>
                  <a:ext uri="{FF2B5EF4-FFF2-40B4-BE49-F238E27FC236}">
                    <a16:creationId xmlns:a16="http://schemas.microsoft.com/office/drawing/2014/main" id="{46C4BF5D-7E55-391B-B9A3-BEEA28313D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9"/>
              <a:stretch/>
            </p:blipFill>
            <p:spPr>
              <a:xfrm>
                <a:off x="9150616" y="5611013"/>
                <a:ext cx="98006" cy="119530"/>
              </a:xfrm>
              <a:prstGeom prst="rect">
                <a:avLst/>
              </a:prstGeom>
            </p:spPr>
          </p:pic>
          <p:sp>
            <p:nvSpPr>
              <p:cNvPr id="3733" name="TextBox 3732">
                <a:extLst>
                  <a:ext uri="{FF2B5EF4-FFF2-40B4-BE49-F238E27FC236}">
                    <a16:creationId xmlns:a16="http://schemas.microsoft.com/office/drawing/2014/main" id="{B0D286CA-1F5A-40BF-0534-2D103DFA4EAE}"/>
                  </a:ext>
                </a:extLst>
              </p:cNvPr>
              <p:cNvSpPr txBox="1"/>
              <p:nvPr/>
            </p:nvSpPr>
            <p:spPr>
              <a:xfrm rot="5400000">
                <a:off x="9017830" y="5361550"/>
                <a:ext cx="285957" cy="338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  <a:endParaRPr lang="en-US" sz="2400" dirty="0"/>
              </a:p>
            </p:txBody>
          </p:sp>
          <p:sp>
            <p:nvSpPr>
              <p:cNvPr id="3736" name="Cube 3735">
                <a:extLst>
                  <a:ext uri="{FF2B5EF4-FFF2-40B4-BE49-F238E27FC236}">
                    <a16:creationId xmlns:a16="http://schemas.microsoft.com/office/drawing/2014/main" id="{A3520BD4-13A5-B964-94E9-8D92A83294DF}"/>
                  </a:ext>
                </a:extLst>
              </p:cNvPr>
              <p:cNvSpPr/>
              <p:nvPr/>
            </p:nvSpPr>
            <p:spPr>
              <a:xfrm>
                <a:off x="8556740" y="4766083"/>
                <a:ext cx="330234" cy="32384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37" name="Cube 3736">
                <a:extLst>
                  <a:ext uri="{FF2B5EF4-FFF2-40B4-BE49-F238E27FC236}">
                    <a16:creationId xmlns:a16="http://schemas.microsoft.com/office/drawing/2014/main" id="{FC1782C6-6391-E517-B5F5-8F864C4D56A5}"/>
                  </a:ext>
                </a:extLst>
              </p:cNvPr>
              <p:cNvSpPr/>
              <p:nvPr/>
            </p:nvSpPr>
            <p:spPr>
              <a:xfrm>
                <a:off x="8690900" y="4802226"/>
                <a:ext cx="256157" cy="26790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38" name="TextBox 3737">
                <a:extLst>
                  <a:ext uri="{FF2B5EF4-FFF2-40B4-BE49-F238E27FC236}">
                    <a16:creationId xmlns:a16="http://schemas.microsoft.com/office/drawing/2014/main" id="{92A13288-61D9-64A5-ABC0-01788EC4E456}"/>
                  </a:ext>
                </a:extLst>
              </p:cNvPr>
              <p:cNvSpPr txBox="1"/>
              <p:nvPr/>
            </p:nvSpPr>
            <p:spPr>
              <a:xfrm>
                <a:off x="8826931" y="4824035"/>
                <a:ext cx="308830" cy="349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  <a:endParaRPr lang="en-US" sz="2400" dirty="0"/>
              </a:p>
            </p:txBody>
          </p:sp>
          <p:sp>
            <p:nvSpPr>
              <p:cNvPr id="3741" name="Cube 3740">
                <a:extLst>
                  <a:ext uri="{FF2B5EF4-FFF2-40B4-BE49-F238E27FC236}">
                    <a16:creationId xmlns:a16="http://schemas.microsoft.com/office/drawing/2014/main" id="{C6769560-87D9-35B7-5143-BD719E236315}"/>
                  </a:ext>
                </a:extLst>
              </p:cNvPr>
              <p:cNvSpPr/>
              <p:nvPr/>
            </p:nvSpPr>
            <p:spPr>
              <a:xfrm>
                <a:off x="9016763" y="4875166"/>
                <a:ext cx="189633" cy="189627"/>
              </a:xfrm>
              <a:prstGeom prst="cube">
                <a:avLst>
                  <a:gd name="adj" fmla="val 6770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43" name="Cube 3742">
                <a:extLst>
                  <a:ext uri="{FF2B5EF4-FFF2-40B4-BE49-F238E27FC236}">
                    <a16:creationId xmlns:a16="http://schemas.microsoft.com/office/drawing/2014/main" id="{A5F92646-92B3-8FE4-434C-6409575B4E4C}"/>
                  </a:ext>
                </a:extLst>
              </p:cNvPr>
              <p:cNvSpPr/>
              <p:nvPr/>
            </p:nvSpPr>
            <p:spPr>
              <a:xfrm>
                <a:off x="9101605" y="4935968"/>
                <a:ext cx="107702" cy="92274"/>
              </a:xfrm>
              <a:prstGeom prst="cube">
                <a:avLst>
                  <a:gd name="adj" fmla="val 67706"/>
                </a:avLst>
              </a:prstGeom>
              <a:gradFill>
                <a:gsLst>
                  <a:gs pos="22000">
                    <a:schemeClr val="accent1">
                      <a:lumMod val="0"/>
                      <a:lumOff val="100000"/>
                    </a:schemeClr>
                  </a:gs>
                  <a:gs pos="88000">
                    <a:srgbClr val="FF0000"/>
                  </a:gs>
                </a:gsLst>
                <a:path path="circle">
                  <a:fillToRect l="100000" b="100000"/>
                </a:path>
              </a:gradFill>
              <a:ln w="12700"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088" name="Graphic 5087" descr="Snowflake outline">
                <a:extLst>
                  <a:ext uri="{FF2B5EF4-FFF2-40B4-BE49-F238E27FC236}">
                    <a16:creationId xmlns:a16="http://schemas.microsoft.com/office/drawing/2014/main" id="{93B2F7A9-7E0E-6788-86A1-A7913D7B08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3"/>
                  </a:ext>
                </a:extLst>
              </a:blip>
              <a:stretch>
                <a:fillRect/>
              </a:stretch>
            </p:blipFill>
            <p:spPr>
              <a:xfrm>
                <a:off x="8745787" y="4655007"/>
                <a:ext cx="279060" cy="265786"/>
              </a:xfrm>
              <a:prstGeom prst="rect">
                <a:avLst/>
              </a:prstGeom>
            </p:spPr>
          </p:pic>
          <p:pic>
            <p:nvPicPr>
              <p:cNvPr id="5089" name="Picture 5088">
                <a:extLst>
                  <a:ext uri="{FF2B5EF4-FFF2-40B4-BE49-F238E27FC236}">
                    <a16:creationId xmlns:a16="http://schemas.microsoft.com/office/drawing/2014/main" id="{80E3F3F8-B529-3B0E-3981-5BA5CFB103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9"/>
              <a:stretch/>
            </p:blipFill>
            <p:spPr>
              <a:xfrm>
                <a:off x="9168399" y="4860264"/>
                <a:ext cx="98006" cy="119530"/>
              </a:xfrm>
              <a:prstGeom prst="rect">
                <a:avLst/>
              </a:prstGeom>
            </p:spPr>
          </p:pic>
          <p:grpSp>
            <p:nvGrpSpPr>
              <p:cNvPr id="5094" name="Group 5093">
                <a:extLst>
                  <a:ext uri="{FF2B5EF4-FFF2-40B4-BE49-F238E27FC236}">
                    <a16:creationId xmlns:a16="http://schemas.microsoft.com/office/drawing/2014/main" id="{90A01D6C-8CA2-3862-4DB4-13F0AF6BACCB}"/>
                  </a:ext>
                </a:extLst>
              </p:cNvPr>
              <p:cNvGrpSpPr/>
              <p:nvPr/>
            </p:nvGrpSpPr>
            <p:grpSpPr>
              <a:xfrm>
                <a:off x="9058424" y="4695573"/>
                <a:ext cx="190485" cy="154884"/>
                <a:chOff x="8820150" y="4250861"/>
                <a:chExt cx="967736" cy="886562"/>
              </a:xfrm>
            </p:grpSpPr>
            <p:sp>
              <p:nvSpPr>
                <p:cNvPr id="5106" name="Flowchart: Manual Operation 5105">
                  <a:extLst>
                    <a:ext uri="{FF2B5EF4-FFF2-40B4-BE49-F238E27FC236}">
                      <a16:creationId xmlns:a16="http://schemas.microsoft.com/office/drawing/2014/main" id="{5153D8D4-85CD-BE56-6CD6-12AE627A0D2A}"/>
                    </a:ext>
                  </a:extLst>
                </p:cNvPr>
                <p:cNvSpPr/>
                <p:nvPr/>
              </p:nvSpPr>
              <p:spPr>
                <a:xfrm rot="10800000">
                  <a:off x="8820150" y="4293916"/>
                  <a:ext cx="967732" cy="800994"/>
                </a:xfrm>
                <a:prstGeom prst="flowChartManualOperation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solidFill>
                    <a:schemeClr val="tx2">
                      <a:lumMod val="25000"/>
                      <a:lumOff val="7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pic>
              <p:nvPicPr>
                <p:cNvPr id="5107" name="Graphic 5106" descr="Document with solid fill">
                  <a:extLst>
                    <a:ext uri="{FF2B5EF4-FFF2-40B4-BE49-F238E27FC236}">
                      <a16:creationId xmlns:a16="http://schemas.microsoft.com/office/drawing/2014/main" id="{18549850-D055-3E0C-33EC-49C9733545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73487" y="4250861"/>
                  <a:ext cx="914399" cy="886562"/>
                </a:xfrm>
                <a:prstGeom prst="rect">
                  <a:avLst/>
                </a:prstGeom>
              </p:spPr>
            </p:pic>
          </p:grpSp>
          <p:pic>
            <p:nvPicPr>
              <p:cNvPr id="5101" name="Graphic 5100" descr="Snowflake outline">
                <a:extLst>
                  <a:ext uri="{FF2B5EF4-FFF2-40B4-BE49-F238E27FC236}">
                    <a16:creationId xmlns:a16="http://schemas.microsoft.com/office/drawing/2014/main" id="{DE9FD918-4A1D-0E93-80C2-362D140DF6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04"/>
                  </a:ext>
                </a:extLst>
              </a:blip>
              <a:stretch>
                <a:fillRect/>
              </a:stretch>
            </p:blipFill>
            <p:spPr>
              <a:xfrm>
                <a:off x="9112435" y="4587203"/>
                <a:ext cx="224257" cy="207648"/>
              </a:xfrm>
              <a:prstGeom prst="rect">
                <a:avLst/>
              </a:prstGeom>
            </p:spPr>
          </p:pic>
          <p:sp>
            <p:nvSpPr>
              <p:cNvPr id="5105" name="TextBox 5104">
                <a:extLst>
                  <a:ext uri="{FF2B5EF4-FFF2-40B4-BE49-F238E27FC236}">
                    <a16:creationId xmlns:a16="http://schemas.microsoft.com/office/drawing/2014/main" id="{0503C5F1-B164-1014-036A-A5AD33CA437A}"/>
                  </a:ext>
                </a:extLst>
              </p:cNvPr>
              <p:cNvSpPr txBox="1"/>
              <p:nvPr/>
            </p:nvSpPr>
            <p:spPr>
              <a:xfrm rot="5400000">
                <a:off x="8615856" y="5370247"/>
                <a:ext cx="285957" cy="3387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  <a:endParaRPr lang="en-US" sz="2400" dirty="0"/>
              </a:p>
            </p:txBody>
          </p:sp>
        </p:grpSp>
      </p:grpSp>
      <p:cxnSp>
        <p:nvCxnSpPr>
          <p:cNvPr id="5108" name="Connector: Curved 5107">
            <a:extLst>
              <a:ext uri="{FF2B5EF4-FFF2-40B4-BE49-F238E27FC236}">
                <a16:creationId xmlns:a16="http://schemas.microsoft.com/office/drawing/2014/main" id="{66B7ACF6-020E-4EBE-9320-5CB7E69C3A63}"/>
              </a:ext>
            </a:extLst>
          </p:cNvPr>
          <p:cNvCxnSpPr>
            <a:cxnSpLocks/>
            <a:stCxn id="5114" idx="0"/>
            <a:endCxn id="3657" idx="2"/>
          </p:cNvCxnSpPr>
          <p:nvPr/>
        </p:nvCxnSpPr>
        <p:spPr>
          <a:xfrm rot="5400000" flipH="1" flipV="1">
            <a:off x="-21548" y="3320008"/>
            <a:ext cx="688259" cy="246937"/>
          </a:xfrm>
          <a:prstGeom prst="curvedConnector3">
            <a:avLst>
              <a:gd name="adj1" fmla="val 78343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9" name="Straight Connector 5108">
            <a:extLst>
              <a:ext uri="{FF2B5EF4-FFF2-40B4-BE49-F238E27FC236}">
                <a16:creationId xmlns:a16="http://schemas.microsoft.com/office/drawing/2014/main" id="{18D9F5E0-01BE-E227-3638-B20F268E55CD}"/>
              </a:ext>
            </a:extLst>
          </p:cNvPr>
          <p:cNvCxnSpPr>
            <a:cxnSpLocks/>
          </p:cNvCxnSpPr>
          <p:nvPr/>
        </p:nvCxnSpPr>
        <p:spPr>
          <a:xfrm flipH="1">
            <a:off x="810506" y="2137108"/>
            <a:ext cx="217918" cy="1092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10" name="Straight Connector 5109">
            <a:extLst>
              <a:ext uri="{FF2B5EF4-FFF2-40B4-BE49-F238E27FC236}">
                <a16:creationId xmlns:a16="http://schemas.microsoft.com/office/drawing/2014/main" id="{373B0C5F-2905-3EFF-84E3-999607ECB6A0}"/>
              </a:ext>
            </a:extLst>
          </p:cNvPr>
          <p:cNvCxnSpPr>
            <a:cxnSpLocks/>
          </p:cNvCxnSpPr>
          <p:nvPr/>
        </p:nvCxnSpPr>
        <p:spPr>
          <a:xfrm flipH="1" flipV="1">
            <a:off x="829159" y="1014375"/>
            <a:ext cx="217918" cy="56346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11" name="Group 5110">
            <a:extLst>
              <a:ext uri="{FF2B5EF4-FFF2-40B4-BE49-F238E27FC236}">
                <a16:creationId xmlns:a16="http://schemas.microsoft.com/office/drawing/2014/main" id="{1B75B4D4-7306-2466-AAE9-4BC83C821A1D}"/>
              </a:ext>
            </a:extLst>
          </p:cNvPr>
          <p:cNvGrpSpPr/>
          <p:nvPr/>
        </p:nvGrpSpPr>
        <p:grpSpPr>
          <a:xfrm>
            <a:off x="68607" y="3150369"/>
            <a:ext cx="1030060" cy="993486"/>
            <a:chOff x="10562056" y="3192580"/>
            <a:chExt cx="1030060" cy="9934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12" name="TextBox 5111">
                  <a:extLst>
                    <a:ext uri="{FF2B5EF4-FFF2-40B4-BE49-F238E27FC236}">
                      <a16:creationId xmlns:a16="http://schemas.microsoft.com/office/drawing/2014/main" id="{E29217DF-A703-90C6-3424-47856C15CAA7}"/>
                    </a:ext>
                  </a:extLst>
                </p:cNvPr>
                <p:cNvSpPr txBox="1"/>
                <p:nvPr/>
              </p:nvSpPr>
              <p:spPr>
                <a:xfrm>
                  <a:off x="10775843" y="3192580"/>
                  <a:ext cx="816273" cy="52745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2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8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𝒟</m:t>
                            </m:r>
                          </m:e>
                          <m:sub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en-US" sz="28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800" i="1" dirty="0">
                                <a:latin typeface="Cambria Math" panose="02040503050406030204" pitchFamily="18" charset="0"/>
                              </a:rPr>
                              <m:t>𝑡𝑒𝑠𝑡</m:t>
                            </m:r>
                          </m:sup>
                        </m:sSubSup>
                      </m:oMath>
                    </m:oMathPara>
                  </a14:m>
                  <a:endParaRPr lang="en-US" sz="2800" i="1" dirty="0"/>
                </a:p>
              </p:txBody>
            </p:sp>
          </mc:Choice>
          <mc:Fallback>
            <p:sp>
              <p:nvSpPr>
                <p:cNvPr id="5112" name="TextBox 5111">
                  <a:extLst>
                    <a:ext uri="{FF2B5EF4-FFF2-40B4-BE49-F238E27FC236}">
                      <a16:creationId xmlns:a16="http://schemas.microsoft.com/office/drawing/2014/main" id="{E29217DF-A703-90C6-3424-47856C15CA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5843" y="3192580"/>
                  <a:ext cx="816273" cy="527452"/>
                </a:xfrm>
                <a:prstGeom prst="rect">
                  <a:avLst/>
                </a:prstGeom>
                <a:blipFill>
                  <a:blip r:embed="rId105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113" name="Group 5112">
              <a:extLst>
                <a:ext uri="{FF2B5EF4-FFF2-40B4-BE49-F238E27FC236}">
                  <a16:creationId xmlns:a16="http://schemas.microsoft.com/office/drawing/2014/main" id="{90EA74E8-9CD2-535C-9CF4-F11972385BF5}"/>
                </a:ext>
              </a:extLst>
            </p:cNvPr>
            <p:cNvGrpSpPr/>
            <p:nvPr/>
          </p:nvGrpSpPr>
          <p:grpSpPr>
            <a:xfrm>
              <a:off x="10562056" y="3598797"/>
              <a:ext cx="755436" cy="587269"/>
              <a:chOff x="10562056" y="3598797"/>
              <a:chExt cx="755436" cy="587269"/>
            </a:xfrm>
          </p:grpSpPr>
          <p:pic>
            <p:nvPicPr>
              <p:cNvPr id="5114" name="Picture 5113">
                <a:extLst>
                  <a:ext uri="{FF2B5EF4-FFF2-40B4-BE49-F238E27FC236}">
                    <a16:creationId xmlns:a16="http://schemas.microsoft.com/office/drawing/2014/main" id="{91A9CD72-086B-E1CA-1356-52E8DBF751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2"/>
              <a:stretch/>
            </p:blipFill>
            <p:spPr>
              <a:xfrm>
                <a:off x="10562056" y="3829816"/>
                <a:ext cx="261011" cy="21805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</p:pic>
          <p:sp>
            <p:nvSpPr>
              <p:cNvPr id="5115" name="Cylinder 5114">
                <a:extLst>
                  <a:ext uri="{FF2B5EF4-FFF2-40B4-BE49-F238E27FC236}">
                    <a16:creationId xmlns:a16="http://schemas.microsoft.com/office/drawing/2014/main" id="{04A0F7C1-EFC9-914A-77AF-64063F3A5AE8}"/>
                  </a:ext>
                </a:extLst>
              </p:cNvPr>
              <p:cNvSpPr/>
              <p:nvPr/>
            </p:nvSpPr>
            <p:spPr>
              <a:xfrm>
                <a:off x="10565505" y="3598797"/>
                <a:ext cx="723040" cy="587269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5116" name="Picture 5115">
                <a:extLst>
                  <a:ext uri="{FF2B5EF4-FFF2-40B4-BE49-F238E27FC236}">
                    <a16:creationId xmlns:a16="http://schemas.microsoft.com/office/drawing/2014/main" id="{FEBCA365-A188-1200-F5CB-C6FF3C2905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4"/>
              <a:stretch/>
            </p:blipFill>
            <p:spPr>
              <a:xfrm>
                <a:off x="10623159" y="3842688"/>
                <a:ext cx="274641" cy="22244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</p:pic>
          <p:pic>
            <p:nvPicPr>
              <p:cNvPr id="5117" name="Picture 5116">
                <a:extLst>
                  <a:ext uri="{FF2B5EF4-FFF2-40B4-BE49-F238E27FC236}">
                    <a16:creationId xmlns:a16="http://schemas.microsoft.com/office/drawing/2014/main" id="{00DCCB76-105F-2272-6F85-7600549E8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/>
              <a:stretch/>
            </p:blipFill>
            <p:spPr>
              <a:xfrm>
                <a:off x="10686779" y="3821179"/>
                <a:ext cx="315152" cy="24538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</p:pic>
          <p:pic>
            <p:nvPicPr>
              <p:cNvPr id="5118" name="Picture 5117">
                <a:extLst>
                  <a:ext uri="{FF2B5EF4-FFF2-40B4-BE49-F238E27FC236}">
                    <a16:creationId xmlns:a16="http://schemas.microsoft.com/office/drawing/2014/main" id="{E9B05237-1EF7-46EB-568D-8AA313AE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3"/>
              <a:stretch/>
            </p:blipFill>
            <p:spPr>
              <a:xfrm>
                <a:off x="10769655" y="3789432"/>
                <a:ext cx="198259" cy="35551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</p:pic>
          <p:pic>
            <p:nvPicPr>
              <p:cNvPr id="5119" name="Picture 5118">
                <a:extLst>
                  <a:ext uri="{FF2B5EF4-FFF2-40B4-BE49-F238E27FC236}">
                    <a16:creationId xmlns:a16="http://schemas.microsoft.com/office/drawing/2014/main" id="{96349C2A-D444-4F80-E998-5CBCFEB8C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6"/>
              <a:stretch/>
            </p:blipFill>
            <p:spPr>
              <a:xfrm>
                <a:off x="10999842" y="3859962"/>
                <a:ext cx="317650" cy="22982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scene3d>
                <a:camera prst="isometricRightUp"/>
                <a:lightRig rig="threePt" dir="t"/>
              </a:scene3d>
            </p:spPr>
          </p:pic>
          <p:sp>
            <p:nvSpPr>
              <p:cNvPr id="3745" name="TextBox 3744">
                <a:extLst>
                  <a:ext uri="{FF2B5EF4-FFF2-40B4-BE49-F238E27FC236}">
                    <a16:creationId xmlns:a16="http://schemas.microsoft.com/office/drawing/2014/main" id="{49616A3D-D50C-0405-6660-9147605A3599}"/>
                  </a:ext>
                </a:extLst>
              </p:cNvPr>
              <p:cNvSpPr txBox="1"/>
              <p:nvPr/>
            </p:nvSpPr>
            <p:spPr>
              <a:xfrm>
                <a:off x="10822962" y="3873296"/>
                <a:ext cx="315479" cy="2587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500" dirty="0"/>
                  <a:t>…</a:t>
                </a:r>
              </a:p>
            </p:txBody>
          </p:sp>
        </p:grpSp>
      </p:grpSp>
      <p:grpSp>
        <p:nvGrpSpPr>
          <p:cNvPr id="3746" name="Group 3745">
            <a:extLst>
              <a:ext uri="{FF2B5EF4-FFF2-40B4-BE49-F238E27FC236}">
                <a16:creationId xmlns:a16="http://schemas.microsoft.com/office/drawing/2014/main" id="{1A130887-7CCB-BE5D-6444-729C9C4FD75C}"/>
              </a:ext>
            </a:extLst>
          </p:cNvPr>
          <p:cNvGrpSpPr/>
          <p:nvPr/>
        </p:nvGrpSpPr>
        <p:grpSpPr>
          <a:xfrm>
            <a:off x="8946864" y="2673195"/>
            <a:ext cx="2366920" cy="1618231"/>
            <a:chOff x="-9945" y="2874397"/>
            <a:chExt cx="2366920" cy="1669327"/>
          </a:xfrm>
        </p:grpSpPr>
        <p:sp>
          <p:nvSpPr>
            <p:cNvPr id="3747" name="Rectangle: Rounded Corners 3746">
              <a:extLst>
                <a:ext uri="{FF2B5EF4-FFF2-40B4-BE49-F238E27FC236}">
                  <a16:creationId xmlns:a16="http://schemas.microsoft.com/office/drawing/2014/main" id="{CA4621E9-81D9-8689-01D0-332285854D74}"/>
                </a:ext>
              </a:extLst>
            </p:cNvPr>
            <p:cNvSpPr/>
            <p:nvPr/>
          </p:nvSpPr>
          <p:spPr>
            <a:xfrm>
              <a:off x="32571" y="2940200"/>
              <a:ext cx="2324404" cy="1481511"/>
            </a:xfrm>
            <a:prstGeom prst="roundRect">
              <a:avLst>
                <a:gd name="adj" fmla="val 3291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748" name="Group 3747">
              <a:extLst>
                <a:ext uri="{FF2B5EF4-FFF2-40B4-BE49-F238E27FC236}">
                  <a16:creationId xmlns:a16="http://schemas.microsoft.com/office/drawing/2014/main" id="{4C288A32-FF52-4563-8D18-350F470C8148}"/>
                </a:ext>
              </a:extLst>
            </p:cNvPr>
            <p:cNvGrpSpPr/>
            <p:nvPr/>
          </p:nvGrpSpPr>
          <p:grpSpPr>
            <a:xfrm>
              <a:off x="106196" y="3511424"/>
              <a:ext cx="345427" cy="327404"/>
              <a:chOff x="8817139" y="630617"/>
              <a:chExt cx="351563" cy="473848"/>
            </a:xfrm>
          </p:grpSpPr>
          <p:sp>
            <p:nvSpPr>
              <p:cNvPr id="5191" name="Cube 5190">
                <a:extLst>
                  <a:ext uri="{FF2B5EF4-FFF2-40B4-BE49-F238E27FC236}">
                    <a16:creationId xmlns:a16="http://schemas.microsoft.com/office/drawing/2014/main" id="{B84A0F54-F893-52AD-7F02-3CB7369DA4E1}"/>
                  </a:ext>
                </a:extLst>
              </p:cNvPr>
              <p:cNvSpPr/>
              <p:nvPr/>
            </p:nvSpPr>
            <p:spPr>
              <a:xfrm>
                <a:off x="8866154" y="690254"/>
                <a:ext cx="260580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2" name="Cube 5191">
                <a:extLst>
                  <a:ext uri="{FF2B5EF4-FFF2-40B4-BE49-F238E27FC236}">
                    <a16:creationId xmlns:a16="http://schemas.microsoft.com/office/drawing/2014/main" id="{CDBF2520-6609-AFCE-6D4C-8F6F7FD6FA81}"/>
                  </a:ext>
                </a:extLst>
              </p:cNvPr>
              <p:cNvSpPr/>
              <p:nvPr/>
            </p:nvSpPr>
            <p:spPr>
              <a:xfrm>
                <a:off x="8866154" y="907366"/>
                <a:ext cx="260580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3" name="Rectangle: Rounded Corners 5192">
                <a:extLst>
                  <a:ext uri="{FF2B5EF4-FFF2-40B4-BE49-F238E27FC236}">
                    <a16:creationId xmlns:a16="http://schemas.microsoft.com/office/drawing/2014/main" id="{444E8628-F94B-10C6-14CC-8A71D91AF0B6}"/>
                  </a:ext>
                </a:extLst>
              </p:cNvPr>
              <p:cNvSpPr/>
              <p:nvPr/>
            </p:nvSpPr>
            <p:spPr>
              <a:xfrm>
                <a:off x="8817139" y="630617"/>
                <a:ext cx="351563" cy="473848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49" name="Group 3748">
              <a:extLst>
                <a:ext uri="{FF2B5EF4-FFF2-40B4-BE49-F238E27FC236}">
                  <a16:creationId xmlns:a16="http://schemas.microsoft.com/office/drawing/2014/main" id="{55B7A7A7-6AFE-5C57-05EE-D5D4CE05649C}"/>
                </a:ext>
              </a:extLst>
            </p:cNvPr>
            <p:cNvGrpSpPr/>
            <p:nvPr/>
          </p:nvGrpSpPr>
          <p:grpSpPr>
            <a:xfrm>
              <a:off x="575138" y="3511423"/>
              <a:ext cx="345427" cy="327404"/>
              <a:chOff x="9294411" y="630616"/>
              <a:chExt cx="351563" cy="473848"/>
            </a:xfrm>
          </p:grpSpPr>
          <p:sp>
            <p:nvSpPr>
              <p:cNvPr id="5187" name="Cube 5186">
                <a:extLst>
                  <a:ext uri="{FF2B5EF4-FFF2-40B4-BE49-F238E27FC236}">
                    <a16:creationId xmlns:a16="http://schemas.microsoft.com/office/drawing/2014/main" id="{97E3EE23-D85D-9AFC-19FD-ABF221041D83}"/>
                  </a:ext>
                </a:extLst>
              </p:cNvPr>
              <p:cNvSpPr/>
              <p:nvPr/>
            </p:nvSpPr>
            <p:spPr>
              <a:xfrm>
                <a:off x="9343744" y="690253"/>
                <a:ext cx="264757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9" name="Cube 5188">
                <a:extLst>
                  <a:ext uri="{FF2B5EF4-FFF2-40B4-BE49-F238E27FC236}">
                    <a16:creationId xmlns:a16="http://schemas.microsoft.com/office/drawing/2014/main" id="{83D64A28-68D6-484D-EAEA-85F777DC802B}"/>
                  </a:ext>
                </a:extLst>
              </p:cNvPr>
              <p:cNvSpPr/>
              <p:nvPr/>
            </p:nvSpPr>
            <p:spPr>
              <a:xfrm>
                <a:off x="9343744" y="907365"/>
                <a:ext cx="264757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0" name="Rectangle: Rounded Corners 5189">
                <a:extLst>
                  <a:ext uri="{FF2B5EF4-FFF2-40B4-BE49-F238E27FC236}">
                    <a16:creationId xmlns:a16="http://schemas.microsoft.com/office/drawing/2014/main" id="{5A5DE0EC-1BF3-9CB2-57A5-46EC44C2CEDC}"/>
                  </a:ext>
                </a:extLst>
              </p:cNvPr>
              <p:cNvSpPr/>
              <p:nvPr/>
            </p:nvSpPr>
            <p:spPr>
              <a:xfrm>
                <a:off x="9294411" y="630616"/>
                <a:ext cx="351563" cy="473848"/>
              </a:xfrm>
              <a:prstGeom prst="roundRect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750" name="Cube 3749">
              <a:extLst>
                <a:ext uri="{FF2B5EF4-FFF2-40B4-BE49-F238E27FC236}">
                  <a16:creationId xmlns:a16="http://schemas.microsoft.com/office/drawing/2014/main" id="{A59552B9-9782-F9B5-01F9-E9DDB9857060}"/>
                </a:ext>
              </a:extLst>
            </p:cNvPr>
            <p:cNvSpPr/>
            <p:nvPr/>
          </p:nvSpPr>
          <p:spPr>
            <a:xfrm>
              <a:off x="1810692" y="3552630"/>
              <a:ext cx="256032" cy="105435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1" name="Cube 3750">
              <a:extLst>
                <a:ext uri="{FF2B5EF4-FFF2-40B4-BE49-F238E27FC236}">
                  <a16:creationId xmlns:a16="http://schemas.microsoft.com/office/drawing/2014/main" id="{542D9B6A-ADB4-2EE1-F065-9B4E22D58046}"/>
                </a:ext>
              </a:extLst>
            </p:cNvPr>
            <p:cNvSpPr/>
            <p:nvPr/>
          </p:nvSpPr>
          <p:spPr>
            <a:xfrm>
              <a:off x="1810692" y="3702642"/>
              <a:ext cx="256032" cy="105435"/>
            </a:xfrm>
            <a:prstGeom prst="cube">
              <a:avLst>
                <a:gd name="adj" fmla="val 52933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52" name="Rectangle: Rounded Corners 3751">
              <a:extLst>
                <a:ext uri="{FF2B5EF4-FFF2-40B4-BE49-F238E27FC236}">
                  <a16:creationId xmlns:a16="http://schemas.microsoft.com/office/drawing/2014/main" id="{5882DC99-A6EC-82DE-D0E9-0A77E06E73F2}"/>
                </a:ext>
              </a:extLst>
            </p:cNvPr>
            <p:cNvSpPr/>
            <p:nvPr/>
          </p:nvSpPr>
          <p:spPr>
            <a:xfrm>
              <a:off x="1767801" y="3511423"/>
              <a:ext cx="345427" cy="327404"/>
            </a:xfrm>
            <a:prstGeom prst="roundRect">
              <a:avLst/>
            </a:prstGeom>
            <a:no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53" name="TextBox 3752">
              <a:extLst>
                <a:ext uri="{FF2B5EF4-FFF2-40B4-BE49-F238E27FC236}">
                  <a16:creationId xmlns:a16="http://schemas.microsoft.com/office/drawing/2014/main" id="{A85ACAAE-C0E0-D478-3502-8B5F939C2189}"/>
                </a:ext>
              </a:extLst>
            </p:cNvPr>
            <p:cNvSpPr txBox="1"/>
            <p:nvPr/>
          </p:nvSpPr>
          <p:spPr>
            <a:xfrm>
              <a:off x="1311496" y="3370811"/>
              <a:ext cx="447638" cy="603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1" dirty="0"/>
                <a:t>…</a:t>
              </a:r>
            </a:p>
          </p:txBody>
        </p:sp>
        <p:grpSp>
          <p:nvGrpSpPr>
            <p:cNvPr id="3754" name="Group 3753">
              <a:extLst>
                <a:ext uri="{FF2B5EF4-FFF2-40B4-BE49-F238E27FC236}">
                  <a16:creationId xmlns:a16="http://schemas.microsoft.com/office/drawing/2014/main" id="{B83B34BA-CAB1-B193-424D-F630D5D1B084}"/>
                </a:ext>
              </a:extLst>
            </p:cNvPr>
            <p:cNvGrpSpPr/>
            <p:nvPr/>
          </p:nvGrpSpPr>
          <p:grpSpPr>
            <a:xfrm>
              <a:off x="1041377" y="3367784"/>
              <a:ext cx="345427" cy="475126"/>
              <a:chOff x="9768932" y="630616"/>
              <a:chExt cx="351563" cy="687644"/>
            </a:xfrm>
          </p:grpSpPr>
          <p:sp>
            <p:nvSpPr>
              <p:cNvPr id="3775" name="Cube 3774">
                <a:extLst>
                  <a:ext uri="{FF2B5EF4-FFF2-40B4-BE49-F238E27FC236}">
                    <a16:creationId xmlns:a16="http://schemas.microsoft.com/office/drawing/2014/main" id="{315E0243-8D1C-5E60-6FA1-2E41165BA19E}"/>
                  </a:ext>
                </a:extLst>
              </p:cNvPr>
              <p:cNvSpPr/>
              <p:nvPr/>
            </p:nvSpPr>
            <p:spPr>
              <a:xfrm>
                <a:off x="9813154" y="690253"/>
                <a:ext cx="260580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84" name="Cube 5183">
                <a:extLst>
                  <a:ext uri="{FF2B5EF4-FFF2-40B4-BE49-F238E27FC236}">
                    <a16:creationId xmlns:a16="http://schemas.microsoft.com/office/drawing/2014/main" id="{F626C20A-68A6-D886-8411-2A3438B788B0}"/>
                  </a:ext>
                </a:extLst>
              </p:cNvPr>
              <p:cNvSpPr/>
              <p:nvPr/>
            </p:nvSpPr>
            <p:spPr>
              <a:xfrm>
                <a:off x="9813154" y="907365"/>
                <a:ext cx="260580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85" name="Rectangle: Rounded Corners 5184">
                <a:extLst>
                  <a:ext uri="{FF2B5EF4-FFF2-40B4-BE49-F238E27FC236}">
                    <a16:creationId xmlns:a16="http://schemas.microsoft.com/office/drawing/2014/main" id="{3B28513B-AD5B-0321-498B-175A1A1AE0BB}"/>
                  </a:ext>
                </a:extLst>
              </p:cNvPr>
              <p:cNvSpPr/>
              <p:nvPr/>
            </p:nvSpPr>
            <p:spPr>
              <a:xfrm>
                <a:off x="9768932" y="630616"/>
                <a:ext cx="351563" cy="687644"/>
              </a:xfrm>
              <a:prstGeom prst="round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86" name="Cube 5185">
                <a:extLst>
                  <a:ext uri="{FF2B5EF4-FFF2-40B4-BE49-F238E27FC236}">
                    <a16:creationId xmlns:a16="http://schemas.microsoft.com/office/drawing/2014/main" id="{15A33599-C174-DC5D-A319-E472E45ECA68}"/>
                  </a:ext>
                </a:extLst>
              </p:cNvPr>
              <p:cNvSpPr/>
              <p:nvPr/>
            </p:nvSpPr>
            <p:spPr>
              <a:xfrm>
                <a:off x="9813154" y="1121629"/>
                <a:ext cx="260580" cy="152593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5" name="TextBox 3754">
                  <a:extLst>
                    <a:ext uri="{FF2B5EF4-FFF2-40B4-BE49-F238E27FC236}">
                      <a16:creationId xmlns:a16="http://schemas.microsoft.com/office/drawing/2014/main" id="{D5704C40-3830-3ECB-1AED-2732122D9361}"/>
                    </a:ext>
                  </a:extLst>
                </p:cNvPr>
                <p:cNvSpPr txBox="1"/>
                <p:nvPr/>
              </p:nvSpPr>
              <p:spPr>
                <a:xfrm>
                  <a:off x="0" y="3223913"/>
                  <a:ext cx="550036" cy="4144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004" i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4" i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004" i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004" i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</m:t>
                            </m:r>
                          </m:sup>
                        </m:sSup>
                      </m:oMath>
                    </m:oMathPara>
                  </a14:m>
                  <a:endParaRPr lang="en-US" sz="2004" i="1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58" name="TextBox 5157">
                  <a:extLst>
                    <a:ext uri="{FF2B5EF4-FFF2-40B4-BE49-F238E27FC236}">
                      <a16:creationId xmlns:a16="http://schemas.microsoft.com/office/drawing/2014/main" id="{3C4A43C8-B756-DB0C-7190-591F913FCA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3223913"/>
                  <a:ext cx="550036" cy="414463"/>
                </a:xfrm>
                <a:prstGeom prst="rect">
                  <a:avLst/>
                </a:prstGeom>
                <a:blipFill>
                  <a:blip r:embed="rId80"/>
                  <a:stretch>
                    <a:fillRect r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6" name="TextBox 3755">
                  <a:extLst>
                    <a:ext uri="{FF2B5EF4-FFF2-40B4-BE49-F238E27FC236}">
                      <a16:creationId xmlns:a16="http://schemas.microsoft.com/office/drawing/2014/main" id="{B23CA71F-63F9-26B9-9F1E-393EFB675B51}"/>
                    </a:ext>
                  </a:extLst>
                </p:cNvPr>
                <p:cNvSpPr txBox="1"/>
                <p:nvPr/>
              </p:nvSpPr>
              <p:spPr>
                <a:xfrm>
                  <a:off x="479945" y="3221667"/>
                  <a:ext cx="550036" cy="4144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004" i="1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4" i="1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004" i="1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004" i="1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,2</m:t>
                            </m:r>
                          </m:sup>
                        </m:sSup>
                      </m:oMath>
                    </m:oMathPara>
                  </a14:m>
                  <a:endParaRPr lang="en-US" sz="2004" i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59" name="TextBox 5158">
                  <a:extLst>
                    <a:ext uri="{FF2B5EF4-FFF2-40B4-BE49-F238E27FC236}">
                      <a16:creationId xmlns:a16="http://schemas.microsoft.com/office/drawing/2014/main" id="{A86CF186-970D-DB6A-9E76-EE7EFF186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945" y="3221667"/>
                  <a:ext cx="550036" cy="414463"/>
                </a:xfrm>
                <a:prstGeom prst="rect">
                  <a:avLst/>
                </a:prstGeom>
                <a:blipFill>
                  <a:blip r:embed="rId81"/>
                  <a:stretch>
                    <a:fillRect r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7" name="TextBox 3756">
                  <a:extLst>
                    <a:ext uri="{FF2B5EF4-FFF2-40B4-BE49-F238E27FC236}">
                      <a16:creationId xmlns:a16="http://schemas.microsoft.com/office/drawing/2014/main" id="{C880D8C0-AE29-C7B5-9276-988699D1908F}"/>
                    </a:ext>
                  </a:extLst>
                </p:cNvPr>
                <p:cNvSpPr txBox="1"/>
                <p:nvPr/>
              </p:nvSpPr>
              <p:spPr>
                <a:xfrm>
                  <a:off x="942951" y="3080419"/>
                  <a:ext cx="550036" cy="4144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004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4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004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004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,3</m:t>
                            </m:r>
                          </m:sup>
                        </m:sSup>
                      </m:oMath>
                    </m:oMathPara>
                  </a14:m>
                  <a:endParaRPr lang="en-US" sz="2004" i="1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160" name="TextBox 5159">
                  <a:extLst>
                    <a:ext uri="{FF2B5EF4-FFF2-40B4-BE49-F238E27FC236}">
                      <a16:creationId xmlns:a16="http://schemas.microsoft.com/office/drawing/2014/main" id="{9299C72B-9CAC-E3E7-532E-747DDA5C84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2951" y="3080419"/>
                  <a:ext cx="550036" cy="414463"/>
                </a:xfrm>
                <a:prstGeom prst="rect">
                  <a:avLst/>
                </a:prstGeom>
                <a:blipFill>
                  <a:blip r:embed="rId82"/>
                  <a:stretch>
                    <a:fillRect r="-66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58" name="TextBox 3757">
                  <a:extLst>
                    <a:ext uri="{FF2B5EF4-FFF2-40B4-BE49-F238E27FC236}">
                      <a16:creationId xmlns:a16="http://schemas.microsoft.com/office/drawing/2014/main" id="{CCD1DFE1-3731-8240-647C-BE2CB4D70921}"/>
                    </a:ext>
                  </a:extLst>
                </p:cNvPr>
                <p:cNvSpPr txBox="1"/>
                <p:nvPr/>
              </p:nvSpPr>
              <p:spPr>
                <a:xfrm>
                  <a:off x="1665497" y="3221667"/>
                  <a:ext cx="550036" cy="4144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2004" i="1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4" i="1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e>
                          <m:sup>
                            <m:r>
                              <a:rPr lang="en-US" sz="2004" i="1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004" i="1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4" i="1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m:oMathPara>
                  </a14:m>
                  <a:endParaRPr lang="en-US" sz="2004" i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161" name="TextBox 5160">
                  <a:extLst>
                    <a:ext uri="{FF2B5EF4-FFF2-40B4-BE49-F238E27FC236}">
                      <a16:creationId xmlns:a16="http://schemas.microsoft.com/office/drawing/2014/main" id="{2CF6B740-6AEB-0BA8-E3B0-8CC944ECFC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497" y="3221667"/>
                  <a:ext cx="550036" cy="414463"/>
                </a:xfrm>
                <a:prstGeom prst="rect">
                  <a:avLst/>
                </a:prstGeom>
                <a:blipFill>
                  <a:blip r:embed="rId83"/>
                  <a:stretch>
                    <a:fillRect r="-2222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59" name="Arrow: Right 3758">
              <a:extLst>
                <a:ext uri="{FF2B5EF4-FFF2-40B4-BE49-F238E27FC236}">
                  <a16:creationId xmlns:a16="http://schemas.microsoft.com/office/drawing/2014/main" id="{3009E9CA-F355-A299-7C39-F36D74E0518F}"/>
                </a:ext>
              </a:extLst>
            </p:cNvPr>
            <p:cNvSpPr/>
            <p:nvPr/>
          </p:nvSpPr>
          <p:spPr>
            <a:xfrm rot="5400000">
              <a:off x="174924" y="3857968"/>
              <a:ext cx="207967" cy="230788"/>
            </a:xfrm>
            <a:prstGeom prst="rightArrow">
              <a:avLst>
                <a:gd name="adj1" fmla="val 50000"/>
                <a:gd name="adj2" fmla="val 47899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60" name="Arrow: Right 3759">
              <a:extLst>
                <a:ext uri="{FF2B5EF4-FFF2-40B4-BE49-F238E27FC236}">
                  <a16:creationId xmlns:a16="http://schemas.microsoft.com/office/drawing/2014/main" id="{49E79653-49A1-28C3-688F-A5838A8851E6}"/>
                </a:ext>
              </a:extLst>
            </p:cNvPr>
            <p:cNvSpPr/>
            <p:nvPr/>
          </p:nvSpPr>
          <p:spPr>
            <a:xfrm rot="5400000">
              <a:off x="643866" y="3853993"/>
              <a:ext cx="207967" cy="230788"/>
            </a:xfrm>
            <a:prstGeom prst="rightArrow">
              <a:avLst>
                <a:gd name="adj1" fmla="val 50000"/>
                <a:gd name="adj2" fmla="val 47899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61" name="Arrow: Right 3760">
              <a:extLst>
                <a:ext uri="{FF2B5EF4-FFF2-40B4-BE49-F238E27FC236}">
                  <a16:creationId xmlns:a16="http://schemas.microsoft.com/office/drawing/2014/main" id="{669913BF-158E-8827-5362-648826EFE616}"/>
                </a:ext>
              </a:extLst>
            </p:cNvPr>
            <p:cNvSpPr/>
            <p:nvPr/>
          </p:nvSpPr>
          <p:spPr>
            <a:xfrm rot="5400000">
              <a:off x="1110106" y="3857967"/>
              <a:ext cx="207967" cy="230788"/>
            </a:xfrm>
            <a:prstGeom prst="rightArrow">
              <a:avLst>
                <a:gd name="adj1" fmla="val 50000"/>
                <a:gd name="adj2" fmla="val 47899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62" name="Arrow: Right 3761">
              <a:extLst>
                <a:ext uri="{FF2B5EF4-FFF2-40B4-BE49-F238E27FC236}">
                  <a16:creationId xmlns:a16="http://schemas.microsoft.com/office/drawing/2014/main" id="{66E6CEBC-7476-B7B6-A6F3-7B7DAC8CE07C}"/>
                </a:ext>
              </a:extLst>
            </p:cNvPr>
            <p:cNvSpPr/>
            <p:nvPr/>
          </p:nvSpPr>
          <p:spPr>
            <a:xfrm rot="5400000">
              <a:off x="1836530" y="3846535"/>
              <a:ext cx="207967" cy="230788"/>
            </a:xfrm>
            <a:prstGeom prst="rightArrow">
              <a:avLst>
                <a:gd name="adj1" fmla="val 50000"/>
                <a:gd name="adj2" fmla="val 47899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63" name="TextBox 3762">
              <a:extLst>
                <a:ext uri="{FF2B5EF4-FFF2-40B4-BE49-F238E27FC236}">
                  <a16:creationId xmlns:a16="http://schemas.microsoft.com/office/drawing/2014/main" id="{38869A65-AE76-8A76-1A40-25D968159C5A}"/>
                </a:ext>
              </a:extLst>
            </p:cNvPr>
            <p:cNvSpPr txBox="1"/>
            <p:nvPr/>
          </p:nvSpPr>
          <p:spPr>
            <a:xfrm>
              <a:off x="-9945" y="2874397"/>
              <a:ext cx="1869283" cy="3492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i="1" dirty="0"/>
                <a:t>Task-Level Prompt</a:t>
              </a:r>
            </a:p>
          </p:txBody>
        </p:sp>
        <p:grpSp>
          <p:nvGrpSpPr>
            <p:cNvPr id="3764" name="Group 3763">
              <a:extLst>
                <a:ext uri="{FF2B5EF4-FFF2-40B4-BE49-F238E27FC236}">
                  <a16:creationId xmlns:a16="http://schemas.microsoft.com/office/drawing/2014/main" id="{E7EE0750-19B8-FB4C-69D0-E71738A6A1BA}"/>
                </a:ext>
              </a:extLst>
            </p:cNvPr>
            <p:cNvGrpSpPr/>
            <p:nvPr/>
          </p:nvGrpSpPr>
          <p:grpSpPr>
            <a:xfrm>
              <a:off x="101283" y="3831226"/>
              <a:ext cx="2209367" cy="712498"/>
              <a:chOff x="9061667" y="2428617"/>
              <a:chExt cx="2248611" cy="1031193"/>
            </a:xfrm>
          </p:grpSpPr>
          <p:sp>
            <p:nvSpPr>
              <p:cNvPr id="3765" name="Cube 3764">
                <a:extLst>
                  <a:ext uri="{FF2B5EF4-FFF2-40B4-BE49-F238E27FC236}">
                    <a16:creationId xmlns:a16="http://schemas.microsoft.com/office/drawing/2014/main" id="{2FFCBE9F-8D93-1A24-0909-1011FA87E13A}"/>
                  </a:ext>
                </a:extLst>
              </p:cNvPr>
              <p:cNvSpPr/>
              <p:nvPr/>
            </p:nvSpPr>
            <p:spPr>
              <a:xfrm>
                <a:off x="9130702" y="2881015"/>
                <a:ext cx="260580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6" name="Cube 3765">
                <a:extLst>
                  <a:ext uri="{FF2B5EF4-FFF2-40B4-BE49-F238E27FC236}">
                    <a16:creationId xmlns:a16="http://schemas.microsoft.com/office/drawing/2014/main" id="{487DD3DF-67D5-32F5-3DD4-54B3F985C8BB}"/>
                  </a:ext>
                </a:extLst>
              </p:cNvPr>
              <p:cNvSpPr/>
              <p:nvPr/>
            </p:nvSpPr>
            <p:spPr>
              <a:xfrm>
                <a:off x="9588203" y="2881015"/>
                <a:ext cx="260580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7" name="Cube 3766">
                <a:extLst>
                  <a:ext uri="{FF2B5EF4-FFF2-40B4-BE49-F238E27FC236}">
                    <a16:creationId xmlns:a16="http://schemas.microsoft.com/office/drawing/2014/main" id="{0E85EFFD-7CAE-20F8-35F6-902294936626}"/>
                  </a:ext>
                </a:extLst>
              </p:cNvPr>
              <p:cNvSpPr/>
              <p:nvPr/>
            </p:nvSpPr>
            <p:spPr>
              <a:xfrm>
                <a:off x="10067340" y="2881015"/>
                <a:ext cx="260580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68" name="Cube 3767">
                <a:extLst>
                  <a:ext uri="{FF2B5EF4-FFF2-40B4-BE49-F238E27FC236}">
                    <a16:creationId xmlns:a16="http://schemas.microsoft.com/office/drawing/2014/main" id="{20019615-2DA9-9D0A-90C6-4333838031D7}"/>
                  </a:ext>
                </a:extLst>
              </p:cNvPr>
              <p:cNvSpPr/>
              <p:nvPr/>
            </p:nvSpPr>
            <p:spPr>
              <a:xfrm>
                <a:off x="10804161" y="2881015"/>
                <a:ext cx="260580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69" name="TextBox 3768">
                    <a:extLst>
                      <a:ext uri="{FF2B5EF4-FFF2-40B4-BE49-F238E27FC236}">
                        <a16:creationId xmlns:a16="http://schemas.microsoft.com/office/drawing/2014/main" id="{0CB389E0-7050-7924-2A29-B9A2822727EC}"/>
                      </a:ext>
                    </a:extLst>
                  </p:cNvPr>
                  <p:cNvSpPr txBox="1"/>
                  <p:nvPr/>
                </p:nvSpPr>
                <p:spPr>
                  <a:xfrm>
                    <a:off x="9061667" y="2890889"/>
                    <a:ext cx="559806" cy="5587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solidFill>
                                    <a:schemeClr val="accent2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sup>
                          </m:sSup>
                        </m:oMath>
                      </m:oMathPara>
                    </a14:m>
                    <a:endParaRPr lang="en-US" i="1" dirty="0">
                      <a:solidFill>
                        <a:schemeClr val="accent2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71" name="TextBox 5170">
                    <a:extLst>
                      <a:ext uri="{FF2B5EF4-FFF2-40B4-BE49-F238E27FC236}">
                        <a16:creationId xmlns:a16="http://schemas.microsoft.com/office/drawing/2014/main" id="{EB8557CE-EED4-65ED-A955-627DC7EFFC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1667" y="2890889"/>
                    <a:ext cx="559806" cy="558782"/>
                  </a:xfrm>
                  <a:prstGeom prst="rect">
                    <a:avLst/>
                  </a:prstGeom>
                  <a:blipFill>
                    <a:blip r:embed="rId8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70" name="TextBox 3769">
                    <a:extLst>
                      <a:ext uri="{FF2B5EF4-FFF2-40B4-BE49-F238E27FC236}">
                        <a16:creationId xmlns:a16="http://schemas.microsoft.com/office/drawing/2014/main" id="{3F3EBFE0-D82A-E415-ED59-817A80305617}"/>
                      </a:ext>
                    </a:extLst>
                  </p:cNvPr>
                  <p:cNvSpPr txBox="1"/>
                  <p:nvPr/>
                </p:nvSpPr>
                <p:spPr>
                  <a:xfrm>
                    <a:off x="9547804" y="2883953"/>
                    <a:ext cx="559806" cy="55878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,2</m:t>
                              </m:r>
                            </m:sup>
                          </m:sSup>
                        </m:oMath>
                      </m:oMathPara>
                    </a14:m>
                    <a:endParaRPr lang="en-US" i="1" dirty="0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72" name="TextBox 5171">
                    <a:extLst>
                      <a:ext uri="{FF2B5EF4-FFF2-40B4-BE49-F238E27FC236}">
                        <a16:creationId xmlns:a16="http://schemas.microsoft.com/office/drawing/2014/main" id="{F7ABA064-28A4-2EA8-399A-C41DF58FA0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7804" y="2883953"/>
                    <a:ext cx="559806" cy="558781"/>
                  </a:xfrm>
                  <a:prstGeom prst="rect">
                    <a:avLst/>
                  </a:prstGeom>
                  <a:blipFill>
                    <a:blip r:embed="rId8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71" name="TextBox 3770">
                    <a:extLst>
                      <a:ext uri="{FF2B5EF4-FFF2-40B4-BE49-F238E27FC236}">
                        <a16:creationId xmlns:a16="http://schemas.microsoft.com/office/drawing/2014/main" id="{1C976B9A-3B3A-6FFE-5B13-B6DC1DB34A4E}"/>
                      </a:ext>
                    </a:extLst>
                  </p:cNvPr>
                  <p:cNvSpPr txBox="1"/>
                  <p:nvPr/>
                </p:nvSpPr>
                <p:spPr>
                  <a:xfrm>
                    <a:off x="10750472" y="2901029"/>
                    <a:ext cx="559806" cy="55878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oMath>
                      </m:oMathPara>
                    </a14:m>
                    <a:endParaRPr lang="en-US" i="1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73" name="TextBox 5172">
                    <a:extLst>
                      <a:ext uri="{FF2B5EF4-FFF2-40B4-BE49-F238E27FC236}">
                        <a16:creationId xmlns:a16="http://schemas.microsoft.com/office/drawing/2014/main" id="{1857EFDD-5662-F198-30E4-1E435181C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50472" y="2901029"/>
                    <a:ext cx="559806" cy="558781"/>
                  </a:xfrm>
                  <a:prstGeom prst="rect">
                    <a:avLst/>
                  </a:prstGeom>
                  <a:blipFill>
                    <a:blip r:embed="rId8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72" name="TextBox 3771">
                <a:extLst>
                  <a:ext uri="{FF2B5EF4-FFF2-40B4-BE49-F238E27FC236}">
                    <a16:creationId xmlns:a16="http://schemas.microsoft.com/office/drawing/2014/main" id="{42DBEE9C-DA24-1C2E-FC76-16D4021851DF}"/>
                  </a:ext>
                </a:extLst>
              </p:cNvPr>
              <p:cNvSpPr txBox="1"/>
              <p:nvPr/>
            </p:nvSpPr>
            <p:spPr>
              <a:xfrm>
                <a:off x="10337660" y="2428617"/>
                <a:ext cx="455589" cy="8730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1" dirty="0"/>
                  <a:t>…</a:t>
                </a:r>
              </a:p>
            </p:txBody>
          </p:sp>
          <p:sp>
            <p:nvSpPr>
              <p:cNvPr id="3773" name="Rectangle: Rounded Corners 3772">
                <a:extLst>
                  <a:ext uri="{FF2B5EF4-FFF2-40B4-BE49-F238E27FC236}">
                    <a16:creationId xmlns:a16="http://schemas.microsoft.com/office/drawing/2014/main" id="{B6B69692-5D4A-0C34-578E-D8CE0C954924}"/>
                  </a:ext>
                </a:extLst>
              </p:cNvPr>
              <p:cNvSpPr/>
              <p:nvPr/>
            </p:nvSpPr>
            <p:spPr>
              <a:xfrm>
                <a:off x="9088859" y="2824935"/>
                <a:ext cx="2154653" cy="372016"/>
              </a:xfrm>
              <a:prstGeom prst="roundRect">
                <a:avLst>
                  <a:gd name="adj" fmla="val 10000"/>
                </a:avLst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74" name="TextBox 3773">
                    <a:extLst>
                      <a:ext uri="{FF2B5EF4-FFF2-40B4-BE49-F238E27FC236}">
                        <a16:creationId xmlns:a16="http://schemas.microsoft.com/office/drawing/2014/main" id="{7FBFE10B-6EC4-75E8-01E8-906F50CA718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14776" y="2890802"/>
                    <a:ext cx="559806" cy="55878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p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,3</m:t>
                              </m:r>
                            </m:sup>
                          </m:sSup>
                        </m:oMath>
                      </m:oMathPara>
                    </a14:m>
                    <a:endParaRPr lang="en-US" i="1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176" name="TextBox 5175">
                    <a:extLst>
                      <a:ext uri="{FF2B5EF4-FFF2-40B4-BE49-F238E27FC236}">
                        <a16:creationId xmlns:a16="http://schemas.microsoft.com/office/drawing/2014/main" id="{828C2F65-0CB7-2EE0-2E0A-3734ABB43B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14776" y="2890802"/>
                    <a:ext cx="559806" cy="558782"/>
                  </a:xfrm>
                  <a:prstGeom prst="rect">
                    <a:avLst/>
                  </a:prstGeom>
                  <a:blipFill>
                    <a:blip r:embed="rId8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5194" name="Group 5193">
            <a:extLst>
              <a:ext uri="{FF2B5EF4-FFF2-40B4-BE49-F238E27FC236}">
                <a16:creationId xmlns:a16="http://schemas.microsoft.com/office/drawing/2014/main" id="{2F55152A-5427-87EB-7E00-B948E48E4E16}"/>
              </a:ext>
            </a:extLst>
          </p:cNvPr>
          <p:cNvGrpSpPr/>
          <p:nvPr/>
        </p:nvGrpSpPr>
        <p:grpSpPr>
          <a:xfrm>
            <a:off x="6430745" y="58452"/>
            <a:ext cx="4953559" cy="3831407"/>
            <a:chOff x="6430745" y="58452"/>
            <a:chExt cx="4953559" cy="3831407"/>
          </a:xfrm>
        </p:grpSpPr>
        <p:sp>
          <p:nvSpPr>
            <p:cNvPr id="5195" name="Rectangle: Rounded Corners 5194">
              <a:extLst>
                <a:ext uri="{FF2B5EF4-FFF2-40B4-BE49-F238E27FC236}">
                  <a16:creationId xmlns:a16="http://schemas.microsoft.com/office/drawing/2014/main" id="{0382E404-303A-061D-4BD4-BF2505EB69F8}"/>
                </a:ext>
              </a:extLst>
            </p:cNvPr>
            <p:cNvSpPr/>
            <p:nvPr/>
          </p:nvSpPr>
          <p:spPr>
            <a:xfrm rot="10800000">
              <a:off x="6458700" y="64870"/>
              <a:ext cx="4871105" cy="2583768"/>
            </a:xfrm>
            <a:prstGeom prst="roundRect">
              <a:avLst>
                <a:gd name="adj" fmla="val 232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>
                  <a:lumMod val="75000"/>
                </a:schemeClr>
              </a:solidFill>
              <a:prstDash val="solid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67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196" name="Group 5195">
              <a:extLst>
                <a:ext uri="{FF2B5EF4-FFF2-40B4-BE49-F238E27FC236}">
                  <a16:creationId xmlns:a16="http://schemas.microsoft.com/office/drawing/2014/main" id="{BBBA5F8D-AD55-38F6-C44E-19A2505D596F}"/>
                </a:ext>
              </a:extLst>
            </p:cNvPr>
            <p:cNvGrpSpPr/>
            <p:nvPr/>
          </p:nvGrpSpPr>
          <p:grpSpPr>
            <a:xfrm>
              <a:off x="7731676" y="3058506"/>
              <a:ext cx="862238" cy="831353"/>
              <a:chOff x="3677421" y="1161878"/>
              <a:chExt cx="834638" cy="1002388"/>
            </a:xfrm>
          </p:grpSpPr>
          <p:grpSp>
            <p:nvGrpSpPr>
              <p:cNvPr id="5315" name="Group 5314">
                <a:extLst>
                  <a:ext uri="{FF2B5EF4-FFF2-40B4-BE49-F238E27FC236}">
                    <a16:creationId xmlns:a16="http://schemas.microsoft.com/office/drawing/2014/main" id="{B5946210-55B3-7FDC-D145-A282D82741D8}"/>
                  </a:ext>
                </a:extLst>
              </p:cNvPr>
              <p:cNvGrpSpPr/>
              <p:nvPr/>
            </p:nvGrpSpPr>
            <p:grpSpPr>
              <a:xfrm>
                <a:off x="3677421" y="1266686"/>
                <a:ext cx="797310" cy="897580"/>
                <a:chOff x="3677421" y="1266686"/>
                <a:chExt cx="797310" cy="897580"/>
              </a:xfrm>
            </p:grpSpPr>
            <p:sp>
              <p:nvSpPr>
                <p:cNvPr id="5317" name="Rectangle: Rounded Corners 5316">
                  <a:extLst>
                    <a:ext uri="{FF2B5EF4-FFF2-40B4-BE49-F238E27FC236}">
                      <a16:creationId xmlns:a16="http://schemas.microsoft.com/office/drawing/2014/main" id="{C18A43CC-B112-D80C-7059-D4EA436805D7}"/>
                    </a:ext>
                  </a:extLst>
                </p:cNvPr>
                <p:cNvSpPr/>
                <p:nvPr/>
              </p:nvSpPr>
              <p:spPr>
                <a:xfrm>
                  <a:off x="3677421" y="1266686"/>
                  <a:ext cx="797310" cy="897580"/>
                </a:xfrm>
                <a:prstGeom prst="round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5318" name="Picture 5317">
                  <a:extLst>
                    <a:ext uri="{FF2B5EF4-FFF2-40B4-BE49-F238E27FC236}">
                      <a16:creationId xmlns:a16="http://schemas.microsoft.com/office/drawing/2014/main" id="{4DF70F42-9A29-81B1-8C06-F7C7F0B03E1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2"/>
                <a:stretch/>
              </p:blipFill>
              <p:spPr>
                <a:xfrm>
                  <a:off x="3677421" y="1286385"/>
                  <a:ext cx="797310" cy="829667"/>
                </a:xfrm>
                <a:prstGeom prst="rect">
                  <a:avLst/>
                </a:prstGeom>
              </p:spPr>
            </p:pic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16" name="TextBox 5315">
                    <a:extLst>
                      <a:ext uri="{FF2B5EF4-FFF2-40B4-BE49-F238E27FC236}">
                        <a16:creationId xmlns:a16="http://schemas.microsoft.com/office/drawing/2014/main" id="{0290DEC2-336F-57DF-F908-1D2FA1E07D18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404" y="1161878"/>
                    <a:ext cx="398655" cy="5566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 xmlns="">
              <p:sp>
                <p:nvSpPr>
                  <p:cNvPr id="4439" name="TextBox 4438">
                    <a:extLst>
                      <a:ext uri="{FF2B5EF4-FFF2-40B4-BE49-F238E27FC236}">
                        <a16:creationId xmlns:a16="http://schemas.microsoft.com/office/drawing/2014/main" id="{9F45FFF3-DEA2-9A71-F49C-7BF345A801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404" y="1161878"/>
                    <a:ext cx="398655" cy="556644"/>
                  </a:xfrm>
                  <a:prstGeom prst="rect">
                    <a:avLst/>
                  </a:prstGeom>
                  <a:blipFill>
                    <a:blip r:embed="rId89"/>
                    <a:stretch>
                      <a:fillRect l="-2941" r="-441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197" name="Arrow: Right 5196">
              <a:extLst>
                <a:ext uri="{FF2B5EF4-FFF2-40B4-BE49-F238E27FC236}">
                  <a16:creationId xmlns:a16="http://schemas.microsoft.com/office/drawing/2014/main" id="{3B243FB9-AA3D-BC77-145A-A9B885E479AA}"/>
                </a:ext>
              </a:extLst>
            </p:cNvPr>
            <p:cNvSpPr/>
            <p:nvPr/>
          </p:nvSpPr>
          <p:spPr>
            <a:xfrm rot="10800000">
              <a:off x="7301136" y="3381974"/>
              <a:ext cx="374270" cy="293600"/>
            </a:xfrm>
            <a:prstGeom prst="rightArrow">
              <a:avLst>
                <a:gd name="adj1" fmla="val 50000"/>
                <a:gd name="adj2" fmla="val 47899"/>
              </a:avLst>
            </a:prstGeom>
            <a:solidFill>
              <a:srgbClr val="FF8989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198" name="Group 5197">
              <a:extLst>
                <a:ext uri="{FF2B5EF4-FFF2-40B4-BE49-F238E27FC236}">
                  <a16:creationId xmlns:a16="http://schemas.microsoft.com/office/drawing/2014/main" id="{E5A94023-D0CF-8D4E-8789-9530E7F1DE04}"/>
                </a:ext>
              </a:extLst>
            </p:cNvPr>
            <p:cNvGrpSpPr/>
            <p:nvPr/>
          </p:nvGrpSpPr>
          <p:grpSpPr>
            <a:xfrm>
              <a:off x="6438380" y="3343160"/>
              <a:ext cx="775922" cy="369588"/>
              <a:chOff x="3074017" y="1704640"/>
              <a:chExt cx="775922" cy="381258"/>
            </a:xfrm>
          </p:grpSpPr>
          <p:grpSp>
            <p:nvGrpSpPr>
              <p:cNvPr id="5309" name="Group 5308">
                <a:extLst>
                  <a:ext uri="{FF2B5EF4-FFF2-40B4-BE49-F238E27FC236}">
                    <a16:creationId xmlns:a16="http://schemas.microsoft.com/office/drawing/2014/main" id="{00F61435-5F45-5542-08E0-6B38E3B949AC}"/>
                  </a:ext>
                </a:extLst>
              </p:cNvPr>
              <p:cNvGrpSpPr/>
              <p:nvPr/>
            </p:nvGrpSpPr>
            <p:grpSpPr>
              <a:xfrm>
                <a:off x="3424497" y="1732903"/>
                <a:ext cx="425442" cy="325127"/>
                <a:chOff x="9509221" y="2880821"/>
                <a:chExt cx="425442" cy="325127"/>
              </a:xfrm>
            </p:grpSpPr>
            <p:sp>
              <p:nvSpPr>
                <p:cNvPr id="5311" name="Cube 5310">
                  <a:extLst>
                    <a:ext uri="{FF2B5EF4-FFF2-40B4-BE49-F238E27FC236}">
                      <a16:creationId xmlns:a16="http://schemas.microsoft.com/office/drawing/2014/main" id="{132DAB70-3744-CC7C-07BA-2AA2FDDD6A7C}"/>
                    </a:ext>
                  </a:extLst>
                </p:cNvPr>
                <p:cNvSpPr/>
                <p:nvPr/>
              </p:nvSpPr>
              <p:spPr>
                <a:xfrm>
                  <a:off x="9509244" y="3033297"/>
                  <a:ext cx="226509" cy="172651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30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FF8989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12" name="Cube 5311">
                  <a:extLst>
                    <a:ext uri="{FF2B5EF4-FFF2-40B4-BE49-F238E27FC236}">
                      <a16:creationId xmlns:a16="http://schemas.microsoft.com/office/drawing/2014/main" id="{31F0E37F-271A-932F-224D-7CDCA9743BD8}"/>
                    </a:ext>
                  </a:extLst>
                </p:cNvPr>
                <p:cNvSpPr/>
                <p:nvPr/>
              </p:nvSpPr>
              <p:spPr>
                <a:xfrm>
                  <a:off x="9708156" y="3033295"/>
                  <a:ext cx="226507" cy="172650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30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FF8989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13" name="Cube 5312">
                  <a:extLst>
                    <a:ext uri="{FF2B5EF4-FFF2-40B4-BE49-F238E27FC236}">
                      <a16:creationId xmlns:a16="http://schemas.microsoft.com/office/drawing/2014/main" id="{06EE1FCB-7C7B-E35F-AA46-61E90FFFE308}"/>
                    </a:ext>
                  </a:extLst>
                </p:cNvPr>
                <p:cNvSpPr/>
                <p:nvPr/>
              </p:nvSpPr>
              <p:spPr>
                <a:xfrm>
                  <a:off x="9509221" y="2880822"/>
                  <a:ext cx="226507" cy="172651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30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FF8989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14" name="Cube 5313">
                  <a:extLst>
                    <a:ext uri="{FF2B5EF4-FFF2-40B4-BE49-F238E27FC236}">
                      <a16:creationId xmlns:a16="http://schemas.microsoft.com/office/drawing/2014/main" id="{F658C7AA-47B0-1352-2B4D-C70A63A8379B}"/>
                    </a:ext>
                  </a:extLst>
                </p:cNvPr>
                <p:cNvSpPr/>
                <p:nvPr/>
              </p:nvSpPr>
              <p:spPr>
                <a:xfrm>
                  <a:off x="9708156" y="2880821"/>
                  <a:ext cx="226507" cy="172650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30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FF8989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310" name="TextBox 5309">
                    <a:extLst>
                      <a:ext uri="{FF2B5EF4-FFF2-40B4-BE49-F238E27FC236}">
                        <a16:creationId xmlns:a16="http://schemas.microsoft.com/office/drawing/2014/main" id="{4A5C54E3-32B4-8EEF-C2CF-C5B18AB7FA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74017" y="1704640"/>
                    <a:ext cx="334750" cy="3812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>
              <p:sp>
                <p:nvSpPr>
                  <p:cNvPr id="5310" name="TextBox 5309">
                    <a:extLst>
                      <a:ext uri="{FF2B5EF4-FFF2-40B4-BE49-F238E27FC236}">
                        <a16:creationId xmlns:a16="http://schemas.microsoft.com/office/drawing/2014/main" id="{4A5C54E3-32B4-8EEF-C2CF-C5B18AB7FA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74017" y="1704640"/>
                    <a:ext cx="334750" cy="381258"/>
                  </a:xfrm>
                  <a:prstGeom prst="rect">
                    <a:avLst/>
                  </a:prstGeom>
                  <a:blipFill>
                    <a:blip r:embed="rId107"/>
                    <a:stretch>
                      <a:fillRect r="-909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5199" name="Group 5198">
              <a:extLst>
                <a:ext uri="{FF2B5EF4-FFF2-40B4-BE49-F238E27FC236}">
                  <a16:creationId xmlns:a16="http://schemas.microsoft.com/office/drawing/2014/main" id="{9850CD6E-A6FE-593A-C9D9-1F01E519AFB4}"/>
                </a:ext>
              </a:extLst>
            </p:cNvPr>
            <p:cNvGrpSpPr/>
            <p:nvPr/>
          </p:nvGrpSpPr>
          <p:grpSpPr>
            <a:xfrm>
              <a:off x="6634678" y="2736958"/>
              <a:ext cx="727711" cy="338554"/>
              <a:chOff x="3234689" y="2133953"/>
              <a:chExt cx="727711" cy="349244"/>
            </a:xfrm>
          </p:grpSpPr>
          <p:sp>
            <p:nvSpPr>
              <p:cNvPr id="5298" name="Rectangle: Rounded Corners 5297">
                <a:extLst>
                  <a:ext uri="{FF2B5EF4-FFF2-40B4-BE49-F238E27FC236}">
                    <a16:creationId xmlns:a16="http://schemas.microsoft.com/office/drawing/2014/main" id="{FFE61600-760B-279B-62EB-BFBA5D0DD424}"/>
                  </a:ext>
                </a:extLst>
              </p:cNvPr>
              <p:cNvSpPr/>
              <p:nvPr/>
            </p:nvSpPr>
            <p:spPr>
              <a:xfrm>
                <a:off x="3234689" y="2217240"/>
                <a:ext cx="727711" cy="259741"/>
              </a:xfrm>
              <a:prstGeom prst="roundRect">
                <a:avLst>
                  <a:gd name="adj" fmla="val 10000"/>
                </a:avLst>
              </a:prstGeom>
              <a:solidFill>
                <a:schemeClr val="tx2">
                  <a:lumMod val="10000"/>
                  <a:lumOff val="90000"/>
                </a:schemeClr>
              </a:solidFill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5299" name="Group 5298">
                <a:extLst>
                  <a:ext uri="{FF2B5EF4-FFF2-40B4-BE49-F238E27FC236}">
                    <a16:creationId xmlns:a16="http://schemas.microsoft.com/office/drawing/2014/main" id="{484F96C8-6F1A-B22B-195F-E3A6AEBC748C}"/>
                  </a:ext>
                </a:extLst>
              </p:cNvPr>
              <p:cNvGrpSpPr/>
              <p:nvPr/>
            </p:nvGrpSpPr>
            <p:grpSpPr>
              <a:xfrm>
                <a:off x="3279911" y="2245032"/>
                <a:ext cx="130798" cy="193528"/>
                <a:chOff x="8913787" y="2640181"/>
                <a:chExt cx="130798" cy="193528"/>
              </a:xfrm>
            </p:grpSpPr>
            <p:sp>
              <p:nvSpPr>
                <p:cNvPr id="5307" name="Cube 5306">
                  <a:extLst>
                    <a:ext uri="{FF2B5EF4-FFF2-40B4-BE49-F238E27FC236}">
                      <a16:creationId xmlns:a16="http://schemas.microsoft.com/office/drawing/2014/main" id="{1F40F35D-0AB1-8FF4-38BC-525AE38CC5E6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8" name="Cube 5307">
                  <a:extLst>
                    <a:ext uri="{FF2B5EF4-FFF2-40B4-BE49-F238E27FC236}">
                      <a16:creationId xmlns:a16="http://schemas.microsoft.com/office/drawing/2014/main" id="{AE41FD25-1A4D-4E9B-EC4A-5C90D150C0E7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0" name="TextBox 5299">
                <a:extLst>
                  <a:ext uri="{FF2B5EF4-FFF2-40B4-BE49-F238E27FC236}">
                    <a16:creationId xmlns:a16="http://schemas.microsoft.com/office/drawing/2014/main" id="{0F79076C-07E1-60E1-99F8-C88797A723C3}"/>
                  </a:ext>
                </a:extLst>
              </p:cNvPr>
              <p:cNvSpPr txBox="1"/>
              <p:nvPr/>
            </p:nvSpPr>
            <p:spPr>
              <a:xfrm>
                <a:off x="3532248" y="2133953"/>
                <a:ext cx="274869" cy="3492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…</a:t>
                </a:r>
              </a:p>
            </p:txBody>
          </p:sp>
          <p:grpSp>
            <p:nvGrpSpPr>
              <p:cNvPr id="5301" name="Group 5300">
                <a:extLst>
                  <a:ext uri="{FF2B5EF4-FFF2-40B4-BE49-F238E27FC236}">
                    <a16:creationId xmlns:a16="http://schemas.microsoft.com/office/drawing/2014/main" id="{FCDA6563-7B48-BAA0-5D46-953B6D33C3F2}"/>
                  </a:ext>
                </a:extLst>
              </p:cNvPr>
              <p:cNvGrpSpPr/>
              <p:nvPr/>
            </p:nvGrpSpPr>
            <p:grpSpPr>
              <a:xfrm>
                <a:off x="3464945" y="2245032"/>
                <a:ext cx="130798" cy="193528"/>
                <a:chOff x="8913787" y="2640181"/>
                <a:chExt cx="130798" cy="193528"/>
              </a:xfrm>
            </p:grpSpPr>
            <p:sp>
              <p:nvSpPr>
                <p:cNvPr id="5305" name="Cube 5304">
                  <a:extLst>
                    <a:ext uri="{FF2B5EF4-FFF2-40B4-BE49-F238E27FC236}">
                      <a16:creationId xmlns:a16="http://schemas.microsoft.com/office/drawing/2014/main" id="{351D5FD1-FFC0-B38F-0DC2-A2B8004FAA10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6" name="Cube 5305">
                  <a:extLst>
                    <a:ext uri="{FF2B5EF4-FFF2-40B4-BE49-F238E27FC236}">
                      <a16:creationId xmlns:a16="http://schemas.microsoft.com/office/drawing/2014/main" id="{E205F5AF-9307-6D27-934D-36617DE6A63F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5302" name="Group 5301">
                <a:extLst>
                  <a:ext uri="{FF2B5EF4-FFF2-40B4-BE49-F238E27FC236}">
                    <a16:creationId xmlns:a16="http://schemas.microsoft.com/office/drawing/2014/main" id="{FFB2832A-ADFA-700D-C44C-7077DD878F9C}"/>
                  </a:ext>
                </a:extLst>
              </p:cNvPr>
              <p:cNvGrpSpPr/>
              <p:nvPr/>
            </p:nvGrpSpPr>
            <p:grpSpPr>
              <a:xfrm>
                <a:off x="3793293" y="2249424"/>
                <a:ext cx="130798" cy="193528"/>
                <a:chOff x="8913787" y="2640181"/>
                <a:chExt cx="130798" cy="193528"/>
              </a:xfrm>
            </p:grpSpPr>
            <p:sp>
              <p:nvSpPr>
                <p:cNvPr id="5303" name="Cube 5302">
                  <a:extLst>
                    <a:ext uri="{FF2B5EF4-FFF2-40B4-BE49-F238E27FC236}">
                      <a16:creationId xmlns:a16="http://schemas.microsoft.com/office/drawing/2014/main" id="{A97B7150-8B37-040E-DAC9-86B67C5AFA2A}"/>
                    </a:ext>
                  </a:extLst>
                </p:cNvPr>
                <p:cNvSpPr/>
                <p:nvPr/>
              </p:nvSpPr>
              <p:spPr>
                <a:xfrm>
                  <a:off x="8913787" y="2730940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4" name="Cube 5303">
                  <a:extLst>
                    <a:ext uri="{FF2B5EF4-FFF2-40B4-BE49-F238E27FC236}">
                      <a16:creationId xmlns:a16="http://schemas.microsoft.com/office/drawing/2014/main" id="{63B897D5-3C77-815E-D799-FE67E6D6E774}"/>
                    </a:ext>
                  </a:extLst>
                </p:cNvPr>
                <p:cNvSpPr/>
                <p:nvPr/>
              </p:nvSpPr>
              <p:spPr>
                <a:xfrm>
                  <a:off x="8913787" y="2640181"/>
                  <a:ext cx="130798" cy="102769"/>
                </a:xfrm>
                <a:prstGeom prst="cube">
                  <a:avLst>
                    <a:gd name="adj" fmla="val 35592"/>
                  </a:avLst>
                </a:prstGeom>
                <a:gradFill flip="none" rotWithShape="1">
                  <a:gsLst>
                    <a:gs pos="18000">
                      <a:schemeClr val="accent1">
                        <a:lumMod val="0"/>
                        <a:lumOff val="100000"/>
                      </a:schemeClr>
                    </a:gs>
                    <a:gs pos="92000">
                      <a:srgbClr val="00B050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200" name="Arrow: Right 5199">
              <a:extLst>
                <a:ext uri="{FF2B5EF4-FFF2-40B4-BE49-F238E27FC236}">
                  <a16:creationId xmlns:a16="http://schemas.microsoft.com/office/drawing/2014/main" id="{C91D3BD2-1F85-6DEB-0D4C-6582165D11FD}"/>
                </a:ext>
              </a:extLst>
            </p:cNvPr>
            <p:cNvSpPr/>
            <p:nvPr/>
          </p:nvSpPr>
          <p:spPr>
            <a:xfrm rot="16200000">
              <a:off x="6881397" y="3129005"/>
              <a:ext cx="234276" cy="161420"/>
            </a:xfrm>
            <a:prstGeom prst="rightArrow">
              <a:avLst>
                <a:gd name="adj1" fmla="val 50000"/>
                <a:gd name="adj2" fmla="val 47899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201" name="Group 5200">
              <a:extLst>
                <a:ext uri="{FF2B5EF4-FFF2-40B4-BE49-F238E27FC236}">
                  <a16:creationId xmlns:a16="http://schemas.microsoft.com/office/drawing/2014/main" id="{2B18BBFA-5A4F-8F5C-6AEC-E58863F1BE29}"/>
                </a:ext>
              </a:extLst>
            </p:cNvPr>
            <p:cNvGrpSpPr/>
            <p:nvPr/>
          </p:nvGrpSpPr>
          <p:grpSpPr>
            <a:xfrm>
              <a:off x="7666431" y="1065578"/>
              <a:ext cx="521158" cy="1142449"/>
              <a:chOff x="2646750" y="3462338"/>
              <a:chExt cx="417585" cy="1065124"/>
            </a:xfrm>
          </p:grpSpPr>
          <p:sp>
            <p:nvSpPr>
              <p:cNvPr id="5292" name="Cube 5291">
                <a:extLst>
                  <a:ext uri="{FF2B5EF4-FFF2-40B4-BE49-F238E27FC236}">
                    <a16:creationId xmlns:a16="http://schemas.microsoft.com/office/drawing/2014/main" id="{68CA28B3-A472-F6DE-9EA9-948F78A29C86}"/>
                  </a:ext>
                </a:extLst>
              </p:cNvPr>
              <p:cNvSpPr/>
              <p:nvPr/>
            </p:nvSpPr>
            <p:spPr>
              <a:xfrm>
                <a:off x="2684415" y="3499218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93" name="Cube 5292">
                <a:extLst>
                  <a:ext uri="{FF2B5EF4-FFF2-40B4-BE49-F238E27FC236}">
                    <a16:creationId xmlns:a16="http://schemas.microsoft.com/office/drawing/2014/main" id="{003C86D6-925B-AA49-6ED8-E734F0D2FD60}"/>
                  </a:ext>
                </a:extLst>
              </p:cNvPr>
              <p:cNvSpPr/>
              <p:nvPr/>
            </p:nvSpPr>
            <p:spPr>
              <a:xfrm>
                <a:off x="2692898" y="3721637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4" name="Cube 5293">
                <a:extLst>
                  <a:ext uri="{FF2B5EF4-FFF2-40B4-BE49-F238E27FC236}">
                    <a16:creationId xmlns:a16="http://schemas.microsoft.com/office/drawing/2014/main" id="{7AFDF113-4B9D-C683-26C1-41FD0B72841D}"/>
                  </a:ext>
                </a:extLst>
              </p:cNvPr>
              <p:cNvSpPr/>
              <p:nvPr/>
            </p:nvSpPr>
            <p:spPr>
              <a:xfrm>
                <a:off x="2692898" y="3933977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5" name="Cube 5294">
                <a:extLst>
                  <a:ext uri="{FF2B5EF4-FFF2-40B4-BE49-F238E27FC236}">
                    <a16:creationId xmlns:a16="http://schemas.microsoft.com/office/drawing/2014/main" id="{95680480-1930-4579-4660-D8B52395EBA1}"/>
                  </a:ext>
                </a:extLst>
              </p:cNvPr>
              <p:cNvSpPr/>
              <p:nvPr/>
            </p:nvSpPr>
            <p:spPr>
              <a:xfrm>
                <a:off x="2692898" y="4325685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96" name="Rectangle: Rounded Corners 5295">
                <a:extLst>
                  <a:ext uri="{FF2B5EF4-FFF2-40B4-BE49-F238E27FC236}">
                    <a16:creationId xmlns:a16="http://schemas.microsoft.com/office/drawing/2014/main" id="{7A93D33A-490F-2A1C-A2E0-B861E877CC9E}"/>
                  </a:ext>
                </a:extLst>
              </p:cNvPr>
              <p:cNvSpPr/>
              <p:nvPr/>
            </p:nvSpPr>
            <p:spPr>
              <a:xfrm rot="5400000">
                <a:off x="2254595" y="3854493"/>
                <a:ext cx="1065124" cy="280814"/>
              </a:xfrm>
              <a:prstGeom prst="roundRect">
                <a:avLst>
                  <a:gd name="adj" fmla="val 10000"/>
                </a:avLst>
              </a:prstGeom>
              <a:noFill/>
              <a:ln w="190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97" name="TextBox 5296">
                <a:extLst>
                  <a:ext uri="{FF2B5EF4-FFF2-40B4-BE49-F238E27FC236}">
                    <a16:creationId xmlns:a16="http://schemas.microsoft.com/office/drawing/2014/main" id="{ABCC2686-02D1-68CF-8296-A19EE7FE2D84}"/>
                  </a:ext>
                </a:extLst>
              </p:cNvPr>
              <p:cNvSpPr txBox="1"/>
              <p:nvPr/>
            </p:nvSpPr>
            <p:spPr>
              <a:xfrm rot="5400000">
                <a:off x="2661235" y="4032407"/>
                <a:ext cx="434809" cy="3713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…</a:t>
                </a:r>
                <a:endParaRPr lang="en-US" sz="3201" dirty="0"/>
              </a:p>
            </p:txBody>
          </p:sp>
        </p:grpSp>
        <p:sp>
          <p:nvSpPr>
            <p:cNvPr id="5202" name="Arrow: Bent 5201">
              <a:extLst>
                <a:ext uri="{FF2B5EF4-FFF2-40B4-BE49-F238E27FC236}">
                  <a16:creationId xmlns:a16="http://schemas.microsoft.com/office/drawing/2014/main" id="{E3A80547-D2C8-371F-6C07-EFC885A286E3}"/>
                </a:ext>
              </a:extLst>
            </p:cNvPr>
            <p:cNvSpPr/>
            <p:nvPr/>
          </p:nvSpPr>
          <p:spPr>
            <a:xfrm>
              <a:off x="6921038" y="1520190"/>
              <a:ext cx="743169" cy="1239280"/>
            </a:xfrm>
            <a:prstGeom prst="bentArrow">
              <a:avLst>
                <a:gd name="adj1" fmla="val 20038"/>
                <a:gd name="adj2" fmla="val 15195"/>
                <a:gd name="adj3" fmla="val 18379"/>
                <a:gd name="adj4" fmla="val 55707"/>
              </a:avLst>
            </a:prstGeom>
            <a:gradFill>
              <a:gsLst>
                <a:gs pos="0">
                  <a:schemeClr val="accent1">
                    <a:lumMod val="75000"/>
                  </a:schemeClr>
                </a:gs>
                <a:gs pos="90000">
                  <a:schemeClr val="bg2"/>
                </a:gs>
              </a:gsLst>
              <a:path path="circle">
                <a:fillToRect l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03" name="TextBox 5202">
              <a:extLst>
                <a:ext uri="{FF2B5EF4-FFF2-40B4-BE49-F238E27FC236}">
                  <a16:creationId xmlns:a16="http://schemas.microsoft.com/office/drawing/2014/main" id="{22CAB9F6-DD5A-4BED-C60D-7A7556E7F45D}"/>
                </a:ext>
              </a:extLst>
            </p:cNvPr>
            <p:cNvSpPr txBox="1"/>
            <p:nvPr/>
          </p:nvSpPr>
          <p:spPr>
            <a:xfrm rot="16200000">
              <a:off x="6298627" y="1927916"/>
              <a:ext cx="602972" cy="3387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i="1" dirty="0"/>
                <a:t>EMA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04" name="TextBox 5203">
                  <a:extLst>
                    <a:ext uri="{FF2B5EF4-FFF2-40B4-BE49-F238E27FC236}">
                      <a16:creationId xmlns:a16="http://schemas.microsoft.com/office/drawing/2014/main" id="{17325E82-B478-4D9D-091C-696F1D2DB452}"/>
                    </a:ext>
                  </a:extLst>
                </p:cNvPr>
                <p:cNvSpPr txBox="1"/>
                <p:nvPr/>
              </p:nvSpPr>
              <p:spPr>
                <a:xfrm>
                  <a:off x="6513711" y="2203702"/>
                  <a:ext cx="383058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oMath>
                    </m:oMathPara>
                  </a14:m>
                  <a:endParaRPr lang="en-US" sz="2400" i="1" dirty="0"/>
                </a:p>
              </p:txBody>
            </p:sp>
          </mc:Choice>
          <mc:Fallback>
            <p:sp>
              <p:nvSpPr>
                <p:cNvPr id="5204" name="TextBox 5203">
                  <a:extLst>
                    <a:ext uri="{FF2B5EF4-FFF2-40B4-BE49-F238E27FC236}">
                      <a16:creationId xmlns:a16="http://schemas.microsoft.com/office/drawing/2014/main" id="{17325E82-B478-4D9D-091C-696F1D2DB4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3711" y="2203702"/>
                  <a:ext cx="383058" cy="461665"/>
                </a:xfrm>
                <a:prstGeom prst="rect">
                  <a:avLst/>
                </a:prstGeom>
                <a:blipFill>
                  <a:blip r:embed="rId108"/>
                  <a:stretch>
                    <a:fillRect l="-4839" r="-806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05" name="Straight Arrow Connector 5204">
              <a:extLst>
                <a:ext uri="{FF2B5EF4-FFF2-40B4-BE49-F238E27FC236}">
                  <a16:creationId xmlns:a16="http://schemas.microsoft.com/office/drawing/2014/main" id="{CA709CED-FD85-00B9-DBC9-B09111457D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97751" y="1817805"/>
              <a:ext cx="0" cy="483435"/>
            </a:xfrm>
            <a:prstGeom prst="straightConnector1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06" name="Group 5205">
              <a:extLst>
                <a:ext uri="{FF2B5EF4-FFF2-40B4-BE49-F238E27FC236}">
                  <a16:creationId xmlns:a16="http://schemas.microsoft.com/office/drawing/2014/main" id="{DEB6918B-73B1-921F-66F5-02CE8FE08CB7}"/>
                </a:ext>
              </a:extLst>
            </p:cNvPr>
            <p:cNvGrpSpPr/>
            <p:nvPr/>
          </p:nvGrpSpPr>
          <p:grpSpPr>
            <a:xfrm>
              <a:off x="6449960" y="1377631"/>
              <a:ext cx="399120" cy="461665"/>
              <a:chOff x="7471802" y="2028782"/>
              <a:chExt cx="399120" cy="610740"/>
            </a:xfrm>
          </p:grpSpPr>
          <p:sp>
            <p:nvSpPr>
              <p:cNvPr id="5290" name="Rectangle: Rounded Corners 5289">
                <a:extLst>
                  <a:ext uri="{FF2B5EF4-FFF2-40B4-BE49-F238E27FC236}">
                    <a16:creationId xmlns:a16="http://schemas.microsoft.com/office/drawing/2014/main" id="{58638E39-3987-AC16-1432-C4DF05AAE047}"/>
                  </a:ext>
                </a:extLst>
              </p:cNvPr>
              <p:cNvSpPr/>
              <p:nvPr/>
            </p:nvSpPr>
            <p:spPr>
              <a:xfrm rot="10800000">
                <a:off x="7568265" y="2185334"/>
                <a:ext cx="302657" cy="370297"/>
              </a:xfrm>
              <a:prstGeom prst="roundRect">
                <a:avLst>
                  <a:gd name="adj" fmla="val 4198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467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91" name="TextBox 5290">
                    <a:extLst>
                      <a:ext uri="{FF2B5EF4-FFF2-40B4-BE49-F238E27FC236}">
                        <a16:creationId xmlns:a16="http://schemas.microsoft.com/office/drawing/2014/main" id="{0791F2DF-55B8-FC66-C9CE-3C4631A273AB}"/>
                      </a:ext>
                    </a:extLst>
                  </p:cNvPr>
                  <p:cNvSpPr txBox="1"/>
                  <p:nvPr/>
                </p:nvSpPr>
                <p:spPr>
                  <a:xfrm>
                    <a:off x="7471802" y="2028782"/>
                    <a:ext cx="383058" cy="61074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>
              <p:sp>
                <p:nvSpPr>
                  <p:cNvPr id="5291" name="TextBox 5290">
                    <a:extLst>
                      <a:ext uri="{FF2B5EF4-FFF2-40B4-BE49-F238E27FC236}">
                        <a16:creationId xmlns:a16="http://schemas.microsoft.com/office/drawing/2014/main" id="{0791F2DF-55B8-FC66-C9CE-3C4631A273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71802" y="2028782"/>
                    <a:ext cx="383058" cy="610740"/>
                  </a:xfrm>
                  <a:prstGeom prst="rect">
                    <a:avLst/>
                  </a:prstGeom>
                  <a:blipFill>
                    <a:blip r:embed="rId109"/>
                    <a:stretch>
                      <a:fillRect l="-3175" r="-11111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207" name="Straight Arrow Connector 5206">
              <a:extLst>
                <a:ext uri="{FF2B5EF4-FFF2-40B4-BE49-F238E27FC236}">
                  <a16:creationId xmlns:a16="http://schemas.microsoft.com/office/drawing/2014/main" id="{3B45E0DD-24E3-34CB-F19C-D12C946D5F4F}"/>
                </a:ext>
              </a:extLst>
            </p:cNvPr>
            <p:cNvCxnSpPr>
              <a:cxnSpLocks/>
              <a:stCxn id="5290" idx="1"/>
              <a:endCxn id="5296" idx="2"/>
            </p:cNvCxnSpPr>
            <p:nvPr/>
          </p:nvCxnSpPr>
          <p:spPr>
            <a:xfrm>
              <a:off x="6849080" y="1635926"/>
              <a:ext cx="817351" cy="878"/>
            </a:xfrm>
            <a:prstGeom prst="straightConnector1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08" name="TextBox 5207">
                  <a:extLst>
                    <a:ext uri="{FF2B5EF4-FFF2-40B4-BE49-F238E27FC236}">
                      <a16:creationId xmlns:a16="http://schemas.microsoft.com/office/drawing/2014/main" id="{50D60979-CDE2-C9E3-58AD-1FAED600A38F}"/>
                    </a:ext>
                  </a:extLst>
                </p:cNvPr>
                <p:cNvSpPr txBox="1"/>
                <p:nvPr/>
              </p:nvSpPr>
              <p:spPr>
                <a:xfrm>
                  <a:off x="6839089" y="1275763"/>
                  <a:ext cx="410765" cy="4005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004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4" i="1" dirty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004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4" i="1" dirty="0"/>
                </a:p>
              </p:txBody>
            </p:sp>
          </mc:Choice>
          <mc:Fallback>
            <p:sp>
              <p:nvSpPr>
                <p:cNvPr id="5208" name="TextBox 5207">
                  <a:extLst>
                    <a:ext uri="{FF2B5EF4-FFF2-40B4-BE49-F238E27FC236}">
                      <a16:creationId xmlns:a16="http://schemas.microsoft.com/office/drawing/2014/main" id="{50D60979-CDE2-C9E3-58AD-1FAED60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9089" y="1275763"/>
                  <a:ext cx="410765" cy="400559"/>
                </a:xfrm>
                <a:prstGeom prst="rect">
                  <a:avLst/>
                </a:prstGeom>
                <a:blipFill>
                  <a:blip r:embed="rId110"/>
                  <a:stretch>
                    <a:fillRect b="-151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09" name="Connector: Elbow 5208">
              <a:extLst>
                <a:ext uri="{FF2B5EF4-FFF2-40B4-BE49-F238E27FC236}">
                  <a16:creationId xmlns:a16="http://schemas.microsoft.com/office/drawing/2014/main" id="{04320BD5-DA31-9FC7-9D3F-28D4EC86DFFD}"/>
                </a:ext>
              </a:extLst>
            </p:cNvPr>
            <p:cNvCxnSpPr>
              <a:cxnSpLocks/>
              <a:stCxn id="5296" idx="0"/>
              <a:endCxn id="5285" idx="1"/>
            </p:cNvCxnSpPr>
            <p:nvPr/>
          </p:nvCxnSpPr>
          <p:spPr>
            <a:xfrm>
              <a:off x="8016895" y="1636804"/>
              <a:ext cx="461641" cy="514242"/>
            </a:xfrm>
            <a:prstGeom prst="bentConnector3">
              <a:avLst>
                <a:gd name="adj1" fmla="val 50000"/>
              </a:avLst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10" name="Group 5209">
              <a:extLst>
                <a:ext uri="{FF2B5EF4-FFF2-40B4-BE49-F238E27FC236}">
                  <a16:creationId xmlns:a16="http://schemas.microsoft.com/office/drawing/2014/main" id="{B3775676-21B9-234B-897C-775EFD5F29F2}"/>
                </a:ext>
              </a:extLst>
            </p:cNvPr>
            <p:cNvGrpSpPr/>
            <p:nvPr/>
          </p:nvGrpSpPr>
          <p:grpSpPr>
            <a:xfrm>
              <a:off x="8478536" y="1910752"/>
              <a:ext cx="1214225" cy="542803"/>
              <a:chOff x="1722004" y="900106"/>
              <a:chExt cx="1214225" cy="559941"/>
            </a:xfrm>
          </p:grpSpPr>
          <p:grpSp>
            <p:nvGrpSpPr>
              <p:cNvPr id="5283" name="Group 5282">
                <a:extLst>
                  <a:ext uri="{FF2B5EF4-FFF2-40B4-BE49-F238E27FC236}">
                    <a16:creationId xmlns:a16="http://schemas.microsoft.com/office/drawing/2014/main" id="{E7B24DC6-7F2E-3F29-93A1-26A4C8D7474B}"/>
                  </a:ext>
                </a:extLst>
              </p:cNvPr>
              <p:cNvGrpSpPr/>
              <p:nvPr/>
            </p:nvGrpSpPr>
            <p:grpSpPr>
              <a:xfrm>
                <a:off x="1722004" y="900106"/>
                <a:ext cx="617978" cy="495766"/>
                <a:chOff x="9282671" y="3794126"/>
                <a:chExt cx="617978" cy="635776"/>
              </a:xfrm>
            </p:grpSpPr>
            <p:sp>
              <p:nvSpPr>
                <p:cNvPr id="5285" name="Rectangle: Rounded Corners 5284">
                  <a:extLst>
                    <a:ext uri="{FF2B5EF4-FFF2-40B4-BE49-F238E27FC236}">
                      <a16:creationId xmlns:a16="http://schemas.microsoft.com/office/drawing/2014/main" id="{50D9C539-6A41-CF58-5CBD-146626EDA8EB}"/>
                    </a:ext>
                  </a:extLst>
                </p:cNvPr>
                <p:cNvSpPr/>
                <p:nvPr/>
              </p:nvSpPr>
              <p:spPr>
                <a:xfrm>
                  <a:off x="9282671" y="3794126"/>
                  <a:ext cx="617978" cy="635776"/>
                </a:xfrm>
                <a:prstGeom prst="roundRect">
                  <a:avLst>
                    <a:gd name="adj" fmla="val 10000"/>
                  </a:avLst>
                </a:prstGeom>
                <a:solidFill>
                  <a:schemeClr val="bg2"/>
                </a:solidFill>
                <a:ln w="28575">
                  <a:solidFill>
                    <a:schemeClr val="tx2">
                      <a:lumMod val="50000"/>
                      <a:lumOff val="50000"/>
                    </a:schemeClr>
                  </a:solidFill>
                  <a:prstDash val="solid"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 sz="1467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86" name="Rectangle 5285">
                  <a:extLst>
                    <a:ext uri="{FF2B5EF4-FFF2-40B4-BE49-F238E27FC236}">
                      <a16:creationId xmlns:a16="http://schemas.microsoft.com/office/drawing/2014/main" id="{E969E5E1-9CA2-75AC-1211-D3AA7A9067BD}"/>
                    </a:ext>
                  </a:extLst>
                </p:cNvPr>
                <p:cNvSpPr/>
                <p:nvPr/>
              </p:nvSpPr>
              <p:spPr>
                <a:xfrm>
                  <a:off x="9482252" y="4203356"/>
                  <a:ext cx="95147" cy="159701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chemeClr val="accent1">
                        <a:lumMod val="20000"/>
                        <a:lumOff val="80000"/>
                      </a:schemeClr>
                    </a:gs>
                    <a:gs pos="100000">
                      <a:schemeClr val="tx2">
                        <a:lumMod val="50000"/>
                        <a:lumOff val="50000"/>
                      </a:schemeClr>
                    </a:gs>
                  </a:gsLst>
                  <a:lin ang="16200000" scaled="1"/>
                </a:gra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87" name="Rectangle 5286">
                  <a:extLst>
                    <a:ext uri="{FF2B5EF4-FFF2-40B4-BE49-F238E27FC236}">
                      <a16:creationId xmlns:a16="http://schemas.microsoft.com/office/drawing/2014/main" id="{1C709814-170E-2D22-3A0A-3386701E4735}"/>
                    </a:ext>
                  </a:extLst>
                </p:cNvPr>
                <p:cNvSpPr/>
                <p:nvPr/>
              </p:nvSpPr>
              <p:spPr>
                <a:xfrm>
                  <a:off x="9589288" y="4096541"/>
                  <a:ext cx="95147" cy="266516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rgbClr val="FFABAB"/>
                    </a:gs>
                    <a:gs pos="100000">
                      <a:srgbClr val="FF0000"/>
                    </a:gs>
                  </a:gsLst>
                  <a:lin ang="16200000" scaled="1"/>
                </a:gra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88" name="Rectangle 5287">
                  <a:extLst>
                    <a:ext uri="{FF2B5EF4-FFF2-40B4-BE49-F238E27FC236}">
                      <a16:creationId xmlns:a16="http://schemas.microsoft.com/office/drawing/2014/main" id="{D87A1702-DDDB-02B1-F365-7918D7A02551}"/>
                    </a:ext>
                  </a:extLst>
                </p:cNvPr>
                <p:cNvSpPr/>
                <p:nvPr/>
              </p:nvSpPr>
              <p:spPr>
                <a:xfrm>
                  <a:off x="9354864" y="3859693"/>
                  <a:ext cx="95147" cy="496609"/>
                </a:xfrm>
                <a:prstGeom prst="rect">
                  <a:avLst/>
                </a:prstGeom>
                <a:gradFill flip="none" rotWithShape="1">
                  <a:gsLst>
                    <a:gs pos="0">
                      <a:schemeClr val="bg1"/>
                    </a:gs>
                    <a:gs pos="25000">
                      <a:schemeClr val="accent2">
                        <a:lumMod val="20000"/>
                        <a:lumOff val="80000"/>
                      </a:schemeClr>
                    </a:gs>
                    <a:gs pos="100000">
                      <a:schemeClr val="accent2"/>
                    </a:gs>
                  </a:gsLst>
                  <a:lin ang="16200000" scaled="1"/>
                  <a:tileRect/>
                </a:gra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89" name="Rectangle 5288">
                  <a:extLst>
                    <a:ext uri="{FF2B5EF4-FFF2-40B4-BE49-F238E27FC236}">
                      <a16:creationId xmlns:a16="http://schemas.microsoft.com/office/drawing/2014/main" id="{11FF8CE1-4D20-69DE-BF8B-D89FFE608854}"/>
                    </a:ext>
                  </a:extLst>
                </p:cNvPr>
                <p:cNvSpPr/>
                <p:nvPr/>
              </p:nvSpPr>
              <p:spPr>
                <a:xfrm>
                  <a:off x="9716236" y="3927471"/>
                  <a:ext cx="95147" cy="425172"/>
                </a:xfrm>
                <a:prstGeom prst="rect">
                  <a:avLst/>
                </a:prstGeom>
                <a:gradFill>
                  <a:gsLst>
                    <a:gs pos="0">
                      <a:schemeClr val="bg1"/>
                    </a:gs>
                    <a:gs pos="25000">
                      <a:schemeClr val="accent5">
                        <a:lumMod val="20000"/>
                        <a:lumOff val="80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</a:gra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sp>
            <p:nvSpPr>
              <p:cNvPr id="5284" name="TextBox 5283">
                <a:extLst>
                  <a:ext uri="{FF2B5EF4-FFF2-40B4-BE49-F238E27FC236}">
                    <a16:creationId xmlns:a16="http://schemas.microsoft.com/office/drawing/2014/main" id="{46787F1F-44F5-A9EA-4B89-1AF135D699F4}"/>
                  </a:ext>
                </a:extLst>
              </p:cNvPr>
              <p:cNvSpPr txBox="1"/>
              <p:nvPr/>
            </p:nvSpPr>
            <p:spPr>
              <a:xfrm>
                <a:off x="2244607" y="920307"/>
                <a:ext cx="691622" cy="539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i="1" dirty="0">
                    <a:solidFill>
                      <a:schemeClr val="tx2">
                        <a:lumMod val="50000"/>
                        <a:lumOff val="50000"/>
                      </a:schemeClr>
                    </a:solidFill>
                  </a:rPr>
                  <a:t>Task logits</a:t>
                </a:r>
              </a:p>
            </p:txBody>
          </p:sp>
        </p:grpSp>
        <p:grpSp>
          <p:nvGrpSpPr>
            <p:cNvPr id="5211" name="Group 5210">
              <a:extLst>
                <a:ext uri="{FF2B5EF4-FFF2-40B4-BE49-F238E27FC236}">
                  <a16:creationId xmlns:a16="http://schemas.microsoft.com/office/drawing/2014/main" id="{517E21B0-FE73-9DC8-13FD-0BAED052969B}"/>
                </a:ext>
              </a:extLst>
            </p:cNvPr>
            <p:cNvGrpSpPr/>
            <p:nvPr/>
          </p:nvGrpSpPr>
          <p:grpSpPr>
            <a:xfrm>
              <a:off x="8355904" y="549389"/>
              <a:ext cx="897368" cy="568603"/>
              <a:chOff x="8972886" y="4861764"/>
              <a:chExt cx="897368" cy="655786"/>
            </a:xfrm>
          </p:grpSpPr>
          <p:sp>
            <p:nvSpPr>
              <p:cNvPr id="5281" name="Diamond 5280">
                <a:extLst>
                  <a:ext uri="{FF2B5EF4-FFF2-40B4-BE49-F238E27FC236}">
                    <a16:creationId xmlns:a16="http://schemas.microsoft.com/office/drawing/2014/main" id="{B4ADEB2D-BDD7-7645-72A3-E987036AEA08}"/>
                  </a:ext>
                </a:extLst>
              </p:cNvPr>
              <p:cNvSpPr/>
              <p:nvPr/>
            </p:nvSpPr>
            <p:spPr>
              <a:xfrm>
                <a:off x="9047490" y="4861764"/>
                <a:ext cx="716256" cy="655786"/>
              </a:xfrm>
              <a:prstGeom prst="diamond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82" name="TextBox 5281">
                    <a:extLst>
                      <a:ext uri="{FF2B5EF4-FFF2-40B4-BE49-F238E27FC236}">
                        <a16:creationId xmlns:a16="http://schemas.microsoft.com/office/drawing/2014/main" id="{947C4173-2210-BFDB-C13E-F16829102FE2}"/>
                      </a:ext>
                    </a:extLst>
                  </p:cNvPr>
                  <p:cNvSpPr txBox="1"/>
                  <p:nvPr/>
                </p:nvSpPr>
                <p:spPr>
                  <a:xfrm>
                    <a:off x="8972886" y="4975134"/>
                    <a:ext cx="897368" cy="390464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16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oMath>
                      </m:oMathPara>
                    </a14:m>
                    <a:endParaRPr lang="en-US" sz="1600" i="1" dirty="0"/>
                  </a:p>
                </p:txBody>
              </p:sp>
            </mc:Choice>
            <mc:Fallback>
              <p:sp>
                <p:nvSpPr>
                  <p:cNvPr id="5282" name="TextBox 5281">
                    <a:extLst>
                      <a:ext uri="{FF2B5EF4-FFF2-40B4-BE49-F238E27FC236}">
                        <a16:creationId xmlns:a16="http://schemas.microsoft.com/office/drawing/2014/main" id="{947C4173-2210-BFDB-C13E-F16829102F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72886" y="4975134"/>
                    <a:ext cx="897368" cy="390464"/>
                  </a:xfrm>
                  <a:prstGeom prst="rect">
                    <a:avLst/>
                  </a:prstGeom>
                  <a:blipFill>
                    <a:blip r:embed="rId11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212" name="Connector: Elbow 5211">
              <a:extLst>
                <a:ext uri="{FF2B5EF4-FFF2-40B4-BE49-F238E27FC236}">
                  <a16:creationId xmlns:a16="http://schemas.microsoft.com/office/drawing/2014/main" id="{804897BF-1F93-7586-5A28-0F1478C09EAC}"/>
                </a:ext>
              </a:extLst>
            </p:cNvPr>
            <p:cNvCxnSpPr>
              <a:cxnSpLocks/>
              <a:stCxn id="5281" idx="1"/>
              <a:endCxn id="5296" idx="1"/>
            </p:cNvCxnSpPr>
            <p:nvPr/>
          </p:nvCxnSpPr>
          <p:spPr>
            <a:xfrm rot="10800000" flipV="1">
              <a:off x="7841664" y="833691"/>
              <a:ext cx="588845" cy="231888"/>
            </a:xfrm>
            <a:prstGeom prst="bentConnector2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13" name="TextBox 5212">
              <a:extLst>
                <a:ext uri="{FF2B5EF4-FFF2-40B4-BE49-F238E27FC236}">
                  <a16:creationId xmlns:a16="http://schemas.microsoft.com/office/drawing/2014/main" id="{4478F4FE-064B-AB94-E4B0-44ECB6508DA7}"/>
                </a:ext>
              </a:extLst>
            </p:cNvPr>
            <p:cNvSpPr txBox="1"/>
            <p:nvPr/>
          </p:nvSpPr>
          <p:spPr>
            <a:xfrm>
              <a:off x="7862320" y="767610"/>
              <a:ext cx="6009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i="1" dirty="0"/>
                <a:t>EMA</a:t>
              </a:r>
            </a:p>
          </p:txBody>
        </p:sp>
        <p:sp>
          <p:nvSpPr>
            <p:cNvPr id="5214" name="TextBox 5213">
              <a:extLst>
                <a:ext uri="{FF2B5EF4-FFF2-40B4-BE49-F238E27FC236}">
                  <a16:creationId xmlns:a16="http://schemas.microsoft.com/office/drawing/2014/main" id="{AD9A81A7-C8DE-BAB4-E39A-40B0446E323D}"/>
                </a:ext>
              </a:extLst>
            </p:cNvPr>
            <p:cNvSpPr txBox="1"/>
            <p:nvPr/>
          </p:nvSpPr>
          <p:spPr>
            <a:xfrm>
              <a:off x="10504374" y="799725"/>
              <a:ext cx="836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False</a:t>
              </a:r>
            </a:p>
          </p:txBody>
        </p:sp>
        <p:cxnSp>
          <p:nvCxnSpPr>
            <p:cNvPr id="5215" name="Straight Arrow Connector 5214">
              <a:extLst>
                <a:ext uri="{FF2B5EF4-FFF2-40B4-BE49-F238E27FC236}">
                  <a16:creationId xmlns:a16="http://schemas.microsoft.com/office/drawing/2014/main" id="{3778ED8F-9F9F-7F0F-BE44-830D4490AF9A}"/>
                </a:ext>
              </a:extLst>
            </p:cNvPr>
            <p:cNvCxnSpPr>
              <a:cxnSpLocks/>
              <a:stCxn id="5285" idx="0"/>
              <a:endCxn id="5281" idx="2"/>
            </p:cNvCxnSpPr>
            <p:nvPr/>
          </p:nvCxnSpPr>
          <p:spPr>
            <a:xfrm flipV="1">
              <a:off x="8787525" y="1117992"/>
              <a:ext cx="1111" cy="792758"/>
            </a:xfrm>
            <a:prstGeom prst="straightConnector1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16" name="Arrow: Right 5215">
              <a:extLst>
                <a:ext uri="{FF2B5EF4-FFF2-40B4-BE49-F238E27FC236}">
                  <a16:creationId xmlns:a16="http://schemas.microsoft.com/office/drawing/2014/main" id="{F5A0E526-E610-2912-2937-C695BB64374F}"/>
                </a:ext>
              </a:extLst>
            </p:cNvPr>
            <p:cNvSpPr/>
            <p:nvPr/>
          </p:nvSpPr>
          <p:spPr>
            <a:xfrm rot="14668987">
              <a:off x="7288339" y="1139426"/>
              <a:ext cx="399864" cy="164236"/>
            </a:xfrm>
            <a:prstGeom prst="rightArrow">
              <a:avLst/>
            </a:prstGeom>
            <a:gradFill flip="none" rotWithShape="1">
              <a:gsLst>
                <a:gs pos="0">
                  <a:srgbClr val="FF0000"/>
                </a:gs>
                <a:gs pos="90000">
                  <a:schemeClr val="bg2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17" name="Group 5216">
              <a:extLst>
                <a:ext uri="{FF2B5EF4-FFF2-40B4-BE49-F238E27FC236}">
                  <a16:creationId xmlns:a16="http://schemas.microsoft.com/office/drawing/2014/main" id="{46D9F681-9206-A166-51D2-F632B82C26C7}"/>
                </a:ext>
              </a:extLst>
            </p:cNvPr>
            <p:cNvGrpSpPr/>
            <p:nvPr/>
          </p:nvGrpSpPr>
          <p:grpSpPr>
            <a:xfrm>
              <a:off x="6494532" y="113380"/>
              <a:ext cx="1265397" cy="890105"/>
              <a:chOff x="2887980" y="3535680"/>
              <a:chExt cx="1265397" cy="918210"/>
            </a:xfrm>
          </p:grpSpPr>
          <p:sp>
            <p:nvSpPr>
              <p:cNvPr id="5253" name="Freeform: Shape 5252">
                <a:extLst>
                  <a:ext uri="{FF2B5EF4-FFF2-40B4-BE49-F238E27FC236}">
                    <a16:creationId xmlns:a16="http://schemas.microsoft.com/office/drawing/2014/main" id="{C230A6C8-B82E-F4BE-E3A8-53D88E1449B1}"/>
                  </a:ext>
                </a:extLst>
              </p:cNvPr>
              <p:cNvSpPr/>
              <p:nvPr/>
            </p:nvSpPr>
            <p:spPr>
              <a:xfrm>
                <a:off x="3389733" y="4027170"/>
                <a:ext cx="691128" cy="426720"/>
              </a:xfrm>
              <a:custGeom>
                <a:avLst/>
                <a:gdLst>
                  <a:gd name="csX0" fmla="*/ 675537 w 691128"/>
                  <a:gd name="csY0" fmla="*/ 205740 h 426720"/>
                  <a:gd name="csX1" fmla="*/ 675537 w 691128"/>
                  <a:gd name="csY1" fmla="*/ 205740 h 426720"/>
                  <a:gd name="csX2" fmla="*/ 690777 w 691128"/>
                  <a:gd name="csY2" fmla="*/ 156210 h 426720"/>
                  <a:gd name="csX3" fmla="*/ 686967 w 691128"/>
                  <a:gd name="csY3" fmla="*/ 121920 h 426720"/>
                  <a:gd name="csX4" fmla="*/ 683157 w 691128"/>
                  <a:gd name="csY4" fmla="*/ 91440 h 426720"/>
                  <a:gd name="csX5" fmla="*/ 671727 w 691128"/>
                  <a:gd name="csY5" fmla="*/ 72390 h 426720"/>
                  <a:gd name="csX6" fmla="*/ 652677 w 691128"/>
                  <a:gd name="csY6" fmla="*/ 41910 h 426720"/>
                  <a:gd name="csX7" fmla="*/ 622197 w 691128"/>
                  <a:gd name="csY7" fmla="*/ 26670 h 426720"/>
                  <a:gd name="csX8" fmla="*/ 465987 w 691128"/>
                  <a:gd name="csY8" fmla="*/ 11430 h 426720"/>
                  <a:gd name="csX9" fmla="*/ 454557 w 691128"/>
                  <a:gd name="csY9" fmla="*/ 7620 h 426720"/>
                  <a:gd name="csX10" fmla="*/ 416457 w 691128"/>
                  <a:gd name="csY10" fmla="*/ 0 h 426720"/>
                  <a:gd name="csX11" fmla="*/ 340257 w 691128"/>
                  <a:gd name="csY11" fmla="*/ 7620 h 426720"/>
                  <a:gd name="csX12" fmla="*/ 305967 w 691128"/>
                  <a:gd name="csY12" fmla="*/ 30480 h 426720"/>
                  <a:gd name="csX13" fmla="*/ 260247 w 691128"/>
                  <a:gd name="csY13" fmla="*/ 60960 h 426720"/>
                  <a:gd name="csX14" fmla="*/ 241197 w 691128"/>
                  <a:gd name="csY14" fmla="*/ 83820 h 426720"/>
                  <a:gd name="csX15" fmla="*/ 233577 w 691128"/>
                  <a:gd name="csY15" fmla="*/ 95250 h 426720"/>
                  <a:gd name="csX16" fmla="*/ 210717 w 691128"/>
                  <a:gd name="csY16" fmla="*/ 106680 h 426720"/>
                  <a:gd name="csX17" fmla="*/ 199287 w 691128"/>
                  <a:gd name="csY17" fmla="*/ 118110 h 426720"/>
                  <a:gd name="csX18" fmla="*/ 184047 w 691128"/>
                  <a:gd name="csY18" fmla="*/ 140970 h 426720"/>
                  <a:gd name="csX19" fmla="*/ 145947 w 691128"/>
                  <a:gd name="csY19" fmla="*/ 179070 h 426720"/>
                  <a:gd name="csX20" fmla="*/ 130707 w 691128"/>
                  <a:gd name="csY20" fmla="*/ 194310 h 426720"/>
                  <a:gd name="csX21" fmla="*/ 111657 w 691128"/>
                  <a:gd name="csY21" fmla="*/ 209550 h 426720"/>
                  <a:gd name="csX22" fmla="*/ 104037 w 691128"/>
                  <a:gd name="csY22" fmla="*/ 220980 h 426720"/>
                  <a:gd name="csX23" fmla="*/ 88797 w 691128"/>
                  <a:gd name="csY23" fmla="*/ 228600 h 426720"/>
                  <a:gd name="csX24" fmla="*/ 58317 w 691128"/>
                  <a:gd name="csY24" fmla="*/ 255270 h 426720"/>
                  <a:gd name="csX25" fmla="*/ 43077 w 691128"/>
                  <a:gd name="csY25" fmla="*/ 266700 h 426720"/>
                  <a:gd name="csX26" fmla="*/ 4977 w 691128"/>
                  <a:gd name="csY26" fmla="*/ 308610 h 426720"/>
                  <a:gd name="csX27" fmla="*/ 4977 w 691128"/>
                  <a:gd name="csY27" fmla="*/ 369570 h 426720"/>
                  <a:gd name="csX28" fmla="*/ 35457 w 691128"/>
                  <a:gd name="csY28" fmla="*/ 392430 h 426720"/>
                  <a:gd name="csX29" fmla="*/ 73557 w 691128"/>
                  <a:gd name="csY29" fmla="*/ 411480 h 426720"/>
                  <a:gd name="csX30" fmla="*/ 107847 w 691128"/>
                  <a:gd name="csY30" fmla="*/ 426720 h 426720"/>
                  <a:gd name="csX31" fmla="*/ 229767 w 691128"/>
                  <a:gd name="csY31" fmla="*/ 415290 h 426720"/>
                  <a:gd name="csX32" fmla="*/ 260247 w 691128"/>
                  <a:gd name="csY32" fmla="*/ 407670 h 426720"/>
                  <a:gd name="csX33" fmla="*/ 321207 w 691128"/>
                  <a:gd name="csY33" fmla="*/ 381000 h 426720"/>
                  <a:gd name="csX34" fmla="*/ 435507 w 691128"/>
                  <a:gd name="csY34" fmla="*/ 388620 h 426720"/>
                  <a:gd name="csX35" fmla="*/ 496467 w 691128"/>
                  <a:gd name="csY35" fmla="*/ 403860 h 426720"/>
                  <a:gd name="csX36" fmla="*/ 629817 w 691128"/>
                  <a:gd name="csY36" fmla="*/ 392430 h 426720"/>
                  <a:gd name="csX37" fmla="*/ 656487 w 691128"/>
                  <a:gd name="csY37" fmla="*/ 381000 h 426720"/>
                  <a:gd name="csX38" fmla="*/ 667917 w 691128"/>
                  <a:gd name="csY38" fmla="*/ 369570 h 426720"/>
                  <a:gd name="csX39" fmla="*/ 675537 w 691128"/>
                  <a:gd name="csY39" fmla="*/ 354330 h 426720"/>
                  <a:gd name="csX40" fmla="*/ 686967 w 691128"/>
                  <a:gd name="csY40" fmla="*/ 335280 h 426720"/>
                  <a:gd name="csX41" fmla="*/ 675537 w 691128"/>
                  <a:gd name="csY41" fmla="*/ 205740 h 4267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</a:cxnLst>
                <a:rect l="l" t="t" r="r" b="b"/>
                <a:pathLst>
                  <a:path w="691128" h="426720">
                    <a:moveTo>
                      <a:pt x="675537" y="205740"/>
                    </a:moveTo>
                    <a:lnTo>
                      <a:pt x="675537" y="205740"/>
                    </a:lnTo>
                    <a:cubicBezTo>
                      <a:pt x="680617" y="189230"/>
                      <a:pt x="688443" y="173325"/>
                      <a:pt x="690777" y="156210"/>
                    </a:cubicBezTo>
                    <a:cubicBezTo>
                      <a:pt x="692331" y="144815"/>
                      <a:pt x="688311" y="133342"/>
                      <a:pt x="686967" y="121920"/>
                    </a:cubicBezTo>
                    <a:cubicBezTo>
                      <a:pt x="685771" y="111751"/>
                      <a:pt x="686168" y="101226"/>
                      <a:pt x="683157" y="91440"/>
                    </a:cubicBezTo>
                    <a:cubicBezTo>
                      <a:pt x="680979" y="84362"/>
                      <a:pt x="675323" y="78863"/>
                      <a:pt x="671727" y="72390"/>
                    </a:cubicBezTo>
                    <a:cubicBezTo>
                      <a:pt x="664182" y="58809"/>
                      <a:pt x="664256" y="53489"/>
                      <a:pt x="652677" y="41910"/>
                    </a:cubicBezTo>
                    <a:cubicBezTo>
                      <a:pt x="642875" y="32108"/>
                      <a:pt x="635659" y="28087"/>
                      <a:pt x="622197" y="26670"/>
                    </a:cubicBezTo>
                    <a:cubicBezTo>
                      <a:pt x="420986" y="5490"/>
                      <a:pt x="548564" y="23227"/>
                      <a:pt x="465987" y="11430"/>
                    </a:cubicBezTo>
                    <a:cubicBezTo>
                      <a:pt x="462177" y="10160"/>
                      <a:pt x="458470" y="8523"/>
                      <a:pt x="454557" y="7620"/>
                    </a:cubicBezTo>
                    <a:cubicBezTo>
                      <a:pt x="441937" y="4708"/>
                      <a:pt x="416457" y="0"/>
                      <a:pt x="416457" y="0"/>
                    </a:cubicBezTo>
                    <a:cubicBezTo>
                      <a:pt x="391057" y="2540"/>
                      <a:pt x="364865" y="832"/>
                      <a:pt x="340257" y="7620"/>
                    </a:cubicBezTo>
                    <a:cubicBezTo>
                      <a:pt x="327014" y="11273"/>
                      <a:pt x="316810" y="22046"/>
                      <a:pt x="305967" y="30480"/>
                    </a:cubicBezTo>
                    <a:cubicBezTo>
                      <a:pt x="268507" y="59616"/>
                      <a:pt x="285414" y="52571"/>
                      <a:pt x="260247" y="60960"/>
                    </a:cubicBezTo>
                    <a:cubicBezTo>
                      <a:pt x="241328" y="89339"/>
                      <a:pt x="265643" y="54484"/>
                      <a:pt x="241197" y="83820"/>
                    </a:cubicBezTo>
                    <a:cubicBezTo>
                      <a:pt x="238266" y="87338"/>
                      <a:pt x="236815" y="92012"/>
                      <a:pt x="233577" y="95250"/>
                    </a:cubicBezTo>
                    <a:cubicBezTo>
                      <a:pt x="226191" y="102636"/>
                      <a:pt x="220013" y="103581"/>
                      <a:pt x="210717" y="106680"/>
                    </a:cubicBezTo>
                    <a:cubicBezTo>
                      <a:pt x="206907" y="110490"/>
                      <a:pt x="202595" y="113857"/>
                      <a:pt x="199287" y="118110"/>
                    </a:cubicBezTo>
                    <a:cubicBezTo>
                      <a:pt x="193664" y="125339"/>
                      <a:pt x="190523" y="134494"/>
                      <a:pt x="184047" y="140970"/>
                    </a:cubicBezTo>
                    <a:lnTo>
                      <a:pt x="145947" y="179070"/>
                    </a:lnTo>
                    <a:cubicBezTo>
                      <a:pt x="140867" y="184150"/>
                      <a:pt x="136317" y="189822"/>
                      <a:pt x="130707" y="194310"/>
                    </a:cubicBezTo>
                    <a:cubicBezTo>
                      <a:pt x="124357" y="199390"/>
                      <a:pt x="117407" y="203800"/>
                      <a:pt x="111657" y="209550"/>
                    </a:cubicBezTo>
                    <a:cubicBezTo>
                      <a:pt x="108419" y="212788"/>
                      <a:pt x="107555" y="218049"/>
                      <a:pt x="104037" y="220980"/>
                    </a:cubicBezTo>
                    <a:cubicBezTo>
                      <a:pt x="99674" y="224616"/>
                      <a:pt x="93523" y="225450"/>
                      <a:pt x="88797" y="228600"/>
                    </a:cubicBezTo>
                    <a:cubicBezTo>
                      <a:pt x="62373" y="246216"/>
                      <a:pt x="77595" y="238746"/>
                      <a:pt x="58317" y="255270"/>
                    </a:cubicBezTo>
                    <a:cubicBezTo>
                      <a:pt x="53496" y="259403"/>
                      <a:pt x="47776" y="262429"/>
                      <a:pt x="43077" y="266700"/>
                    </a:cubicBezTo>
                    <a:cubicBezTo>
                      <a:pt x="18594" y="288957"/>
                      <a:pt x="20578" y="287809"/>
                      <a:pt x="4977" y="308610"/>
                    </a:cubicBezTo>
                    <a:cubicBezTo>
                      <a:pt x="207" y="332461"/>
                      <a:pt x="-3298" y="340606"/>
                      <a:pt x="4977" y="369570"/>
                    </a:cubicBezTo>
                    <a:cubicBezTo>
                      <a:pt x="7343" y="377851"/>
                      <a:pt x="31441" y="389752"/>
                      <a:pt x="35457" y="392430"/>
                    </a:cubicBezTo>
                    <a:cubicBezTo>
                      <a:pt x="78683" y="421247"/>
                      <a:pt x="17401" y="385955"/>
                      <a:pt x="73557" y="411480"/>
                    </a:cubicBezTo>
                    <a:cubicBezTo>
                      <a:pt x="113837" y="429789"/>
                      <a:pt x="73586" y="418155"/>
                      <a:pt x="107847" y="426720"/>
                    </a:cubicBezTo>
                    <a:cubicBezTo>
                      <a:pt x="148487" y="422910"/>
                      <a:pt x="189264" y="420353"/>
                      <a:pt x="229767" y="415290"/>
                    </a:cubicBezTo>
                    <a:cubicBezTo>
                      <a:pt x="240159" y="413991"/>
                      <a:pt x="250312" y="410982"/>
                      <a:pt x="260247" y="407670"/>
                    </a:cubicBezTo>
                    <a:cubicBezTo>
                      <a:pt x="287853" y="398468"/>
                      <a:pt x="297576" y="392816"/>
                      <a:pt x="321207" y="381000"/>
                    </a:cubicBezTo>
                    <a:cubicBezTo>
                      <a:pt x="330325" y="381434"/>
                      <a:pt x="410162" y="383551"/>
                      <a:pt x="435507" y="388620"/>
                    </a:cubicBezTo>
                    <a:cubicBezTo>
                      <a:pt x="456046" y="392728"/>
                      <a:pt x="496467" y="403860"/>
                      <a:pt x="496467" y="403860"/>
                    </a:cubicBezTo>
                    <a:lnTo>
                      <a:pt x="629817" y="392430"/>
                    </a:lnTo>
                    <a:cubicBezTo>
                      <a:pt x="641411" y="391241"/>
                      <a:pt x="647773" y="388262"/>
                      <a:pt x="656487" y="381000"/>
                    </a:cubicBezTo>
                    <a:cubicBezTo>
                      <a:pt x="660626" y="377551"/>
                      <a:pt x="664785" y="373955"/>
                      <a:pt x="667917" y="369570"/>
                    </a:cubicBezTo>
                    <a:cubicBezTo>
                      <a:pt x="671218" y="364948"/>
                      <a:pt x="672779" y="359295"/>
                      <a:pt x="675537" y="354330"/>
                    </a:cubicBezTo>
                    <a:cubicBezTo>
                      <a:pt x="679133" y="347857"/>
                      <a:pt x="683157" y="341630"/>
                      <a:pt x="686967" y="335280"/>
                    </a:cubicBezTo>
                    <a:cubicBezTo>
                      <a:pt x="698249" y="278870"/>
                      <a:pt x="677442" y="227330"/>
                      <a:pt x="675537" y="205740"/>
                    </a:cubicBezTo>
                    <a:close/>
                  </a:path>
                </a:pathLst>
              </a:custGeom>
              <a:solidFill>
                <a:srgbClr val="C9F1FF"/>
              </a:solidFill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4" name="Freeform: Shape 5253">
                <a:extLst>
                  <a:ext uri="{FF2B5EF4-FFF2-40B4-BE49-F238E27FC236}">
                    <a16:creationId xmlns:a16="http://schemas.microsoft.com/office/drawing/2014/main" id="{06565EE6-7EF6-E859-1F9A-306D2309E141}"/>
                  </a:ext>
                </a:extLst>
              </p:cNvPr>
              <p:cNvSpPr/>
              <p:nvPr/>
            </p:nvSpPr>
            <p:spPr>
              <a:xfrm>
                <a:off x="3508804" y="3535680"/>
                <a:ext cx="644573" cy="491171"/>
              </a:xfrm>
              <a:custGeom>
                <a:avLst/>
                <a:gdLst>
                  <a:gd name="csX0" fmla="*/ 381206 w 644573"/>
                  <a:gd name="csY0" fmla="*/ 0 h 491171"/>
                  <a:gd name="csX1" fmla="*/ 381206 w 644573"/>
                  <a:gd name="csY1" fmla="*/ 0 h 491171"/>
                  <a:gd name="csX2" fmla="*/ 339296 w 644573"/>
                  <a:gd name="csY2" fmla="*/ 30480 h 491171"/>
                  <a:gd name="csX3" fmla="*/ 305006 w 644573"/>
                  <a:gd name="csY3" fmla="*/ 41910 h 491171"/>
                  <a:gd name="csX4" fmla="*/ 274526 w 644573"/>
                  <a:gd name="csY4" fmla="*/ 34290 h 491171"/>
                  <a:gd name="csX5" fmla="*/ 255476 w 644573"/>
                  <a:gd name="csY5" fmla="*/ 15240 h 491171"/>
                  <a:gd name="csX6" fmla="*/ 244046 w 644573"/>
                  <a:gd name="csY6" fmla="*/ 7620 h 491171"/>
                  <a:gd name="csX7" fmla="*/ 167846 w 644573"/>
                  <a:gd name="csY7" fmla="*/ 11430 h 491171"/>
                  <a:gd name="csX8" fmla="*/ 99266 w 644573"/>
                  <a:gd name="csY8" fmla="*/ 30480 h 491171"/>
                  <a:gd name="csX9" fmla="*/ 61166 w 644573"/>
                  <a:gd name="csY9" fmla="*/ 38100 h 491171"/>
                  <a:gd name="csX10" fmla="*/ 38306 w 644573"/>
                  <a:gd name="csY10" fmla="*/ 49530 h 491171"/>
                  <a:gd name="csX11" fmla="*/ 23066 w 644573"/>
                  <a:gd name="csY11" fmla="*/ 53340 h 491171"/>
                  <a:gd name="csX12" fmla="*/ 11636 w 644573"/>
                  <a:gd name="csY12" fmla="*/ 64770 h 491171"/>
                  <a:gd name="csX13" fmla="*/ 206 w 644573"/>
                  <a:gd name="csY13" fmla="*/ 95250 h 491171"/>
                  <a:gd name="csX14" fmla="*/ 4016 w 644573"/>
                  <a:gd name="csY14" fmla="*/ 118110 h 491171"/>
                  <a:gd name="csX15" fmla="*/ 15446 w 644573"/>
                  <a:gd name="csY15" fmla="*/ 152400 h 491171"/>
                  <a:gd name="csX16" fmla="*/ 23066 w 644573"/>
                  <a:gd name="csY16" fmla="*/ 175260 h 491171"/>
                  <a:gd name="csX17" fmla="*/ 30686 w 644573"/>
                  <a:gd name="csY17" fmla="*/ 198120 h 491171"/>
                  <a:gd name="csX18" fmla="*/ 42116 w 644573"/>
                  <a:gd name="csY18" fmla="*/ 224790 h 491171"/>
                  <a:gd name="csX19" fmla="*/ 53546 w 644573"/>
                  <a:gd name="csY19" fmla="*/ 232410 h 491171"/>
                  <a:gd name="csX20" fmla="*/ 61166 w 644573"/>
                  <a:gd name="csY20" fmla="*/ 262890 h 491171"/>
                  <a:gd name="csX21" fmla="*/ 57356 w 644573"/>
                  <a:gd name="csY21" fmla="*/ 297180 h 491171"/>
                  <a:gd name="csX22" fmla="*/ 64976 w 644573"/>
                  <a:gd name="csY22" fmla="*/ 426720 h 491171"/>
                  <a:gd name="csX23" fmla="*/ 76406 w 644573"/>
                  <a:gd name="csY23" fmla="*/ 434340 h 491171"/>
                  <a:gd name="csX24" fmla="*/ 91646 w 644573"/>
                  <a:gd name="csY24" fmla="*/ 449580 h 491171"/>
                  <a:gd name="csX25" fmla="*/ 110696 w 644573"/>
                  <a:gd name="csY25" fmla="*/ 464820 h 491171"/>
                  <a:gd name="csX26" fmla="*/ 194516 w 644573"/>
                  <a:gd name="csY26" fmla="*/ 480060 h 491171"/>
                  <a:gd name="csX27" fmla="*/ 358346 w 644573"/>
                  <a:gd name="csY27" fmla="*/ 480060 h 491171"/>
                  <a:gd name="csX28" fmla="*/ 377396 w 644573"/>
                  <a:gd name="csY28" fmla="*/ 472440 h 491171"/>
                  <a:gd name="csX29" fmla="*/ 411686 w 644573"/>
                  <a:gd name="csY29" fmla="*/ 468630 h 491171"/>
                  <a:gd name="csX30" fmla="*/ 442166 w 644573"/>
                  <a:gd name="csY30" fmla="*/ 461010 h 491171"/>
                  <a:gd name="csX31" fmla="*/ 621236 w 644573"/>
                  <a:gd name="csY31" fmla="*/ 441960 h 491171"/>
                  <a:gd name="csX32" fmla="*/ 632666 w 644573"/>
                  <a:gd name="csY32" fmla="*/ 430530 h 491171"/>
                  <a:gd name="csX33" fmla="*/ 636476 w 644573"/>
                  <a:gd name="csY33" fmla="*/ 411480 h 491171"/>
                  <a:gd name="csX34" fmla="*/ 644096 w 644573"/>
                  <a:gd name="csY34" fmla="*/ 388620 h 491171"/>
                  <a:gd name="csX35" fmla="*/ 640286 w 644573"/>
                  <a:gd name="csY35" fmla="*/ 323850 h 491171"/>
                  <a:gd name="csX36" fmla="*/ 628856 w 644573"/>
                  <a:gd name="csY36" fmla="*/ 320040 h 491171"/>
                  <a:gd name="csX37" fmla="*/ 575516 w 644573"/>
                  <a:gd name="csY37" fmla="*/ 316230 h 491171"/>
                  <a:gd name="csX38" fmla="*/ 564086 w 644573"/>
                  <a:gd name="csY38" fmla="*/ 247650 h 491171"/>
                  <a:gd name="csX39" fmla="*/ 548846 w 644573"/>
                  <a:gd name="csY39" fmla="*/ 205740 h 491171"/>
                  <a:gd name="csX40" fmla="*/ 529796 w 644573"/>
                  <a:gd name="csY40" fmla="*/ 201930 h 491171"/>
                  <a:gd name="csX41" fmla="*/ 472646 w 644573"/>
                  <a:gd name="csY41" fmla="*/ 198120 h 491171"/>
                  <a:gd name="csX42" fmla="*/ 449786 w 644573"/>
                  <a:gd name="csY42" fmla="*/ 186690 h 491171"/>
                  <a:gd name="csX43" fmla="*/ 438356 w 644573"/>
                  <a:gd name="csY43" fmla="*/ 179070 h 491171"/>
                  <a:gd name="csX44" fmla="*/ 445976 w 644573"/>
                  <a:gd name="csY44" fmla="*/ 156210 h 491171"/>
                  <a:gd name="csX45" fmla="*/ 449786 w 644573"/>
                  <a:gd name="csY45" fmla="*/ 121920 h 491171"/>
                  <a:gd name="csX46" fmla="*/ 445976 w 644573"/>
                  <a:gd name="csY46" fmla="*/ 64770 h 491171"/>
                  <a:gd name="csX47" fmla="*/ 438356 w 644573"/>
                  <a:gd name="csY47" fmla="*/ 45720 h 491171"/>
                  <a:gd name="csX48" fmla="*/ 426926 w 644573"/>
                  <a:gd name="csY48" fmla="*/ 30480 h 491171"/>
                  <a:gd name="csX49" fmla="*/ 407876 w 644573"/>
                  <a:gd name="csY49" fmla="*/ 22860 h 491171"/>
                  <a:gd name="csX50" fmla="*/ 381206 w 644573"/>
                  <a:gd name="csY50" fmla="*/ 0 h 4911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</a:cxnLst>
                <a:rect l="l" t="t" r="r" b="b"/>
                <a:pathLst>
                  <a:path w="644573" h="491171">
                    <a:moveTo>
                      <a:pt x="381206" y="0"/>
                    </a:moveTo>
                    <a:lnTo>
                      <a:pt x="381206" y="0"/>
                    </a:lnTo>
                    <a:cubicBezTo>
                      <a:pt x="348760" y="37853"/>
                      <a:pt x="372798" y="20908"/>
                      <a:pt x="339296" y="30480"/>
                    </a:cubicBezTo>
                    <a:cubicBezTo>
                      <a:pt x="327711" y="33790"/>
                      <a:pt x="305006" y="41910"/>
                      <a:pt x="305006" y="41910"/>
                    </a:cubicBezTo>
                    <a:cubicBezTo>
                      <a:pt x="294846" y="39370"/>
                      <a:pt x="283747" y="39255"/>
                      <a:pt x="274526" y="34290"/>
                    </a:cubicBezTo>
                    <a:cubicBezTo>
                      <a:pt x="266619" y="30032"/>
                      <a:pt x="262234" y="21154"/>
                      <a:pt x="255476" y="15240"/>
                    </a:cubicBezTo>
                    <a:cubicBezTo>
                      <a:pt x="252030" y="12225"/>
                      <a:pt x="247856" y="10160"/>
                      <a:pt x="244046" y="7620"/>
                    </a:cubicBezTo>
                    <a:cubicBezTo>
                      <a:pt x="218646" y="8890"/>
                      <a:pt x="193081" y="8276"/>
                      <a:pt x="167846" y="11430"/>
                    </a:cubicBezTo>
                    <a:cubicBezTo>
                      <a:pt x="118609" y="17585"/>
                      <a:pt x="134843" y="21586"/>
                      <a:pt x="99266" y="30480"/>
                    </a:cubicBezTo>
                    <a:cubicBezTo>
                      <a:pt x="86701" y="33621"/>
                      <a:pt x="73866" y="35560"/>
                      <a:pt x="61166" y="38100"/>
                    </a:cubicBezTo>
                    <a:cubicBezTo>
                      <a:pt x="53546" y="41910"/>
                      <a:pt x="46216" y="46366"/>
                      <a:pt x="38306" y="49530"/>
                    </a:cubicBezTo>
                    <a:cubicBezTo>
                      <a:pt x="33444" y="51475"/>
                      <a:pt x="27612" y="50742"/>
                      <a:pt x="23066" y="53340"/>
                    </a:cubicBezTo>
                    <a:cubicBezTo>
                      <a:pt x="18388" y="56013"/>
                      <a:pt x="15446" y="60960"/>
                      <a:pt x="11636" y="64770"/>
                    </a:cubicBezTo>
                    <a:cubicBezTo>
                      <a:pt x="7826" y="74930"/>
                      <a:pt x="1741" y="84508"/>
                      <a:pt x="206" y="95250"/>
                    </a:cubicBezTo>
                    <a:cubicBezTo>
                      <a:pt x="-886" y="102897"/>
                      <a:pt x="2634" y="110509"/>
                      <a:pt x="4016" y="118110"/>
                    </a:cubicBezTo>
                    <a:cubicBezTo>
                      <a:pt x="10118" y="151669"/>
                      <a:pt x="3897" y="123528"/>
                      <a:pt x="15446" y="152400"/>
                    </a:cubicBezTo>
                    <a:cubicBezTo>
                      <a:pt x="18429" y="159858"/>
                      <a:pt x="20526" y="167640"/>
                      <a:pt x="23066" y="175260"/>
                    </a:cubicBezTo>
                    <a:lnTo>
                      <a:pt x="30686" y="198120"/>
                    </a:lnTo>
                    <a:cubicBezTo>
                      <a:pt x="33333" y="206061"/>
                      <a:pt x="36885" y="218513"/>
                      <a:pt x="42116" y="224790"/>
                    </a:cubicBezTo>
                    <a:cubicBezTo>
                      <a:pt x="45047" y="228308"/>
                      <a:pt x="49736" y="229870"/>
                      <a:pt x="53546" y="232410"/>
                    </a:cubicBezTo>
                    <a:cubicBezTo>
                      <a:pt x="56552" y="241429"/>
                      <a:pt x="61166" y="253695"/>
                      <a:pt x="61166" y="262890"/>
                    </a:cubicBezTo>
                    <a:cubicBezTo>
                      <a:pt x="61166" y="274390"/>
                      <a:pt x="58626" y="285750"/>
                      <a:pt x="57356" y="297180"/>
                    </a:cubicBezTo>
                    <a:cubicBezTo>
                      <a:pt x="59896" y="340360"/>
                      <a:pt x="59026" y="383877"/>
                      <a:pt x="64976" y="426720"/>
                    </a:cubicBezTo>
                    <a:cubicBezTo>
                      <a:pt x="65606" y="431256"/>
                      <a:pt x="73545" y="430764"/>
                      <a:pt x="76406" y="434340"/>
                    </a:cubicBezTo>
                    <a:cubicBezTo>
                      <a:pt x="91184" y="452813"/>
                      <a:pt x="66708" y="441267"/>
                      <a:pt x="91646" y="449580"/>
                    </a:cubicBezTo>
                    <a:cubicBezTo>
                      <a:pt x="104491" y="468848"/>
                      <a:pt x="92293" y="455618"/>
                      <a:pt x="110696" y="464820"/>
                    </a:cubicBezTo>
                    <a:cubicBezTo>
                      <a:pt x="156813" y="487878"/>
                      <a:pt x="97466" y="474351"/>
                      <a:pt x="194516" y="480060"/>
                    </a:cubicBezTo>
                    <a:cubicBezTo>
                      <a:pt x="252866" y="499510"/>
                      <a:pt x="218224" y="489401"/>
                      <a:pt x="358346" y="480060"/>
                    </a:cubicBezTo>
                    <a:cubicBezTo>
                      <a:pt x="365170" y="479605"/>
                      <a:pt x="370709" y="473873"/>
                      <a:pt x="377396" y="472440"/>
                    </a:cubicBezTo>
                    <a:cubicBezTo>
                      <a:pt x="388641" y="470030"/>
                      <a:pt x="400256" y="469900"/>
                      <a:pt x="411686" y="468630"/>
                    </a:cubicBezTo>
                    <a:cubicBezTo>
                      <a:pt x="421846" y="466090"/>
                      <a:pt x="431727" y="461845"/>
                      <a:pt x="442166" y="461010"/>
                    </a:cubicBezTo>
                    <a:cubicBezTo>
                      <a:pt x="512994" y="455344"/>
                      <a:pt x="569790" y="480545"/>
                      <a:pt x="621236" y="441960"/>
                    </a:cubicBezTo>
                    <a:cubicBezTo>
                      <a:pt x="625547" y="438727"/>
                      <a:pt x="628856" y="434340"/>
                      <a:pt x="632666" y="430530"/>
                    </a:cubicBezTo>
                    <a:cubicBezTo>
                      <a:pt x="633936" y="424180"/>
                      <a:pt x="634772" y="417728"/>
                      <a:pt x="636476" y="411480"/>
                    </a:cubicBezTo>
                    <a:cubicBezTo>
                      <a:pt x="638589" y="403731"/>
                      <a:pt x="643747" y="396645"/>
                      <a:pt x="644096" y="388620"/>
                    </a:cubicBezTo>
                    <a:cubicBezTo>
                      <a:pt x="645035" y="367013"/>
                      <a:pt x="644978" y="344962"/>
                      <a:pt x="640286" y="323850"/>
                    </a:cubicBezTo>
                    <a:cubicBezTo>
                      <a:pt x="639415" y="319930"/>
                      <a:pt x="632845" y="320509"/>
                      <a:pt x="628856" y="320040"/>
                    </a:cubicBezTo>
                    <a:cubicBezTo>
                      <a:pt x="611153" y="317957"/>
                      <a:pt x="593296" y="317500"/>
                      <a:pt x="575516" y="316230"/>
                    </a:cubicBezTo>
                    <a:cubicBezTo>
                      <a:pt x="567045" y="282347"/>
                      <a:pt x="573492" y="310354"/>
                      <a:pt x="564086" y="247650"/>
                    </a:cubicBezTo>
                    <a:cubicBezTo>
                      <a:pt x="562115" y="234508"/>
                      <a:pt x="561321" y="215096"/>
                      <a:pt x="548846" y="205740"/>
                    </a:cubicBezTo>
                    <a:cubicBezTo>
                      <a:pt x="543665" y="201855"/>
                      <a:pt x="536240" y="202574"/>
                      <a:pt x="529796" y="201930"/>
                    </a:cubicBezTo>
                    <a:cubicBezTo>
                      <a:pt x="510798" y="200030"/>
                      <a:pt x="491696" y="199390"/>
                      <a:pt x="472646" y="198120"/>
                    </a:cubicBezTo>
                    <a:cubicBezTo>
                      <a:pt x="465026" y="194310"/>
                      <a:pt x="457233" y="190827"/>
                      <a:pt x="449786" y="186690"/>
                    </a:cubicBezTo>
                    <a:cubicBezTo>
                      <a:pt x="445783" y="184466"/>
                      <a:pt x="438924" y="183614"/>
                      <a:pt x="438356" y="179070"/>
                    </a:cubicBezTo>
                    <a:cubicBezTo>
                      <a:pt x="437360" y="171100"/>
                      <a:pt x="443436" y="163830"/>
                      <a:pt x="445976" y="156210"/>
                    </a:cubicBezTo>
                    <a:cubicBezTo>
                      <a:pt x="447246" y="144780"/>
                      <a:pt x="449786" y="133420"/>
                      <a:pt x="449786" y="121920"/>
                    </a:cubicBezTo>
                    <a:cubicBezTo>
                      <a:pt x="449786" y="102828"/>
                      <a:pt x="448808" y="83651"/>
                      <a:pt x="445976" y="64770"/>
                    </a:cubicBezTo>
                    <a:cubicBezTo>
                      <a:pt x="444961" y="58007"/>
                      <a:pt x="441677" y="51699"/>
                      <a:pt x="438356" y="45720"/>
                    </a:cubicBezTo>
                    <a:cubicBezTo>
                      <a:pt x="435272" y="40169"/>
                      <a:pt x="432006" y="34290"/>
                      <a:pt x="426926" y="30480"/>
                    </a:cubicBezTo>
                    <a:cubicBezTo>
                      <a:pt x="421455" y="26377"/>
                      <a:pt x="414452" y="24739"/>
                      <a:pt x="407876" y="22860"/>
                    </a:cubicBezTo>
                    <a:cubicBezTo>
                      <a:pt x="359832" y="9133"/>
                      <a:pt x="385651" y="3810"/>
                      <a:pt x="381206" y="0"/>
                    </a:cubicBezTo>
                    <a:close/>
                  </a:path>
                </a:pathLst>
              </a:custGeom>
              <a:solidFill>
                <a:srgbClr val="FFD9D9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5" name="Freeform: Shape 5254">
                <a:extLst>
                  <a:ext uri="{FF2B5EF4-FFF2-40B4-BE49-F238E27FC236}">
                    <a16:creationId xmlns:a16="http://schemas.microsoft.com/office/drawing/2014/main" id="{7EABB4FA-A9BA-F8A7-1F98-92C086DF5485}"/>
                  </a:ext>
                </a:extLst>
              </p:cNvPr>
              <p:cNvSpPr/>
              <p:nvPr/>
            </p:nvSpPr>
            <p:spPr>
              <a:xfrm>
                <a:off x="3177540" y="3646115"/>
                <a:ext cx="369570" cy="407725"/>
              </a:xfrm>
              <a:custGeom>
                <a:avLst/>
                <a:gdLst>
                  <a:gd name="csX0" fmla="*/ 106680 w 369570"/>
                  <a:gd name="csY0" fmla="*/ 55 h 407725"/>
                  <a:gd name="csX1" fmla="*/ 106680 w 369570"/>
                  <a:gd name="csY1" fmla="*/ 55 h 407725"/>
                  <a:gd name="csX2" fmla="*/ 64770 w 369570"/>
                  <a:gd name="csY2" fmla="*/ 3865 h 407725"/>
                  <a:gd name="csX3" fmla="*/ 45720 w 369570"/>
                  <a:gd name="csY3" fmla="*/ 15295 h 407725"/>
                  <a:gd name="csX4" fmla="*/ 19050 w 369570"/>
                  <a:gd name="csY4" fmla="*/ 34345 h 407725"/>
                  <a:gd name="csX5" fmla="*/ 15240 w 369570"/>
                  <a:gd name="csY5" fmla="*/ 45775 h 407725"/>
                  <a:gd name="csX6" fmla="*/ 7620 w 369570"/>
                  <a:gd name="csY6" fmla="*/ 61015 h 407725"/>
                  <a:gd name="csX7" fmla="*/ 3810 w 369570"/>
                  <a:gd name="csY7" fmla="*/ 87685 h 407725"/>
                  <a:gd name="csX8" fmla="*/ 0 w 369570"/>
                  <a:gd name="csY8" fmla="*/ 102925 h 407725"/>
                  <a:gd name="csX9" fmla="*/ 3810 w 369570"/>
                  <a:gd name="csY9" fmla="*/ 129595 h 407725"/>
                  <a:gd name="csX10" fmla="*/ 11430 w 369570"/>
                  <a:gd name="csY10" fmla="*/ 141025 h 407725"/>
                  <a:gd name="csX11" fmla="*/ 34290 w 369570"/>
                  <a:gd name="csY11" fmla="*/ 167695 h 407725"/>
                  <a:gd name="csX12" fmla="*/ 53340 w 369570"/>
                  <a:gd name="csY12" fmla="*/ 194365 h 407725"/>
                  <a:gd name="csX13" fmla="*/ 64770 w 369570"/>
                  <a:gd name="csY13" fmla="*/ 201985 h 407725"/>
                  <a:gd name="csX14" fmla="*/ 68580 w 369570"/>
                  <a:gd name="csY14" fmla="*/ 213415 h 407725"/>
                  <a:gd name="csX15" fmla="*/ 87630 w 369570"/>
                  <a:gd name="csY15" fmla="*/ 236275 h 407725"/>
                  <a:gd name="csX16" fmla="*/ 91440 w 369570"/>
                  <a:gd name="csY16" fmla="*/ 262945 h 407725"/>
                  <a:gd name="csX17" fmla="*/ 95250 w 369570"/>
                  <a:gd name="csY17" fmla="*/ 304855 h 407725"/>
                  <a:gd name="csX18" fmla="*/ 114300 w 369570"/>
                  <a:gd name="csY18" fmla="*/ 350575 h 407725"/>
                  <a:gd name="csX19" fmla="*/ 140970 w 369570"/>
                  <a:gd name="csY19" fmla="*/ 365815 h 407725"/>
                  <a:gd name="csX20" fmla="*/ 171450 w 369570"/>
                  <a:gd name="csY20" fmla="*/ 381055 h 407725"/>
                  <a:gd name="csX21" fmla="*/ 220980 w 369570"/>
                  <a:gd name="csY21" fmla="*/ 384865 h 407725"/>
                  <a:gd name="csX22" fmla="*/ 243840 w 369570"/>
                  <a:gd name="csY22" fmla="*/ 392485 h 407725"/>
                  <a:gd name="csX23" fmla="*/ 270510 w 369570"/>
                  <a:gd name="csY23" fmla="*/ 407725 h 407725"/>
                  <a:gd name="csX24" fmla="*/ 312420 w 369570"/>
                  <a:gd name="csY24" fmla="*/ 403915 h 407725"/>
                  <a:gd name="csX25" fmla="*/ 323850 w 369570"/>
                  <a:gd name="csY25" fmla="*/ 388675 h 407725"/>
                  <a:gd name="csX26" fmla="*/ 331470 w 369570"/>
                  <a:gd name="csY26" fmla="*/ 377245 h 407725"/>
                  <a:gd name="csX27" fmla="*/ 339090 w 369570"/>
                  <a:gd name="csY27" fmla="*/ 350575 h 407725"/>
                  <a:gd name="csX28" fmla="*/ 346710 w 369570"/>
                  <a:gd name="csY28" fmla="*/ 331525 h 407725"/>
                  <a:gd name="csX29" fmla="*/ 354330 w 369570"/>
                  <a:gd name="csY29" fmla="*/ 293425 h 407725"/>
                  <a:gd name="csX30" fmla="*/ 361950 w 369570"/>
                  <a:gd name="csY30" fmla="*/ 274375 h 407725"/>
                  <a:gd name="csX31" fmla="*/ 365760 w 369570"/>
                  <a:gd name="csY31" fmla="*/ 255325 h 407725"/>
                  <a:gd name="csX32" fmla="*/ 369570 w 369570"/>
                  <a:gd name="csY32" fmla="*/ 240085 h 407725"/>
                  <a:gd name="csX33" fmla="*/ 361950 w 369570"/>
                  <a:gd name="csY33" fmla="*/ 152455 h 407725"/>
                  <a:gd name="csX34" fmla="*/ 354330 w 369570"/>
                  <a:gd name="csY34" fmla="*/ 137215 h 407725"/>
                  <a:gd name="csX35" fmla="*/ 327660 w 369570"/>
                  <a:gd name="csY35" fmla="*/ 102925 h 407725"/>
                  <a:gd name="csX36" fmla="*/ 304800 w 369570"/>
                  <a:gd name="csY36" fmla="*/ 72445 h 407725"/>
                  <a:gd name="csX37" fmla="*/ 285750 w 369570"/>
                  <a:gd name="csY37" fmla="*/ 45775 h 407725"/>
                  <a:gd name="csX38" fmla="*/ 251460 w 369570"/>
                  <a:gd name="csY38" fmla="*/ 19105 h 407725"/>
                  <a:gd name="csX39" fmla="*/ 228600 w 369570"/>
                  <a:gd name="csY39" fmla="*/ 15295 h 407725"/>
                  <a:gd name="csX40" fmla="*/ 213360 w 369570"/>
                  <a:gd name="csY40" fmla="*/ 11485 h 407725"/>
                  <a:gd name="csX41" fmla="*/ 163830 w 369570"/>
                  <a:gd name="csY41" fmla="*/ 7675 h 407725"/>
                  <a:gd name="csX42" fmla="*/ 106680 w 369570"/>
                  <a:gd name="csY42" fmla="*/ 55 h 4077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</a:cxnLst>
                <a:rect l="l" t="t" r="r" b="b"/>
                <a:pathLst>
                  <a:path w="369570" h="407725">
                    <a:moveTo>
                      <a:pt x="106680" y="55"/>
                    </a:moveTo>
                    <a:lnTo>
                      <a:pt x="106680" y="55"/>
                    </a:lnTo>
                    <a:cubicBezTo>
                      <a:pt x="92710" y="1325"/>
                      <a:pt x="78379" y="463"/>
                      <a:pt x="64770" y="3865"/>
                    </a:cubicBezTo>
                    <a:cubicBezTo>
                      <a:pt x="57586" y="5661"/>
                      <a:pt x="52193" y="11699"/>
                      <a:pt x="45720" y="15295"/>
                    </a:cubicBezTo>
                    <a:cubicBezTo>
                      <a:pt x="23153" y="27832"/>
                      <a:pt x="36875" y="16520"/>
                      <a:pt x="19050" y="34345"/>
                    </a:cubicBezTo>
                    <a:cubicBezTo>
                      <a:pt x="17780" y="38155"/>
                      <a:pt x="16822" y="42084"/>
                      <a:pt x="15240" y="45775"/>
                    </a:cubicBezTo>
                    <a:cubicBezTo>
                      <a:pt x="13003" y="50995"/>
                      <a:pt x="9114" y="55536"/>
                      <a:pt x="7620" y="61015"/>
                    </a:cubicBezTo>
                    <a:cubicBezTo>
                      <a:pt x="5257" y="69679"/>
                      <a:pt x="5416" y="78850"/>
                      <a:pt x="3810" y="87685"/>
                    </a:cubicBezTo>
                    <a:cubicBezTo>
                      <a:pt x="2873" y="92837"/>
                      <a:pt x="1270" y="97845"/>
                      <a:pt x="0" y="102925"/>
                    </a:cubicBezTo>
                    <a:cubicBezTo>
                      <a:pt x="1270" y="111815"/>
                      <a:pt x="1230" y="120993"/>
                      <a:pt x="3810" y="129595"/>
                    </a:cubicBezTo>
                    <a:cubicBezTo>
                      <a:pt x="5126" y="133981"/>
                      <a:pt x="8768" y="137299"/>
                      <a:pt x="11430" y="141025"/>
                    </a:cubicBezTo>
                    <a:cubicBezTo>
                      <a:pt x="39967" y="180977"/>
                      <a:pt x="6597" y="134463"/>
                      <a:pt x="34290" y="167695"/>
                    </a:cubicBezTo>
                    <a:cubicBezTo>
                      <a:pt x="45107" y="180675"/>
                      <a:pt x="39614" y="180639"/>
                      <a:pt x="53340" y="194365"/>
                    </a:cubicBezTo>
                    <a:cubicBezTo>
                      <a:pt x="56578" y="197603"/>
                      <a:pt x="60960" y="199445"/>
                      <a:pt x="64770" y="201985"/>
                    </a:cubicBezTo>
                    <a:cubicBezTo>
                      <a:pt x="66040" y="205795"/>
                      <a:pt x="66784" y="209823"/>
                      <a:pt x="68580" y="213415"/>
                    </a:cubicBezTo>
                    <a:cubicBezTo>
                      <a:pt x="73884" y="224024"/>
                      <a:pt x="79204" y="227849"/>
                      <a:pt x="87630" y="236275"/>
                    </a:cubicBezTo>
                    <a:cubicBezTo>
                      <a:pt x="88900" y="245165"/>
                      <a:pt x="90448" y="254020"/>
                      <a:pt x="91440" y="262945"/>
                    </a:cubicBezTo>
                    <a:cubicBezTo>
                      <a:pt x="92989" y="276887"/>
                      <a:pt x="93355" y="290956"/>
                      <a:pt x="95250" y="304855"/>
                    </a:cubicBezTo>
                    <a:cubicBezTo>
                      <a:pt x="101405" y="349988"/>
                      <a:pt x="90017" y="342481"/>
                      <a:pt x="114300" y="350575"/>
                    </a:cubicBezTo>
                    <a:cubicBezTo>
                      <a:pt x="151151" y="378213"/>
                      <a:pt x="111880" y="351270"/>
                      <a:pt x="140970" y="365815"/>
                    </a:cubicBezTo>
                    <a:cubicBezTo>
                      <a:pt x="150557" y="370608"/>
                      <a:pt x="159995" y="379623"/>
                      <a:pt x="171450" y="381055"/>
                    </a:cubicBezTo>
                    <a:cubicBezTo>
                      <a:pt x="187881" y="383109"/>
                      <a:pt x="204470" y="383595"/>
                      <a:pt x="220980" y="384865"/>
                    </a:cubicBezTo>
                    <a:cubicBezTo>
                      <a:pt x="228600" y="387405"/>
                      <a:pt x="237414" y="387666"/>
                      <a:pt x="243840" y="392485"/>
                    </a:cubicBezTo>
                    <a:cubicBezTo>
                      <a:pt x="262293" y="406325"/>
                      <a:pt x="253056" y="401907"/>
                      <a:pt x="270510" y="407725"/>
                    </a:cubicBezTo>
                    <a:cubicBezTo>
                      <a:pt x="284480" y="406455"/>
                      <a:pt x="299210" y="408633"/>
                      <a:pt x="312420" y="403915"/>
                    </a:cubicBezTo>
                    <a:cubicBezTo>
                      <a:pt x="318400" y="401779"/>
                      <a:pt x="320159" y="393842"/>
                      <a:pt x="323850" y="388675"/>
                    </a:cubicBezTo>
                    <a:cubicBezTo>
                      <a:pt x="326512" y="384949"/>
                      <a:pt x="329422" y="381341"/>
                      <a:pt x="331470" y="377245"/>
                    </a:cubicBezTo>
                    <a:cubicBezTo>
                      <a:pt x="335139" y="369907"/>
                      <a:pt x="336649" y="357899"/>
                      <a:pt x="339090" y="350575"/>
                    </a:cubicBezTo>
                    <a:cubicBezTo>
                      <a:pt x="341253" y="344087"/>
                      <a:pt x="344948" y="338133"/>
                      <a:pt x="346710" y="331525"/>
                    </a:cubicBezTo>
                    <a:cubicBezTo>
                      <a:pt x="350047" y="319011"/>
                      <a:pt x="349520" y="305450"/>
                      <a:pt x="354330" y="293425"/>
                    </a:cubicBezTo>
                    <a:cubicBezTo>
                      <a:pt x="356870" y="287075"/>
                      <a:pt x="359985" y="280926"/>
                      <a:pt x="361950" y="274375"/>
                    </a:cubicBezTo>
                    <a:cubicBezTo>
                      <a:pt x="363811" y="268172"/>
                      <a:pt x="364355" y="261647"/>
                      <a:pt x="365760" y="255325"/>
                    </a:cubicBezTo>
                    <a:cubicBezTo>
                      <a:pt x="366896" y="250213"/>
                      <a:pt x="368300" y="245165"/>
                      <a:pt x="369570" y="240085"/>
                    </a:cubicBezTo>
                    <a:cubicBezTo>
                      <a:pt x="367030" y="210875"/>
                      <a:pt x="366247" y="181459"/>
                      <a:pt x="361950" y="152455"/>
                    </a:cubicBezTo>
                    <a:cubicBezTo>
                      <a:pt x="361118" y="146837"/>
                      <a:pt x="357252" y="142085"/>
                      <a:pt x="354330" y="137215"/>
                    </a:cubicBezTo>
                    <a:cubicBezTo>
                      <a:pt x="327720" y="92865"/>
                      <a:pt x="350497" y="130837"/>
                      <a:pt x="327660" y="102925"/>
                    </a:cubicBezTo>
                    <a:cubicBezTo>
                      <a:pt x="319618" y="93096"/>
                      <a:pt x="311845" y="83012"/>
                      <a:pt x="304800" y="72445"/>
                    </a:cubicBezTo>
                    <a:cubicBezTo>
                      <a:pt x="298769" y="63399"/>
                      <a:pt x="292839" y="54045"/>
                      <a:pt x="285750" y="45775"/>
                    </a:cubicBezTo>
                    <a:cubicBezTo>
                      <a:pt x="278872" y="37751"/>
                      <a:pt x="260059" y="20538"/>
                      <a:pt x="251460" y="19105"/>
                    </a:cubicBezTo>
                    <a:cubicBezTo>
                      <a:pt x="243840" y="17835"/>
                      <a:pt x="236175" y="16810"/>
                      <a:pt x="228600" y="15295"/>
                    </a:cubicBezTo>
                    <a:cubicBezTo>
                      <a:pt x="223465" y="14268"/>
                      <a:pt x="218560" y="12097"/>
                      <a:pt x="213360" y="11485"/>
                    </a:cubicBezTo>
                    <a:cubicBezTo>
                      <a:pt x="196915" y="9550"/>
                      <a:pt x="180340" y="8945"/>
                      <a:pt x="163830" y="7675"/>
                    </a:cubicBezTo>
                    <a:cubicBezTo>
                      <a:pt x="135347" y="-3718"/>
                      <a:pt x="116205" y="1325"/>
                      <a:pt x="106680" y="55"/>
                    </a:cubicBezTo>
                    <a:close/>
                  </a:path>
                </a:pathLst>
              </a:custGeom>
              <a:solidFill>
                <a:srgbClr val="F8E4F6"/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6" name="Freeform: Shape 5255">
                <a:extLst>
                  <a:ext uri="{FF2B5EF4-FFF2-40B4-BE49-F238E27FC236}">
                    <a16:creationId xmlns:a16="http://schemas.microsoft.com/office/drawing/2014/main" id="{895E5569-F4B5-60CD-CBA4-FE1462F1D424}"/>
                  </a:ext>
                </a:extLst>
              </p:cNvPr>
              <p:cNvSpPr/>
              <p:nvPr/>
            </p:nvSpPr>
            <p:spPr>
              <a:xfrm>
                <a:off x="2887980" y="3817620"/>
                <a:ext cx="594360" cy="567690"/>
              </a:xfrm>
              <a:custGeom>
                <a:avLst/>
                <a:gdLst>
                  <a:gd name="csX0" fmla="*/ 445770 w 594360"/>
                  <a:gd name="csY0" fmla="*/ 259080 h 567690"/>
                  <a:gd name="csX1" fmla="*/ 445770 w 594360"/>
                  <a:gd name="csY1" fmla="*/ 259080 h 567690"/>
                  <a:gd name="csX2" fmla="*/ 354330 w 594360"/>
                  <a:gd name="csY2" fmla="*/ 182880 h 567690"/>
                  <a:gd name="csX3" fmla="*/ 365760 w 594360"/>
                  <a:gd name="csY3" fmla="*/ 163830 h 567690"/>
                  <a:gd name="csX4" fmla="*/ 358140 w 594360"/>
                  <a:gd name="csY4" fmla="*/ 102870 h 567690"/>
                  <a:gd name="csX5" fmla="*/ 323850 w 594360"/>
                  <a:gd name="csY5" fmla="*/ 60960 h 567690"/>
                  <a:gd name="csX6" fmla="*/ 217170 w 594360"/>
                  <a:gd name="csY6" fmla="*/ 0 h 567690"/>
                  <a:gd name="csX7" fmla="*/ 209550 w 594360"/>
                  <a:gd name="csY7" fmla="*/ 19050 h 567690"/>
                  <a:gd name="csX8" fmla="*/ 190500 w 594360"/>
                  <a:gd name="csY8" fmla="*/ 53340 h 567690"/>
                  <a:gd name="csX9" fmla="*/ 182880 w 594360"/>
                  <a:gd name="csY9" fmla="*/ 80010 h 567690"/>
                  <a:gd name="csX10" fmla="*/ 171450 w 594360"/>
                  <a:gd name="csY10" fmla="*/ 133350 h 567690"/>
                  <a:gd name="csX11" fmla="*/ 160020 w 594360"/>
                  <a:gd name="csY11" fmla="*/ 140970 h 567690"/>
                  <a:gd name="csX12" fmla="*/ 95250 w 594360"/>
                  <a:gd name="csY12" fmla="*/ 148590 h 567690"/>
                  <a:gd name="csX13" fmla="*/ 68580 w 594360"/>
                  <a:gd name="csY13" fmla="*/ 163830 h 567690"/>
                  <a:gd name="csX14" fmla="*/ 41910 w 594360"/>
                  <a:gd name="csY14" fmla="*/ 190500 h 567690"/>
                  <a:gd name="csX15" fmla="*/ 11430 w 594360"/>
                  <a:gd name="csY15" fmla="*/ 217170 h 567690"/>
                  <a:gd name="csX16" fmla="*/ 0 w 594360"/>
                  <a:gd name="csY16" fmla="*/ 251460 h 567690"/>
                  <a:gd name="csX17" fmla="*/ 3810 w 594360"/>
                  <a:gd name="csY17" fmla="*/ 285750 h 567690"/>
                  <a:gd name="csX18" fmla="*/ 30480 w 594360"/>
                  <a:gd name="csY18" fmla="*/ 316230 h 567690"/>
                  <a:gd name="csX19" fmla="*/ 45720 w 594360"/>
                  <a:gd name="csY19" fmla="*/ 339090 h 567690"/>
                  <a:gd name="csX20" fmla="*/ 57150 w 594360"/>
                  <a:gd name="csY20" fmla="*/ 354330 h 567690"/>
                  <a:gd name="csX21" fmla="*/ 41910 w 594360"/>
                  <a:gd name="csY21" fmla="*/ 396240 h 567690"/>
                  <a:gd name="csX22" fmla="*/ 30480 w 594360"/>
                  <a:gd name="csY22" fmla="*/ 445770 h 567690"/>
                  <a:gd name="csX23" fmla="*/ 34290 w 594360"/>
                  <a:gd name="csY23" fmla="*/ 491490 h 567690"/>
                  <a:gd name="csX24" fmla="*/ 45720 w 594360"/>
                  <a:gd name="csY24" fmla="*/ 502920 h 567690"/>
                  <a:gd name="csX25" fmla="*/ 72390 w 594360"/>
                  <a:gd name="csY25" fmla="*/ 529590 h 567690"/>
                  <a:gd name="csX26" fmla="*/ 83820 w 594360"/>
                  <a:gd name="csY26" fmla="*/ 533400 h 567690"/>
                  <a:gd name="csX27" fmla="*/ 121920 w 594360"/>
                  <a:gd name="csY27" fmla="*/ 556260 h 567690"/>
                  <a:gd name="csX28" fmla="*/ 201930 w 594360"/>
                  <a:gd name="csY28" fmla="*/ 563880 h 567690"/>
                  <a:gd name="csX29" fmla="*/ 232410 w 594360"/>
                  <a:gd name="csY29" fmla="*/ 567690 h 567690"/>
                  <a:gd name="csX30" fmla="*/ 266700 w 594360"/>
                  <a:gd name="csY30" fmla="*/ 552450 h 567690"/>
                  <a:gd name="csX31" fmla="*/ 274320 w 594360"/>
                  <a:gd name="csY31" fmla="*/ 541020 h 567690"/>
                  <a:gd name="csX32" fmla="*/ 278130 w 594360"/>
                  <a:gd name="csY32" fmla="*/ 521970 h 567690"/>
                  <a:gd name="csX33" fmla="*/ 312420 w 594360"/>
                  <a:gd name="csY33" fmla="*/ 472440 h 567690"/>
                  <a:gd name="csX34" fmla="*/ 342900 w 594360"/>
                  <a:gd name="csY34" fmla="*/ 461010 h 567690"/>
                  <a:gd name="csX35" fmla="*/ 369570 w 594360"/>
                  <a:gd name="csY35" fmla="*/ 457200 h 567690"/>
                  <a:gd name="csX36" fmla="*/ 434340 w 594360"/>
                  <a:gd name="csY36" fmla="*/ 461010 h 567690"/>
                  <a:gd name="csX37" fmla="*/ 449580 w 594360"/>
                  <a:gd name="csY37" fmla="*/ 464820 h 567690"/>
                  <a:gd name="csX38" fmla="*/ 529590 w 594360"/>
                  <a:gd name="csY38" fmla="*/ 457200 h 567690"/>
                  <a:gd name="csX39" fmla="*/ 579120 w 594360"/>
                  <a:gd name="csY39" fmla="*/ 422910 h 567690"/>
                  <a:gd name="csX40" fmla="*/ 586740 w 594360"/>
                  <a:gd name="csY40" fmla="*/ 411480 h 567690"/>
                  <a:gd name="csX41" fmla="*/ 594360 w 594360"/>
                  <a:gd name="csY41" fmla="*/ 377190 h 567690"/>
                  <a:gd name="csX42" fmla="*/ 590550 w 594360"/>
                  <a:gd name="csY42" fmla="*/ 323850 h 567690"/>
                  <a:gd name="csX43" fmla="*/ 579120 w 594360"/>
                  <a:gd name="csY43" fmla="*/ 308610 h 567690"/>
                  <a:gd name="csX44" fmla="*/ 544830 w 594360"/>
                  <a:gd name="csY44" fmla="*/ 289560 h 567690"/>
                  <a:gd name="csX45" fmla="*/ 491490 w 594360"/>
                  <a:gd name="csY45" fmla="*/ 266700 h 567690"/>
                  <a:gd name="csX46" fmla="*/ 445770 w 594360"/>
                  <a:gd name="csY46" fmla="*/ 259080 h 5676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</a:cxnLst>
                <a:rect l="l" t="t" r="r" b="b"/>
                <a:pathLst>
                  <a:path w="594360" h="567690">
                    <a:moveTo>
                      <a:pt x="445770" y="259080"/>
                    </a:moveTo>
                    <a:lnTo>
                      <a:pt x="445770" y="259080"/>
                    </a:lnTo>
                    <a:cubicBezTo>
                      <a:pt x="346256" y="247138"/>
                      <a:pt x="337003" y="278176"/>
                      <a:pt x="354330" y="182880"/>
                    </a:cubicBezTo>
                    <a:cubicBezTo>
                      <a:pt x="355655" y="175594"/>
                      <a:pt x="361950" y="170180"/>
                      <a:pt x="365760" y="163830"/>
                    </a:cubicBezTo>
                    <a:cubicBezTo>
                      <a:pt x="363220" y="143510"/>
                      <a:pt x="362156" y="122950"/>
                      <a:pt x="358140" y="102870"/>
                    </a:cubicBezTo>
                    <a:cubicBezTo>
                      <a:pt x="355132" y="87829"/>
                      <a:pt x="331882" y="66314"/>
                      <a:pt x="323850" y="60960"/>
                    </a:cubicBezTo>
                    <a:cubicBezTo>
                      <a:pt x="243889" y="7653"/>
                      <a:pt x="280779" y="25444"/>
                      <a:pt x="217170" y="0"/>
                    </a:cubicBezTo>
                    <a:cubicBezTo>
                      <a:pt x="214630" y="6350"/>
                      <a:pt x="212609" y="12933"/>
                      <a:pt x="209550" y="19050"/>
                    </a:cubicBezTo>
                    <a:cubicBezTo>
                      <a:pt x="203072" y="32005"/>
                      <a:pt x="195392" y="39886"/>
                      <a:pt x="190500" y="53340"/>
                    </a:cubicBezTo>
                    <a:cubicBezTo>
                      <a:pt x="187340" y="62029"/>
                      <a:pt x="185022" y="71016"/>
                      <a:pt x="182880" y="80010"/>
                    </a:cubicBezTo>
                    <a:cubicBezTo>
                      <a:pt x="178668" y="97699"/>
                      <a:pt x="186580" y="123264"/>
                      <a:pt x="171450" y="133350"/>
                    </a:cubicBezTo>
                    <a:cubicBezTo>
                      <a:pt x="167640" y="135890"/>
                      <a:pt x="164116" y="138922"/>
                      <a:pt x="160020" y="140970"/>
                    </a:cubicBezTo>
                    <a:cubicBezTo>
                      <a:pt x="142701" y="149630"/>
                      <a:pt x="103678" y="147988"/>
                      <a:pt x="95250" y="148590"/>
                    </a:cubicBezTo>
                    <a:cubicBezTo>
                      <a:pt x="87604" y="152413"/>
                      <a:pt x="75312" y="157772"/>
                      <a:pt x="68580" y="163830"/>
                    </a:cubicBezTo>
                    <a:cubicBezTo>
                      <a:pt x="59235" y="172240"/>
                      <a:pt x="51968" y="182957"/>
                      <a:pt x="41910" y="190500"/>
                    </a:cubicBezTo>
                    <a:cubicBezTo>
                      <a:pt x="20923" y="206241"/>
                      <a:pt x="31160" y="197440"/>
                      <a:pt x="11430" y="217170"/>
                    </a:cubicBezTo>
                    <a:cubicBezTo>
                      <a:pt x="9008" y="223225"/>
                      <a:pt x="0" y="243257"/>
                      <a:pt x="0" y="251460"/>
                    </a:cubicBezTo>
                    <a:cubicBezTo>
                      <a:pt x="0" y="262960"/>
                      <a:pt x="173" y="274840"/>
                      <a:pt x="3810" y="285750"/>
                    </a:cubicBezTo>
                    <a:cubicBezTo>
                      <a:pt x="10160" y="304800"/>
                      <a:pt x="17145" y="307340"/>
                      <a:pt x="30480" y="316230"/>
                    </a:cubicBezTo>
                    <a:cubicBezTo>
                      <a:pt x="35560" y="323850"/>
                      <a:pt x="40468" y="331587"/>
                      <a:pt x="45720" y="339090"/>
                    </a:cubicBezTo>
                    <a:cubicBezTo>
                      <a:pt x="49361" y="344292"/>
                      <a:pt x="56623" y="348002"/>
                      <a:pt x="57150" y="354330"/>
                    </a:cubicBezTo>
                    <a:cubicBezTo>
                      <a:pt x="58767" y="373731"/>
                      <a:pt x="50815" y="382883"/>
                      <a:pt x="41910" y="396240"/>
                    </a:cubicBezTo>
                    <a:cubicBezTo>
                      <a:pt x="32719" y="433002"/>
                      <a:pt x="36344" y="416451"/>
                      <a:pt x="30480" y="445770"/>
                    </a:cubicBezTo>
                    <a:cubicBezTo>
                      <a:pt x="31750" y="461010"/>
                      <a:pt x="30350" y="476714"/>
                      <a:pt x="34290" y="491490"/>
                    </a:cubicBezTo>
                    <a:cubicBezTo>
                      <a:pt x="35678" y="496696"/>
                      <a:pt x="42213" y="498829"/>
                      <a:pt x="45720" y="502920"/>
                    </a:cubicBezTo>
                    <a:cubicBezTo>
                      <a:pt x="59131" y="518566"/>
                      <a:pt x="53899" y="519024"/>
                      <a:pt x="72390" y="529590"/>
                    </a:cubicBezTo>
                    <a:cubicBezTo>
                      <a:pt x="75877" y="531583"/>
                      <a:pt x="80284" y="531496"/>
                      <a:pt x="83820" y="533400"/>
                    </a:cubicBezTo>
                    <a:cubicBezTo>
                      <a:pt x="96860" y="540422"/>
                      <a:pt x="107224" y="554423"/>
                      <a:pt x="121920" y="556260"/>
                    </a:cubicBezTo>
                    <a:cubicBezTo>
                      <a:pt x="191563" y="564965"/>
                      <a:pt x="105429" y="554689"/>
                      <a:pt x="201930" y="563880"/>
                    </a:cubicBezTo>
                    <a:cubicBezTo>
                      <a:pt x="212123" y="564851"/>
                      <a:pt x="222250" y="566420"/>
                      <a:pt x="232410" y="567690"/>
                    </a:cubicBezTo>
                    <a:cubicBezTo>
                      <a:pt x="247784" y="563846"/>
                      <a:pt x="253130" y="564082"/>
                      <a:pt x="266700" y="552450"/>
                    </a:cubicBezTo>
                    <a:cubicBezTo>
                      <a:pt x="270177" y="549470"/>
                      <a:pt x="271780" y="544830"/>
                      <a:pt x="274320" y="541020"/>
                    </a:cubicBezTo>
                    <a:cubicBezTo>
                      <a:pt x="275590" y="534670"/>
                      <a:pt x="276082" y="528113"/>
                      <a:pt x="278130" y="521970"/>
                    </a:cubicBezTo>
                    <a:cubicBezTo>
                      <a:pt x="289476" y="487933"/>
                      <a:pt x="285238" y="484985"/>
                      <a:pt x="312420" y="472440"/>
                    </a:cubicBezTo>
                    <a:cubicBezTo>
                      <a:pt x="322272" y="467893"/>
                      <a:pt x="332415" y="463806"/>
                      <a:pt x="342900" y="461010"/>
                    </a:cubicBezTo>
                    <a:cubicBezTo>
                      <a:pt x="351577" y="458696"/>
                      <a:pt x="360680" y="458470"/>
                      <a:pt x="369570" y="457200"/>
                    </a:cubicBezTo>
                    <a:cubicBezTo>
                      <a:pt x="391160" y="458470"/>
                      <a:pt x="412810" y="458960"/>
                      <a:pt x="434340" y="461010"/>
                    </a:cubicBezTo>
                    <a:cubicBezTo>
                      <a:pt x="439553" y="461506"/>
                      <a:pt x="444348" y="465029"/>
                      <a:pt x="449580" y="464820"/>
                    </a:cubicBezTo>
                    <a:cubicBezTo>
                      <a:pt x="476349" y="463749"/>
                      <a:pt x="502920" y="459740"/>
                      <a:pt x="529590" y="457200"/>
                    </a:cubicBezTo>
                    <a:cubicBezTo>
                      <a:pt x="552242" y="443609"/>
                      <a:pt x="564518" y="440432"/>
                      <a:pt x="579120" y="422910"/>
                    </a:cubicBezTo>
                    <a:cubicBezTo>
                      <a:pt x="582051" y="419392"/>
                      <a:pt x="584200" y="415290"/>
                      <a:pt x="586740" y="411480"/>
                    </a:cubicBezTo>
                    <a:cubicBezTo>
                      <a:pt x="588209" y="405602"/>
                      <a:pt x="594360" y="382027"/>
                      <a:pt x="594360" y="377190"/>
                    </a:cubicBezTo>
                    <a:cubicBezTo>
                      <a:pt x="594360" y="359365"/>
                      <a:pt x="594417" y="341251"/>
                      <a:pt x="590550" y="323850"/>
                    </a:cubicBezTo>
                    <a:cubicBezTo>
                      <a:pt x="589172" y="317651"/>
                      <a:pt x="583253" y="313431"/>
                      <a:pt x="579120" y="308610"/>
                    </a:cubicBezTo>
                    <a:cubicBezTo>
                      <a:pt x="563453" y="290331"/>
                      <a:pt x="570652" y="300626"/>
                      <a:pt x="544830" y="289560"/>
                    </a:cubicBezTo>
                    <a:cubicBezTo>
                      <a:pt x="478918" y="261312"/>
                      <a:pt x="545101" y="284570"/>
                      <a:pt x="491490" y="266700"/>
                    </a:cubicBezTo>
                    <a:cubicBezTo>
                      <a:pt x="467481" y="247493"/>
                      <a:pt x="453390" y="260350"/>
                      <a:pt x="445770" y="259080"/>
                    </a:cubicBezTo>
                    <a:close/>
                  </a:path>
                </a:pathLst>
              </a:custGeom>
              <a:solidFill>
                <a:srgbClr val="FCEDE4"/>
              </a:solidFill>
              <a:ln>
                <a:solidFill>
                  <a:schemeClr val="accent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7" name="Oval 5256">
                <a:extLst>
                  <a:ext uri="{FF2B5EF4-FFF2-40B4-BE49-F238E27FC236}">
                    <a16:creationId xmlns:a16="http://schemas.microsoft.com/office/drawing/2014/main" id="{5801281C-A521-FE48-F995-7DFFC720FDCD}"/>
                  </a:ext>
                </a:extLst>
              </p:cNvPr>
              <p:cNvSpPr/>
              <p:nvPr/>
            </p:nvSpPr>
            <p:spPr>
              <a:xfrm>
                <a:off x="3130084" y="3925958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8" name="Oval 5257">
                <a:extLst>
                  <a:ext uri="{FF2B5EF4-FFF2-40B4-BE49-F238E27FC236}">
                    <a16:creationId xmlns:a16="http://schemas.microsoft.com/office/drawing/2014/main" id="{13662B03-25A7-C46C-9248-C243A4FB0BDD}"/>
                  </a:ext>
                </a:extLst>
              </p:cNvPr>
              <p:cNvSpPr/>
              <p:nvPr/>
            </p:nvSpPr>
            <p:spPr>
              <a:xfrm>
                <a:off x="3138683" y="4056101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9" name="Oval 5258">
                <a:extLst>
                  <a:ext uri="{FF2B5EF4-FFF2-40B4-BE49-F238E27FC236}">
                    <a16:creationId xmlns:a16="http://schemas.microsoft.com/office/drawing/2014/main" id="{1E800A60-6494-F721-D01B-64A19AF3E043}"/>
                  </a:ext>
                </a:extLst>
              </p:cNvPr>
              <p:cNvSpPr/>
              <p:nvPr/>
            </p:nvSpPr>
            <p:spPr>
              <a:xfrm>
                <a:off x="3736598" y="4157685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0" name="Oval 5259">
                <a:extLst>
                  <a:ext uri="{FF2B5EF4-FFF2-40B4-BE49-F238E27FC236}">
                    <a16:creationId xmlns:a16="http://schemas.microsoft.com/office/drawing/2014/main" id="{B593C2A0-F50A-6198-1B8E-8EE830798A7B}"/>
                  </a:ext>
                </a:extLst>
              </p:cNvPr>
              <p:cNvSpPr/>
              <p:nvPr/>
            </p:nvSpPr>
            <p:spPr>
              <a:xfrm>
                <a:off x="3005607" y="4222787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1" name="Oval 5260">
                <a:extLst>
                  <a:ext uri="{FF2B5EF4-FFF2-40B4-BE49-F238E27FC236}">
                    <a16:creationId xmlns:a16="http://schemas.microsoft.com/office/drawing/2014/main" id="{675596E0-BE48-09FE-92D8-29C7B177DB3E}"/>
                  </a:ext>
                </a:extLst>
              </p:cNvPr>
              <p:cNvSpPr/>
              <p:nvPr/>
            </p:nvSpPr>
            <p:spPr>
              <a:xfrm>
                <a:off x="3228738" y="3698603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2" name="Oval 5261">
                <a:extLst>
                  <a:ext uri="{FF2B5EF4-FFF2-40B4-BE49-F238E27FC236}">
                    <a16:creationId xmlns:a16="http://schemas.microsoft.com/office/drawing/2014/main" id="{AA9E3259-63BF-319F-1F59-3EF216E11DA0}"/>
                  </a:ext>
                </a:extLst>
              </p:cNvPr>
              <p:cNvSpPr/>
              <p:nvPr/>
            </p:nvSpPr>
            <p:spPr>
              <a:xfrm>
                <a:off x="3890858" y="3757076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3" name="Oval 5262">
                <a:extLst>
                  <a:ext uri="{FF2B5EF4-FFF2-40B4-BE49-F238E27FC236}">
                    <a16:creationId xmlns:a16="http://schemas.microsoft.com/office/drawing/2014/main" id="{9E42E8F3-0960-0B9D-291E-AFB822443917}"/>
                  </a:ext>
                </a:extLst>
              </p:cNvPr>
              <p:cNvSpPr/>
              <p:nvPr/>
            </p:nvSpPr>
            <p:spPr>
              <a:xfrm>
                <a:off x="3384122" y="3751611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4" name="Oval 5263">
                <a:extLst>
                  <a:ext uri="{FF2B5EF4-FFF2-40B4-BE49-F238E27FC236}">
                    <a16:creationId xmlns:a16="http://schemas.microsoft.com/office/drawing/2014/main" id="{612F432D-6D46-210B-FA04-A88E1141572A}"/>
                  </a:ext>
                </a:extLst>
              </p:cNvPr>
              <p:cNvSpPr/>
              <p:nvPr/>
            </p:nvSpPr>
            <p:spPr>
              <a:xfrm>
                <a:off x="3952445" y="4128112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5" name="Oval 5264">
                <a:extLst>
                  <a:ext uri="{FF2B5EF4-FFF2-40B4-BE49-F238E27FC236}">
                    <a16:creationId xmlns:a16="http://schemas.microsoft.com/office/drawing/2014/main" id="{AA2F8F25-7132-0F9D-DB74-8B317025A9B4}"/>
                  </a:ext>
                </a:extLst>
              </p:cNvPr>
              <p:cNvSpPr/>
              <p:nvPr/>
            </p:nvSpPr>
            <p:spPr>
              <a:xfrm>
                <a:off x="4020096" y="3878926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6" name="Oval 5265">
                <a:extLst>
                  <a:ext uri="{FF2B5EF4-FFF2-40B4-BE49-F238E27FC236}">
                    <a16:creationId xmlns:a16="http://schemas.microsoft.com/office/drawing/2014/main" id="{D905ACE6-7433-7659-1FB1-61D340C5C578}"/>
                  </a:ext>
                </a:extLst>
              </p:cNvPr>
              <p:cNvSpPr/>
              <p:nvPr/>
            </p:nvSpPr>
            <p:spPr>
              <a:xfrm>
                <a:off x="3816745" y="3594840"/>
                <a:ext cx="90055" cy="8901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7" name="Oval 5266">
                <a:extLst>
                  <a:ext uri="{FF2B5EF4-FFF2-40B4-BE49-F238E27FC236}">
                    <a16:creationId xmlns:a16="http://schemas.microsoft.com/office/drawing/2014/main" id="{F3B18C9F-DB5E-B828-A2BA-97154ACEB2F9}"/>
                  </a:ext>
                </a:extLst>
              </p:cNvPr>
              <p:cNvSpPr/>
              <p:nvPr/>
            </p:nvSpPr>
            <p:spPr>
              <a:xfrm>
                <a:off x="3814629" y="4282752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8" name="Oval 5267">
                <a:extLst>
                  <a:ext uri="{FF2B5EF4-FFF2-40B4-BE49-F238E27FC236}">
                    <a16:creationId xmlns:a16="http://schemas.microsoft.com/office/drawing/2014/main" id="{05A5B6A5-2C8E-1AA9-07FB-92C62E7C9544}"/>
                  </a:ext>
                </a:extLst>
              </p:cNvPr>
              <p:cNvSpPr/>
              <p:nvPr/>
            </p:nvSpPr>
            <p:spPr>
              <a:xfrm>
                <a:off x="3654787" y="4263653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9" name="Oval 5268">
                <a:extLst>
                  <a:ext uri="{FF2B5EF4-FFF2-40B4-BE49-F238E27FC236}">
                    <a16:creationId xmlns:a16="http://schemas.microsoft.com/office/drawing/2014/main" id="{7E5ADF7B-CA99-47A5-09AE-F86931D7CBBE}"/>
                  </a:ext>
                </a:extLst>
              </p:cNvPr>
              <p:cNvSpPr/>
              <p:nvPr/>
            </p:nvSpPr>
            <p:spPr>
              <a:xfrm>
                <a:off x="3473696" y="4282753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0" name="Oval 5269">
                <a:extLst>
                  <a:ext uri="{FF2B5EF4-FFF2-40B4-BE49-F238E27FC236}">
                    <a16:creationId xmlns:a16="http://schemas.microsoft.com/office/drawing/2014/main" id="{6ECDA312-CC0B-4578-7C05-F1EAB72AE70F}"/>
                  </a:ext>
                </a:extLst>
              </p:cNvPr>
              <p:cNvSpPr/>
              <p:nvPr/>
            </p:nvSpPr>
            <p:spPr>
              <a:xfrm>
                <a:off x="3601015" y="3724842"/>
                <a:ext cx="90055" cy="8901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1" name="Oval 5270">
                <a:extLst>
                  <a:ext uri="{FF2B5EF4-FFF2-40B4-BE49-F238E27FC236}">
                    <a16:creationId xmlns:a16="http://schemas.microsoft.com/office/drawing/2014/main" id="{D57EAB61-2E55-C097-CB6B-868B58620F97}"/>
                  </a:ext>
                </a:extLst>
              </p:cNvPr>
              <p:cNvSpPr/>
              <p:nvPr/>
            </p:nvSpPr>
            <p:spPr>
              <a:xfrm>
                <a:off x="3609615" y="3878926"/>
                <a:ext cx="90055" cy="8901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272" name="Connector: Curved 5271">
                <a:extLst>
                  <a:ext uri="{FF2B5EF4-FFF2-40B4-BE49-F238E27FC236}">
                    <a16:creationId xmlns:a16="http://schemas.microsoft.com/office/drawing/2014/main" id="{4E7A0B48-1111-BF45-DBD1-157BF4BA6003}"/>
                  </a:ext>
                </a:extLst>
              </p:cNvPr>
              <p:cNvCxnSpPr>
                <a:cxnSpLocks/>
                <a:stCxn id="5265" idx="6"/>
                <a:endCxn id="5267" idx="6"/>
              </p:cNvCxnSpPr>
              <p:nvPr/>
            </p:nvCxnSpPr>
            <p:spPr>
              <a:xfrm flipH="1">
                <a:off x="3904684" y="3923433"/>
                <a:ext cx="205467" cy="403826"/>
              </a:xfrm>
              <a:prstGeom prst="curvedConnector3">
                <a:avLst>
                  <a:gd name="adj1" fmla="val -35232"/>
                </a:avLst>
              </a:prstGeom>
              <a:ln>
                <a:tailEnd type="triangle"/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5273" name="Oval 5272">
                <a:extLst>
                  <a:ext uri="{FF2B5EF4-FFF2-40B4-BE49-F238E27FC236}">
                    <a16:creationId xmlns:a16="http://schemas.microsoft.com/office/drawing/2014/main" id="{5955DA3B-9548-03AC-3412-CD5A77E9C5D2}"/>
                  </a:ext>
                </a:extLst>
              </p:cNvPr>
              <p:cNvSpPr/>
              <p:nvPr/>
            </p:nvSpPr>
            <p:spPr>
              <a:xfrm>
                <a:off x="3320505" y="3880238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4" name="Oval 5273">
                <a:extLst>
                  <a:ext uri="{FF2B5EF4-FFF2-40B4-BE49-F238E27FC236}">
                    <a16:creationId xmlns:a16="http://schemas.microsoft.com/office/drawing/2014/main" id="{F50D43EC-419C-05DA-2093-7E961D408392}"/>
                  </a:ext>
                </a:extLst>
              </p:cNvPr>
              <p:cNvSpPr/>
              <p:nvPr/>
            </p:nvSpPr>
            <p:spPr>
              <a:xfrm>
                <a:off x="3632512" y="3567566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5" name="Oval 5274">
                <a:extLst>
                  <a:ext uri="{FF2B5EF4-FFF2-40B4-BE49-F238E27FC236}">
                    <a16:creationId xmlns:a16="http://schemas.microsoft.com/office/drawing/2014/main" id="{11748770-963A-F277-8FCA-F0C7FEC37DA4}"/>
                  </a:ext>
                </a:extLst>
              </p:cNvPr>
              <p:cNvSpPr/>
              <p:nvPr/>
            </p:nvSpPr>
            <p:spPr>
              <a:xfrm>
                <a:off x="3260237" y="4128112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6" name="Oval 5275">
                <a:extLst>
                  <a:ext uri="{FF2B5EF4-FFF2-40B4-BE49-F238E27FC236}">
                    <a16:creationId xmlns:a16="http://schemas.microsoft.com/office/drawing/2014/main" id="{3FE906EE-41F5-9BBB-378B-A45BBFCCD6A2}"/>
                  </a:ext>
                </a:extLst>
              </p:cNvPr>
              <p:cNvSpPr/>
              <p:nvPr/>
            </p:nvSpPr>
            <p:spPr>
              <a:xfrm>
                <a:off x="3728930" y="3695733"/>
                <a:ext cx="90055" cy="89013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277" name="Connector: Curved 5276">
                <a:extLst>
                  <a:ext uri="{FF2B5EF4-FFF2-40B4-BE49-F238E27FC236}">
                    <a16:creationId xmlns:a16="http://schemas.microsoft.com/office/drawing/2014/main" id="{6149E66C-AD87-4D73-1224-2EC6F8695019}"/>
                  </a:ext>
                </a:extLst>
              </p:cNvPr>
              <p:cNvCxnSpPr>
                <a:cxnSpLocks/>
                <a:stCxn id="5264" idx="0"/>
                <a:endCxn id="5276" idx="4"/>
              </p:cNvCxnSpPr>
              <p:nvPr/>
            </p:nvCxnSpPr>
            <p:spPr>
              <a:xfrm rot="16200000" flipV="1">
                <a:off x="3714033" y="3844671"/>
                <a:ext cx="343366" cy="223515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5278" name="Oval 5277">
                <a:extLst>
                  <a:ext uri="{FF2B5EF4-FFF2-40B4-BE49-F238E27FC236}">
                    <a16:creationId xmlns:a16="http://schemas.microsoft.com/office/drawing/2014/main" id="{7F7A8DCC-5789-3334-ED38-E102E6204EF5}"/>
                  </a:ext>
                </a:extLst>
              </p:cNvPr>
              <p:cNvSpPr/>
              <p:nvPr/>
            </p:nvSpPr>
            <p:spPr>
              <a:xfrm>
                <a:off x="2952357" y="4032698"/>
                <a:ext cx="90055" cy="89013"/>
              </a:xfrm>
              <a:prstGeom prst="ellipse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279" name="Connector: Curved 5278">
                <a:extLst>
                  <a:ext uri="{FF2B5EF4-FFF2-40B4-BE49-F238E27FC236}">
                    <a16:creationId xmlns:a16="http://schemas.microsoft.com/office/drawing/2014/main" id="{0D3367BA-BB99-724F-D2C2-23D718FD123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3104076" y="3493880"/>
                <a:ext cx="465132" cy="616476"/>
              </a:xfrm>
              <a:prstGeom prst="curvedConnector3">
                <a:avLst>
                  <a:gd name="adj1" fmla="val -6898"/>
                </a:avLst>
              </a:prstGeom>
              <a:ln>
                <a:tailEnd type="triangle"/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  <p:cxnSp>
            <p:nvCxnSpPr>
              <p:cNvPr id="5280" name="Connector: Curved 5279">
                <a:extLst>
                  <a:ext uri="{FF2B5EF4-FFF2-40B4-BE49-F238E27FC236}">
                    <a16:creationId xmlns:a16="http://schemas.microsoft.com/office/drawing/2014/main" id="{9CE826D7-B144-D607-8268-12C97AB9BE21}"/>
                  </a:ext>
                </a:extLst>
              </p:cNvPr>
              <p:cNvCxnSpPr>
                <a:cxnSpLocks/>
                <a:stCxn id="5269" idx="7"/>
                <a:endCxn id="5273" idx="6"/>
              </p:cNvCxnSpPr>
              <p:nvPr/>
            </p:nvCxnSpPr>
            <p:spPr>
              <a:xfrm rot="16200000" flipV="1">
                <a:off x="3295040" y="4040265"/>
                <a:ext cx="371044" cy="140003"/>
              </a:xfrm>
              <a:prstGeom prst="curvedConnector2">
                <a:avLst/>
              </a:prstGeom>
              <a:ln>
                <a:tailEnd type="triangle"/>
              </a:ln>
            </p:spPr>
            <p:style>
              <a:lnRef idx="2">
                <a:schemeClr val="accent6"/>
              </a:lnRef>
              <a:fillRef idx="0">
                <a:schemeClr val="accent6"/>
              </a:fillRef>
              <a:effectRef idx="1">
                <a:schemeClr val="accent6"/>
              </a:effectRef>
              <a:fontRef idx="minor">
                <a:schemeClr val="tx1"/>
              </a:fontRef>
            </p:style>
          </p:cxnSp>
        </p:grpSp>
        <p:grpSp>
          <p:nvGrpSpPr>
            <p:cNvPr id="5218" name="Group 5217">
              <a:extLst>
                <a:ext uri="{FF2B5EF4-FFF2-40B4-BE49-F238E27FC236}">
                  <a16:creationId xmlns:a16="http://schemas.microsoft.com/office/drawing/2014/main" id="{C20F1826-A470-3858-6368-F539D0EB37CF}"/>
                </a:ext>
              </a:extLst>
            </p:cNvPr>
            <p:cNvGrpSpPr/>
            <p:nvPr/>
          </p:nvGrpSpPr>
          <p:grpSpPr>
            <a:xfrm>
              <a:off x="9295112" y="1536387"/>
              <a:ext cx="351563" cy="358187"/>
              <a:chOff x="8817139" y="630617"/>
              <a:chExt cx="351563" cy="473848"/>
            </a:xfrm>
          </p:grpSpPr>
          <p:sp>
            <p:nvSpPr>
              <p:cNvPr id="5250" name="Cube 5249">
                <a:extLst>
                  <a:ext uri="{FF2B5EF4-FFF2-40B4-BE49-F238E27FC236}">
                    <a16:creationId xmlns:a16="http://schemas.microsoft.com/office/drawing/2014/main" id="{6A41CC68-9131-26A9-8344-CA185D768F47}"/>
                  </a:ext>
                </a:extLst>
              </p:cNvPr>
              <p:cNvSpPr/>
              <p:nvPr/>
            </p:nvSpPr>
            <p:spPr>
              <a:xfrm>
                <a:off x="8896563" y="690254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1" name="Cube 5250">
                <a:extLst>
                  <a:ext uri="{FF2B5EF4-FFF2-40B4-BE49-F238E27FC236}">
                    <a16:creationId xmlns:a16="http://schemas.microsoft.com/office/drawing/2014/main" id="{92013B8E-FB31-6ADF-D786-6057194C3BF8}"/>
                  </a:ext>
                </a:extLst>
              </p:cNvPr>
              <p:cNvSpPr/>
              <p:nvPr/>
            </p:nvSpPr>
            <p:spPr>
              <a:xfrm>
                <a:off x="8896563" y="907366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2" name="Rectangle: Rounded Corners 5251">
                <a:extLst>
                  <a:ext uri="{FF2B5EF4-FFF2-40B4-BE49-F238E27FC236}">
                    <a16:creationId xmlns:a16="http://schemas.microsoft.com/office/drawing/2014/main" id="{91B36259-6827-EFAD-0571-D00392B6C1E0}"/>
                  </a:ext>
                </a:extLst>
              </p:cNvPr>
              <p:cNvSpPr/>
              <p:nvPr/>
            </p:nvSpPr>
            <p:spPr>
              <a:xfrm>
                <a:off x="8817139" y="630617"/>
                <a:ext cx="351563" cy="473848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19" name="Group 5218">
              <a:extLst>
                <a:ext uri="{FF2B5EF4-FFF2-40B4-BE49-F238E27FC236}">
                  <a16:creationId xmlns:a16="http://schemas.microsoft.com/office/drawing/2014/main" id="{9C312F7D-35F7-18AB-2F5A-DE7A281D3619}"/>
                </a:ext>
              </a:extLst>
            </p:cNvPr>
            <p:cNvGrpSpPr/>
            <p:nvPr/>
          </p:nvGrpSpPr>
          <p:grpSpPr>
            <a:xfrm>
              <a:off x="9680944" y="1536386"/>
              <a:ext cx="351563" cy="358187"/>
              <a:chOff x="9294411" y="630616"/>
              <a:chExt cx="351563" cy="473848"/>
            </a:xfrm>
          </p:grpSpPr>
          <p:sp>
            <p:nvSpPr>
              <p:cNvPr id="5247" name="Cube 5246">
                <a:extLst>
                  <a:ext uri="{FF2B5EF4-FFF2-40B4-BE49-F238E27FC236}">
                    <a16:creationId xmlns:a16="http://schemas.microsoft.com/office/drawing/2014/main" id="{2523320E-8A81-7C3E-25ED-1CC7D6D41138}"/>
                  </a:ext>
                </a:extLst>
              </p:cNvPr>
              <p:cNvSpPr/>
              <p:nvPr/>
            </p:nvSpPr>
            <p:spPr>
              <a:xfrm>
                <a:off x="9373835" y="690253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8" name="Cube 5247">
                <a:extLst>
                  <a:ext uri="{FF2B5EF4-FFF2-40B4-BE49-F238E27FC236}">
                    <a16:creationId xmlns:a16="http://schemas.microsoft.com/office/drawing/2014/main" id="{89AA5918-0757-C536-9BCA-F59FD2FA1FF7}"/>
                  </a:ext>
                </a:extLst>
              </p:cNvPr>
              <p:cNvSpPr/>
              <p:nvPr/>
            </p:nvSpPr>
            <p:spPr>
              <a:xfrm>
                <a:off x="9373835" y="907365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9" name="Rectangle: Rounded Corners 5248">
                <a:extLst>
                  <a:ext uri="{FF2B5EF4-FFF2-40B4-BE49-F238E27FC236}">
                    <a16:creationId xmlns:a16="http://schemas.microsoft.com/office/drawing/2014/main" id="{C572C38D-3032-E5E3-1B7C-04C7304D78B1}"/>
                  </a:ext>
                </a:extLst>
              </p:cNvPr>
              <p:cNvSpPr/>
              <p:nvPr/>
            </p:nvSpPr>
            <p:spPr>
              <a:xfrm>
                <a:off x="9294411" y="630616"/>
                <a:ext cx="351563" cy="473848"/>
              </a:xfrm>
              <a:prstGeom prst="roundRect">
                <a:avLst/>
              </a:prstGeom>
              <a:noFill/>
              <a:ln>
                <a:solidFill>
                  <a:schemeClr val="tx2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20" name="Group 5219">
              <a:extLst>
                <a:ext uri="{FF2B5EF4-FFF2-40B4-BE49-F238E27FC236}">
                  <a16:creationId xmlns:a16="http://schemas.microsoft.com/office/drawing/2014/main" id="{1E090B73-20B9-9D25-06CD-44628E1C3DD0}"/>
                </a:ext>
              </a:extLst>
            </p:cNvPr>
            <p:cNvGrpSpPr/>
            <p:nvPr/>
          </p:nvGrpSpPr>
          <p:grpSpPr>
            <a:xfrm>
              <a:off x="10783032" y="1536386"/>
              <a:ext cx="351563" cy="358187"/>
              <a:chOff x="6980138" y="618173"/>
              <a:chExt cx="351563" cy="369497"/>
            </a:xfrm>
          </p:grpSpPr>
          <p:sp>
            <p:nvSpPr>
              <p:cNvPr id="5244" name="Cube 5243">
                <a:extLst>
                  <a:ext uri="{FF2B5EF4-FFF2-40B4-BE49-F238E27FC236}">
                    <a16:creationId xmlns:a16="http://schemas.microsoft.com/office/drawing/2014/main" id="{5FE57107-7466-1574-99FF-88EAE352E584}"/>
                  </a:ext>
                </a:extLst>
              </p:cNvPr>
              <p:cNvSpPr/>
              <p:nvPr/>
            </p:nvSpPr>
            <p:spPr>
              <a:xfrm>
                <a:off x="7059562" y="664677"/>
                <a:ext cx="204575" cy="118990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5" name="Cube 5244">
                <a:extLst>
                  <a:ext uri="{FF2B5EF4-FFF2-40B4-BE49-F238E27FC236}">
                    <a16:creationId xmlns:a16="http://schemas.microsoft.com/office/drawing/2014/main" id="{48105A2F-4078-2A9D-0289-B29494B18AB2}"/>
                  </a:ext>
                </a:extLst>
              </p:cNvPr>
              <p:cNvSpPr/>
              <p:nvPr/>
            </p:nvSpPr>
            <p:spPr>
              <a:xfrm>
                <a:off x="7059562" y="833976"/>
                <a:ext cx="204575" cy="118990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46" name="Rectangle: Rounded Corners 5245">
                <a:extLst>
                  <a:ext uri="{FF2B5EF4-FFF2-40B4-BE49-F238E27FC236}">
                    <a16:creationId xmlns:a16="http://schemas.microsoft.com/office/drawing/2014/main" id="{DDB9D10F-A628-1846-6879-5306C4C20948}"/>
                  </a:ext>
                </a:extLst>
              </p:cNvPr>
              <p:cNvSpPr/>
              <p:nvPr/>
            </p:nvSpPr>
            <p:spPr>
              <a:xfrm>
                <a:off x="6980138" y="618173"/>
                <a:ext cx="351563" cy="369497"/>
              </a:xfrm>
              <a:prstGeom prst="roundRect">
                <a:avLst/>
              </a:prstGeom>
              <a:noFill/>
              <a:ln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5221" name="TextBox 5220">
              <a:extLst>
                <a:ext uri="{FF2B5EF4-FFF2-40B4-BE49-F238E27FC236}">
                  <a16:creationId xmlns:a16="http://schemas.microsoft.com/office/drawing/2014/main" id="{4C589D28-C392-0749-5AF4-ADD5A0CF5B48}"/>
                </a:ext>
              </a:extLst>
            </p:cNvPr>
            <p:cNvSpPr txBox="1"/>
            <p:nvPr/>
          </p:nvSpPr>
          <p:spPr>
            <a:xfrm>
              <a:off x="10339303" y="1425811"/>
              <a:ext cx="455589" cy="584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1" dirty="0"/>
                <a:t>…</a:t>
              </a:r>
            </a:p>
          </p:txBody>
        </p:sp>
        <p:grpSp>
          <p:nvGrpSpPr>
            <p:cNvPr id="5222" name="Group 5221">
              <a:extLst>
                <a:ext uri="{FF2B5EF4-FFF2-40B4-BE49-F238E27FC236}">
                  <a16:creationId xmlns:a16="http://schemas.microsoft.com/office/drawing/2014/main" id="{FB1FA911-40BE-1A6D-BE6A-737CE50FE51E}"/>
                </a:ext>
              </a:extLst>
            </p:cNvPr>
            <p:cNvGrpSpPr/>
            <p:nvPr/>
          </p:nvGrpSpPr>
          <p:grpSpPr>
            <a:xfrm>
              <a:off x="10064025" y="1379241"/>
              <a:ext cx="351563" cy="519798"/>
              <a:chOff x="9768932" y="630616"/>
              <a:chExt cx="351563" cy="687644"/>
            </a:xfrm>
          </p:grpSpPr>
          <p:sp>
            <p:nvSpPr>
              <p:cNvPr id="5240" name="Cube 5239">
                <a:extLst>
                  <a:ext uri="{FF2B5EF4-FFF2-40B4-BE49-F238E27FC236}">
                    <a16:creationId xmlns:a16="http://schemas.microsoft.com/office/drawing/2014/main" id="{CFC61A85-4C13-1520-E175-EC063C3B6FBE}"/>
                  </a:ext>
                </a:extLst>
              </p:cNvPr>
              <p:cNvSpPr/>
              <p:nvPr/>
            </p:nvSpPr>
            <p:spPr>
              <a:xfrm>
                <a:off x="9848356" y="690253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1" name="Cube 5240">
                <a:extLst>
                  <a:ext uri="{FF2B5EF4-FFF2-40B4-BE49-F238E27FC236}">
                    <a16:creationId xmlns:a16="http://schemas.microsoft.com/office/drawing/2014/main" id="{ED94CEB3-F03E-5537-80E1-0B30EA948EF4}"/>
                  </a:ext>
                </a:extLst>
              </p:cNvPr>
              <p:cNvSpPr/>
              <p:nvPr/>
            </p:nvSpPr>
            <p:spPr>
              <a:xfrm>
                <a:off x="9848356" y="907365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2" name="Rectangle: Rounded Corners 5241">
                <a:extLst>
                  <a:ext uri="{FF2B5EF4-FFF2-40B4-BE49-F238E27FC236}">
                    <a16:creationId xmlns:a16="http://schemas.microsoft.com/office/drawing/2014/main" id="{D138183D-11D6-D564-2A95-92A065B1E6FD}"/>
                  </a:ext>
                </a:extLst>
              </p:cNvPr>
              <p:cNvSpPr/>
              <p:nvPr/>
            </p:nvSpPr>
            <p:spPr>
              <a:xfrm>
                <a:off x="9768932" y="630616"/>
                <a:ext cx="351563" cy="687644"/>
              </a:xfrm>
              <a:prstGeom prst="round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43" name="Cube 5242">
                <a:extLst>
                  <a:ext uri="{FF2B5EF4-FFF2-40B4-BE49-F238E27FC236}">
                    <a16:creationId xmlns:a16="http://schemas.microsoft.com/office/drawing/2014/main" id="{23EAE7D9-B552-3157-2405-C599878836DC}"/>
                  </a:ext>
                </a:extLst>
              </p:cNvPr>
              <p:cNvSpPr/>
              <p:nvPr/>
            </p:nvSpPr>
            <p:spPr>
              <a:xfrm>
                <a:off x="9848356" y="1121628"/>
                <a:ext cx="204575" cy="152594"/>
              </a:xfrm>
              <a:prstGeom prst="cube">
                <a:avLst>
                  <a:gd name="adj" fmla="val 52933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223" name="Group 5222">
              <a:extLst>
                <a:ext uri="{FF2B5EF4-FFF2-40B4-BE49-F238E27FC236}">
                  <a16:creationId xmlns:a16="http://schemas.microsoft.com/office/drawing/2014/main" id="{0BE8E9A3-44DB-4FB1-4F96-DF08CF657778}"/>
                </a:ext>
              </a:extLst>
            </p:cNvPr>
            <p:cNvGrpSpPr/>
            <p:nvPr/>
          </p:nvGrpSpPr>
          <p:grpSpPr>
            <a:xfrm>
              <a:off x="9967594" y="2105650"/>
              <a:ext cx="401874" cy="410818"/>
              <a:chOff x="6685369" y="1011769"/>
              <a:chExt cx="401874" cy="54347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38" name="TextBox 5237">
                    <a:extLst>
                      <a:ext uri="{FF2B5EF4-FFF2-40B4-BE49-F238E27FC236}">
                        <a16:creationId xmlns:a16="http://schemas.microsoft.com/office/drawing/2014/main" id="{E037027F-3564-6052-3A28-F91E65D4C0DD}"/>
                      </a:ext>
                    </a:extLst>
                  </p:cNvPr>
                  <p:cNvSpPr txBox="1"/>
                  <p:nvPr/>
                </p:nvSpPr>
                <p:spPr>
                  <a:xfrm>
                    <a:off x="6685369" y="1011769"/>
                    <a:ext cx="401874" cy="54347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̂"/>
                              <m:ctrlPr>
                                <a:rPr lang="en-US" sz="2004" i="1" dirty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4" i="1" dirty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𝒴</m:t>
                              </m:r>
                            </m:e>
                          </m:acc>
                        </m:oMath>
                      </m:oMathPara>
                    </a14:m>
                    <a:endParaRPr lang="en-US" i="1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83" name="TextBox 4982">
                    <a:extLst>
                      <a:ext uri="{FF2B5EF4-FFF2-40B4-BE49-F238E27FC236}">
                        <a16:creationId xmlns:a16="http://schemas.microsoft.com/office/drawing/2014/main" id="{23C51E21-EF80-A567-406E-F114D0D9F9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85369" y="1011769"/>
                    <a:ext cx="401874" cy="543472"/>
                  </a:xfrm>
                  <a:prstGeom prst="rect">
                    <a:avLst/>
                  </a:prstGeom>
                  <a:blipFill>
                    <a:blip r:embed="rId95"/>
                    <a:stretch>
                      <a:fillRect l="-3030" t="-8824" r="-22727" b="-1323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239" name="Rectangle: Rounded Corners 5238">
                <a:extLst>
                  <a:ext uri="{FF2B5EF4-FFF2-40B4-BE49-F238E27FC236}">
                    <a16:creationId xmlns:a16="http://schemas.microsoft.com/office/drawing/2014/main" id="{AFBA4336-16F2-659D-A844-B51743784C3A}"/>
                  </a:ext>
                </a:extLst>
              </p:cNvPr>
              <p:cNvSpPr/>
              <p:nvPr/>
            </p:nvSpPr>
            <p:spPr>
              <a:xfrm>
                <a:off x="6751207" y="1073674"/>
                <a:ext cx="259194" cy="41838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224" name="Straight Arrow Connector 5223">
              <a:extLst>
                <a:ext uri="{FF2B5EF4-FFF2-40B4-BE49-F238E27FC236}">
                  <a16:creationId xmlns:a16="http://schemas.microsoft.com/office/drawing/2014/main" id="{F3374126-73C8-1575-10AF-0B37C84FE408}"/>
                </a:ext>
              </a:extLst>
            </p:cNvPr>
            <p:cNvCxnSpPr>
              <a:cxnSpLocks/>
              <a:stCxn id="5281" idx="3"/>
              <a:endCxn id="5236" idx="1"/>
            </p:cNvCxnSpPr>
            <p:nvPr/>
          </p:nvCxnSpPr>
          <p:spPr>
            <a:xfrm>
              <a:off x="9146764" y="833691"/>
              <a:ext cx="548045" cy="0"/>
            </a:xfrm>
            <a:prstGeom prst="straightConnector1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25" name="TextBox 5224">
              <a:extLst>
                <a:ext uri="{FF2B5EF4-FFF2-40B4-BE49-F238E27FC236}">
                  <a16:creationId xmlns:a16="http://schemas.microsoft.com/office/drawing/2014/main" id="{0BD49B5E-1DF1-AFF0-070A-7D1BB64340B1}"/>
                </a:ext>
              </a:extLst>
            </p:cNvPr>
            <p:cNvSpPr txBox="1"/>
            <p:nvPr/>
          </p:nvSpPr>
          <p:spPr>
            <a:xfrm>
              <a:off x="9046479" y="501395"/>
              <a:ext cx="7434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i="1" dirty="0"/>
                <a:t>False</a:t>
              </a:r>
            </a:p>
          </p:txBody>
        </p:sp>
        <p:grpSp>
          <p:nvGrpSpPr>
            <p:cNvPr id="5226" name="Group 5225">
              <a:extLst>
                <a:ext uri="{FF2B5EF4-FFF2-40B4-BE49-F238E27FC236}">
                  <a16:creationId xmlns:a16="http://schemas.microsoft.com/office/drawing/2014/main" id="{95D00969-D6B1-226D-297C-A7FF18352507}"/>
                </a:ext>
              </a:extLst>
            </p:cNvPr>
            <p:cNvGrpSpPr/>
            <p:nvPr/>
          </p:nvGrpSpPr>
          <p:grpSpPr>
            <a:xfrm>
              <a:off x="9694809" y="468264"/>
              <a:ext cx="915163" cy="730853"/>
              <a:chOff x="8948321" y="4781142"/>
              <a:chExt cx="915163" cy="842913"/>
            </a:xfrm>
          </p:grpSpPr>
          <p:sp>
            <p:nvSpPr>
              <p:cNvPr id="5236" name="Diamond 5235">
                <a:extLst>
                  <a:ext uri="{FF2B5EF4-FFF2-40B4-BE49-F238E27FC236}">
                    <a16:creationId xmlns:a16="http://schemas.microsoft.com/office/drawing/2014/main" id="{4DDAB6D3-3433-F66A-A1A5-09666DB82FD6}"/>
                  </a:ext>
                </a:extLst>
              </p:cNvPr>
              <p:cNvSpPr/>
              <p:nvPr/>
            </p:nvSpPr>
            <p:spPr>
              <a:xfrm>
                <a:off x="8948321" y="4781142"/>
                <a:ext cx="914594" cy="842913"/>
              </a:xfrm>
              <a:prstGeom prst="diamond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/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7" name="TextBox 5236">
                <a:extLst>
                  <a:ext uri="{FF2B5EF4-FFF2-40B4-BE49-F238E27FC236}">
                    <a16:creationId xmlns:a16="http://schemas.microsoft.com/office/drawing/2014/main" id="{DAA6FF68-20CE-24E8-193E-D8811A7EBF71}"/>
                  </a:ext>
                </a:extLst>
              </p:cNvPr>
              <p:cNvSpPr txBox="1"/>
              <p:nvPr/>
            </p:nvSpPr>
            <p:spPr>
              <a:xfrm>
                <a:off x="8966116" y="4873593"/>
                <a:ext cx="897368" cy="6744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Truth Task?</a:t>
                </a:r>
              </a:p>
            </p:txBody>
          </p:sp>
        </p:grpSp>
        <p:cxnSp>
          <p:nvCxnSpPr>
            <p:cNvPr id="5227" name="Connector: Elbow 5226">
              <a:extLst>
                <a:ext uri="{FF2B5EF4-FFF2-40B4-BE49-F238E27FC236}">
                  <a16:creationId xmlns:a16="http://schemas.microsoft.com/office/drawing/2014/main" id="{8363BC35-DB68-922B-FAA2-77A732D50A89}"/>
                </a:ext>
              </a:extLst>
            </p:cNvPr>
            <p:cNvCxnSpPr>
              <a:cxnSpLocks/>
              <a:stCxn id="5236" idx="2"/>
              <a:endCxn id="5252" idx="0"/>
            </p:cNvCxnSpPr>
            <p:nvPr/>
          </p:nvCxnSpPr>
          <p:spPr>
            <a:xfrm rot="5400000">
              <a:off x="9642865" y="1027146"/>
              <a:ext cx="337270" cy="681212"/>
            </a:xfrm>
            <a:prstGeom prst="bentConnector3">
              <a:avLst>
                <a:gd name="adj1" fmla="val 29666"/>
              </a:avLst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28" name="TextBox 5227">
              <a:extLst>
                <a:ext uri="{FF2B5EF4-FFF2-40B4-BE49-F238E27FC236}">
                  <a16:creationId xmlns:a16="http://schemas.microsoft.com/office/drawing/2014/main" id="{B8D6EC00-67BC-5448-00C6-586FB2A094EB}"/>
                </a:ext>
              </a:extLst>
            </p:cNvPr>
            <p:cNvSpPr txBox="1"/>
            <p:nvPr/>
          </p:nvSpPr>
          <p:spPr>
            <a:xfrm>
              <a:off x="9449558" y="984391"/>
              <a:ext cx="6807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True</a:t>
              </a:r>
            </a:p>
          </p:txBody>
        </p:sp>
        <p:grpSp>
          <p:nvGrpSpPr>
            <p:cNvPr id="5229" name="Group 5228">
              <a:extLst>
                <a:ext uri="{FF2B5EF4-FFF2-40B4-BE49-F238E27FC236}">
                  <a16:creationId xmlns:a16="http://schemas.microsoft.com/office/drawing/2014/main" id="{4F4532DB-B509-355D-3F05-716D344B56A0}"/>
                </a:ext>
              </a:extLst>
            </p:cNvPr>
            <p:cNvGrpSpPr/>
            <p:nvPr/>
          </p:nvGrpSpPr>
          <p:grpSpPr>
            <a:xfrm>
              <a:off x="10396475" y="58452"/>
              <a:ext cx="960579" cy="442943"/>
              <a:chOff x="6143641" y="1040067"/>
              <a:chExt cx="960579" cy="58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34" name="TextBox 5233">
                    <a:extLst>
                      <a:ext uri="{FF2B5EF4-FFF2-40B4-BE49-F238E27FC236}">
                        <a16:creationId xmlns:a16="http://schemas.microsoft.com/office/drawing/2014/main" id="{30991DA1-CA2B-AA2C-F451-F3E123360AD2}"/>
                      </a:ext>
                    </a:extLst>
                  </p:cNvPr>
                  <p:cNvSpPr txBox="1"/>
                  <p:nvPr/>
                </p:nvSpPr>
                <p:spPr>
                  <a:xfrm>
                    <a:off x="6143641" y="1040067"/>
                    <a:ext cx="960579" cy="58597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2004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4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4" i="1" dirty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𝒴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4" i="1" dirty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</m:sub>
                          </m:sSub>
                        </m:oMath>
                      </m:oMathPara>
                    </a14:m>
                    <a:endParaRPr lang="en-US" i="1" dirty="0"/>
                  </a:p>
                </p:txBody>
              </p:sp>
            </mc:Choice>
            <mc:Fallback xmlns="">
              <p:sp>
                <p:nvSpPr>
                  <p:cNvPr id="5029" name="TextBox 5028">
                    <a:extLst>
                      <a:ext uri="{FF2B5EF4-FFF2-40B4-BE49-F238E27FC236}">
                        <a16:creationId xmlns:a16="http://schemas.microsoft.com/office/drawing/2014/main" id="{CC755BF0-2026-F379-DB6A-91E1E7A585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43641" y="1040067"/>
                    <a:ext cx="960579" cy="585973"/>
                  </a:xfrm>
                  <a:prstGeom prst="rect">
                    <a:avLst/>
                  </a:prstGeom>
                  <a:blipFill>
                    <a:blip r:embed="rId96"/>
                    <a:stretch>
                      <a:fillRect l="-2532" t="-5556" b="-9722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235" name="Rectangle: Rounded Corners 5234">
                <a:extLst>
                  <a:ext uri="{FF2B5EF4-FFF2-40B4-BE49-F238E27FC236}">
                    <a16:creationId xmlns:a16="http://schemas.microsoft.com/office/drawing/2014/main" id="{907D7040-6703-D223-2A60-5A41BAFF245D}"/>
                  </a:ext>
                </a:extLst>
              </p:cNvPr>
              <p:cNvSpPr/>
              <p:nvPr/>
            </p:nvSpPr>
            <p:spPr>
              <a:xfrm>
                <a:off x="6167964" y="1124715"/>
                <a:ext cx="853439" cy="48859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230" name="Connector: Elbow 5229">
              <a:extLst>
                <a:ext uri="{FF2B5EF4-FFF2-40B4-BE49-F238E27FC236}">
                  <a16:creationId xmlns:a16="http://schemas.microsoft.com/office/drawing/2014/main" id="{1F8033B4-33AF-4D63-6FB8-597CD2962B5A}"/>
                </a:ext>
              </a:extLst>
            </p:cNvPr>
            <p:cNvCxnSpPr>
              <a:cxnSpLocks/>
              <a:stCxn id="5236" idx="3"/>
              <a:endCxn id="5235" idx="2"/>
            </p:cNvCxnSpPr>
            <p:nvPr/>
          </p:nvCxnSpPr>
          <p:spPr>
            <a:xfrm flipV="1">
              <a:off x="10609403" y="491770"/>
              <a:ext cx="238115" cy="341921"/>
            </a:xfrm>
            <a:prstGeom prst="bentConnector2">
              <a:avLst/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31" name="TextBox 5230">
              <a:extLst>
                <a:ext uri="{FF2B5EF4-FFF2-40B4-BE49-F238E27FC236}">
                  <a16:creationId xmlns:a16="http://schemas.microsoft.com/office/drawing/2014/main" id="{FF367BD3-726C-5D54-3A4C-4280E6B14447}"/>
                </a:ext>
              </a:extLst>
            </p:cNvPr>
            <p:cNvSpPr txBox="1"/>
            <p:nvPr/>
          </p:nvSpPr>
          <p:spPr>
            <a:xfrm>
              <a:off x="7862320" y="538194"/>
              <a:ext cx="836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True</a:t>
              </a:r>
            </a:p>
          </p:txBody>
        </p:sp>
        <p:sp>
          <p:nvSpPr>
            <p:cNvPr id="5232" name="TextBox 5231">
              <a:extLst>
                <a:ext uri="{FF2B5EF4-FFF2-40B4-BE49-F238E27FC236}">
                  <a16:creationId xmlns:a16="http://schemas.microsoft.com/office/drawing/2014/main" id="{8F6235DF-4849-2C31-0A59-1843030D85CA}"/>
                </a:ext>
              </a:extLst>
            </p:cNvPr>
            <p:cNvSpPr txBox="1"/>
            <p:nvPr/>
          </p:nvSpPr>
          <p:spPr>
            <a:xfrm>
              <a:off x="7452116" y="2380658"/>
              <a:ext cx="39321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i="1" dirty="0">
                  <a:solidFill>
                    <a:schemeClr val="accent6">
                      <a:lumMod val="50000"/>
                    </a:schemeClr>
                  </a:solidFill>
                </a:rPr>
                <a:t>Confidence-Guided Post-Adaptation Inference</a:t>
              </a:r>
            </a:p>
          </p:txBody>
        </p:sp>
        <p:cxnSp>
          <p:nvCxnSpPr>
            <p:cNvPr id="5233" name="Connector: Elbow 5232">
              <a:extLst>
                <a:ext uri="{FF2B5EF4-FFF2-40B4-BE49-F238E27FC236}">
                  <a16:creationId xmlns:a16="http://schemas.microsoft.com/office/drawing/2014/main" id="{E8287D61-93E9-CCAE-A1DE-58D0E158DFC5}"/>
                </a:ext>
              </a:extLst>
            </p:cNvPr>
            <p:cNvCxnSpPr>
              <a:cxnSpLocks/>
              <a:stCxn id="5252" idx="2"/>
              <a:endCxn id="5239" idx="0"/>
            </p:cNvCxnSpPr>
            <p:nvPr/>
          </p:nvCxnSpPr>
          <p:spPr>
            <a:xfrm rot="16200000" flipH="1">
              <a:off x="9688026" y="1677441"/>
              <a:ext cx="257871" cy="692135"/>
            </a:xfrm>
            <a:prstGeom prst="bentConnector3">
              <a:avLst>
                <a:gd name="adj1" fmla="val 35225"/>
              </a:avLst>
            </a:prstGeom>
            <a:ln w="28575">
              <a:prstDash val="solid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00616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8756</TotalTime>
  <Words>192</Words>
  <Application>Microsoft Office PowerPoint</Application>
  <PresentationFormat>Custom</PresentationFormat>
  <Paragraphs>125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(Body)</vt:lpstr>
      <vt:lpstr>Aptos Display</vt:lpstr>
      <vt:lpstr>Arial</vt:lpstr>
      <vt:lpstr>Cambria Math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Bùi Cao Doanh</dc:creator>
  <cp:lastModifiedBy>Đức Thành Lê</cp:lastModifiedBy>
  <cp:revision>677</cp:revision>
  <dcterms:created xsi:type="dcterms:W3CDTF">2025-04-09T01:26:54Z</dcterms:created>
  <dcterms:modified xsi:type="dcterms:W3CDTF">2026-08-20T09:05:39Z</dcterms:modified>
</cp:coreProperties>
</file>