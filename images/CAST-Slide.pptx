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69" r:id="rId2"/>
  </p:sldIdLst>
  <p:sldSz cx="19019838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59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F1FF"/>
    <a:srgbClr val="FFD9D9"/>
    <a:srgbClr val="F8E4F6"/>
    <a:srgbClr val="FCEDE4"/>
    <a:srgbClr val="FDF3ED"/>
    <a:srgbClr val="C9C400"/>
    <a:srgbClr val="F7F6B8"/>
    <a:srgbClr val="0000FF"/>
    <a:srgbClr val="FF8989"/>
    <a:srgbClr val="F4F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C3363A-598E-4EA8-8F52-13B3903DF41D}" v="173" dt="2026-10-17T08:52:35.5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17" autoAdjust="0"/>
    <p:restoredTop sz="94641" autoAdjust="0"/>
  </p:normalViewPr>
  <p:slideViewPr>
    <p:cSldViewPr snapToGrid="0">
      <p:cViewPr varScale="1">
        <p:scale>
          <a:sx n="47" d="100"/>
          <a:sy n="47" d="100"/>
        </p:scale>
        <p:origin x="106" y="360"/>
      </p:cViewPr>
      <p:guideLst>
        <p:guide orient="horz" pos="3168"/>
        <p:guide pos="59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Đức Thành Lê" userId="775589ddb43b4380" providerId="LiveId" clId="{9FD5E441-44C4-4DBD-A08F-38CC1D25082F}"/>
    <pc:docChg chg="undo redo custSel addSld delSld modSld sldOrd modMainMaster modNotesMaster">
      <pc:chgData name="Đức Thành Lê" userId="775589ddb43b4380" providerId="LiveId" clId="{9FD5E441-44C4-4DBD-A08F-38CC1D25082F}" dt="2026-10-17T08:52:35.590" v="31542" actId="164"/>
      <pc:docMkLst>
        <pc:docMk/>
      </pc:docMkLst>
      <pc:sldChg chg="addSp delSp modSp add del mod modNotes">
        <pc:chgData name="Đức Thành Lê" userId="775589ddb43b4380" providerId="LiveId" clId="{9FD5E441-44C4-4DBD-A08F-38CC1D25082F}" dt="2026-10-17T08:50:31.805" v="31488" actId="47"/>
        <pc:sldMkLst>
          <pc:docMk/>
          <pc:sldMk cId="2300616454" sldId="268"/>
        </pc:sldMkLst>
        <pc:grpChg chg="del mod">
          <ac:chgData name="Đức Thành Lê" userId="775589ddb43b4380" providerId="LiveId" clId="{9FD5E441-44C4-4DBD-A08F-38CC1D25082F}" dt="2026-10-17T08:46:53.691" v="31382" actId="478"/>
          <ac:grpSpMkLst>
            <pc:docMk/>
            <pc:sldMk cId="2300616454" sldId="268"/>
            <ac:grpSpMk id="3408" creationId="{E53EA218-2776-1A54-ECCE-83B4B774A4A6}"/>
          </ac:grpSpMkLst>
        </pc:grpChg>
        <pc:grpChg chg="del mod">
          <ac:chgData name="Đức Thành Lê" userId="775589ddb43b4380" providerId="LiveId" clId="{9FD5E441-44C4-4DBD-A08F-38CC1D25082F}" dt="2026-10-17T08:46:56.465" v="31383" actId="478"/>
          <ac:grpSpMkLst>
            <pc:docMk/>
            <pc:sldMk cId="2300616454" sldId="268"/>
            <ac:grpSpMk id="4884" creationId="{74853A56-E00D-2C1D-0A91-8A5CB84FF6BF}"/>
          </ac:grpSpMkLst>
        </pc:grpChg>
        <pc:grpChg chg="del mod">
          <ac:chgData name="Đức Thành Lê" userId="775589ddb43b4380" providerId="LiveId" clId="{9FD5E441-44C4-4DBD-A08F-38CC1D25082F}" dt="2026-10-17T08:46:53.691" v="31382" actId="478"/>
          <ac:grpSpMkLst>
            <pc:docMk/>
            <pc:sldMk cId="2300616454" sldId="268"/>
            <ac:grpSpMk id="4887" creationId="{C4CDFBF4-9718-7FA2-DBFE-9F3F0F2E18B6}"/>
          </ac:grpSpMkLst>
        </pc:grpChg>
        <pc:grpChg chg="del mod">
          <ac:chgData name="Đức Thành Lê" userId="775589ddb43b4380" providerId="LiveId" clId="{9FD5E441-44C4-4DBD-A08F-38CC1D25082F}" dt="2026-10-17T08:46:53.691" v="31382" actId="478"/>
          <ac:grpSpMkLst>
            <pc:docMk/>
            <pc:sldMk cId="2300616454" sldId="268"/>
            <ac:grpSpMk id="5464" creationId="{45112218-018A-42B3-86B5-5FE08EE95E26}"/>
          </ac:grpSpMkLst>
        </pc:grpChg>
        <pc:grpChg chg="add del mod">
          <ac:chgData name="Đức Thành Lê" userId="775589ddb43b4380" providerId="LiveId" clId="{9FD5E441-44C4-4DBD-A08F-38CC1D25082F}" dt="2026-10-17T08:46:53.691" v="31382" actId="478"/>
          <ac:grpSpMkLst>
            <pc:docMk/>
            <pc:sldMk cId="2300616454" sldId="268"/>
            <ac:grpSpMk id="5846" creationId="{047AD73D-5EAA-8CC1-8967-A68A59F48ABA}"/>
          </ac:grpSpMkLst>
        </pc:grpChg>
        <pc:grpChg chg="add del mod">
          <ac:chgData name="Đức Thành Lê" userId="775589ddb43b4380" providerId="LiveId" clId="{9FD5E441-44C4-4DBD-A08F-38CC1D25082F}" dt="2026-10-17T08:46:53.691" v="31382" actId="478"/>
          <ac:grpSpMkLst>
            <pc:docMk/>
            <pc:sldMk cId="2300616454" sldId="268"/>
            <ac:grpSpMk id="5849" creationId="{DD2BE74B-DC22-79C4-5CA0-56A00FC1771C}"/>
          </ac:grpSpMkLst>
        </pc:grpChg>
        <pc:grpChg chg="add del mod">
          <ac:chgData name="Đức Thành Lê" userId="775589ddb43b4380" providerId="LiveId" clId="{9FD5E441-44C4-4DBD-A08F-38CC1D25082F}" dt="2026-10-17T08:44:58.772" v="31350" actId="478"/>
          <ac:grpSpMkLst>
            <pc:docMk/>
            <pc:sldMk cId="2300616454" sldId="268"/>
            <ac:grpSpMk id="5852" creationId="{6C97B55D-5453-9600-CB89-C248EAEC3468}"/>
          </ac:grpSpMkLst>
        </pc:grpChg>
        <pc:grpChg chg="add del mod">
          <ac:chgData name="Đức Thành Lê" userId="775589ddb43b4380" providerId="LiveId" clId="{9FD5E441-44C4-4DBD-A08F-38CC1D25082F}" dt="2026-10-17T08:46:53.691" v="31382" actId="478"/>
          <ac:grpSpMkLst>
            <pc:docMk/>
            <pc:sldMk cId="2300616454" sldId="268"/>
            <ac:grpSpMk id="5856" creationId="{B0AE2C96-D009-CF8E-F75C-0CD069BBAE74}"/>
          </ac:grpSpMkLst>
        </pc:grpChg>
        <pc:grpChg chg="add del mod">
          <ac:chgData name="Đức Thành Lê" userId="775589ddb43b4380" providerId="LiveId" clId="{9FD5E441-44C4-4DBD-A08F-38CC1D25082F}" dt="2026-10-17T08:46:53.691" v="31382" actId="478"/>
          <ac:grpSpMkLst>
            <pc:docMk/>
            <pc:sldMk cId="2300616454" sldId="268"/>
            <ac:grpSpMk id="5859" creationId="{F0051827-D560-999A-B0C4-5AD0A222B5A6}"/>
          </ac:grpSpMkLst>
        </pc:grpChg>
        <pc:grpChg chg="add del mod">
          <ac:chgData name="Đức Thành Lê" userId="775589ddb43b4380" providerId="LiveId" clId="{9FD5E441-44C4-4DBD-A08F-38CC1D25082F}" dt="2026-10-17T08:46:53.691" v="31382" actId="478"/>
          <ac:grpSpMkLst>
            <pc:docMk/>
            <pc:sldMk cId="2300616454" sldId="268"/>
            <ac:grpSpMk id="5862" creationId="{C7127C96-A6D8-5413-3428-45D9AC2A0346}"/>
          </ac:grpSpMkLst>
        </pc:grpChg>
        <pc:grpChg chg="add del mod">
          <ac:chgData name="Đức Thành Lê" userId="775589ddb43b4380" providerId="LiveId" clId="{9FD5E441-44C4-4DBD-A08F-38CC1D25082F}" dt="2026-10-17T08:46:53.691" v="31382" actId="478"/>
          <ac:grpSpMkLst>
            <pc:docMk/>
            <pc:sldMk cId="2300616454" sldId="268"/>
            <ac:grpSpMk id="5865" creationId="{EB9F9EE1-8E69-4C5B-C3AF-3BEA42C646DF}"/>
          </ac:grpSpMkLst>
        </pc:grpChg>
        <pc:cxnChg chg="mod">
          <ac:chgData name="Đức Thành Lê" userId="775589ddb43b4380" providerId="LiveId" clId="{9FD5E441-44C4-4DBD-A08F-38CC1D25082F}" dt="2026-10-17T08:46:53.691" v="31382" actId="478"/>
          <ac:cxnSpMkLst>
            <pc:docMk/>
            <pc:sldMk cId="2300616454" sldId="268"/>
            <ac:cxnSpMk id="4466" creationId="{61C06356-7727-2D67-5C65-DF26FD4EA2AF}"/>
          </ac:cxnSpMkLst>
        </pc:cxnChg>
      </pc:sldChg>
      <pc:sldChg chg="addSp delSp modSp new mod">
        <pc:chgData name="Đức Thành Lê" userId="775589ddb43b4380" providerId="LiveId" clId="{9FD5E441-44C4-4DBD-A08F-38CC1D25082F}" dt="2026-10-17T08:52:35.590" v="31542" actId="164"/>
        <pc:sldMkLst>
          <pc:docMk/>
          <pc:sldMk cId="2764447923" sldId="269"/>
        </pc:sldMkLst>
        <pc:spChg chg="del mod">
          <ac:chgData name="Đức Thành Lê" userId="775589ddb43b4380" providerId="LiveId" clId="{9FD5E441-44C4-4DBD-A08F-38CC1D25082F}" dt="2026-10-17T08:26:44.080" v="31063" actId="478"/>
          <ac:spMkLst>
            <pc:docMk/>
            <pc:sldMk cId="2764447923" sldId="269"/>
            <ac:spMk id="5" creationId="{76EEF3D1-9780-4478-4B1E-AB53D85F7D5A}"/>
          </ac:spMkLst>
        </pc:spChg>
        <pc:spChg chg="mod">
          <ac:chgData name="Đức Thành Lê" userId="775589ddb43b4380" providerId="LiveId" clId="{9FD5E441-44C4-4DBD-A08F-38CC1D25082F}" dt="2026-10-17T08:35:43.151" v="31241" actId="164"/>
          <ac:spMkLst>
            <pc:docMk/>
            <pc:sldMk cId="2764447923" sldId="269"/>
            <ac:spMk id="9" creationId="{BF0BB33B-E5A2-56EA-381D-1904EE82623C}"/>
          </ac:spMkLst>
        </pc:spChg>
        <pc:spChg chg="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10" creationId="{FDF88F46-E422-1E98-B9C8-E5F400AC4DD2}"/>
          </ac:spMkLst>
        </pc:spChg>
        <pc:spChg chg="del">
          <ac:chgData name="Đức Thành Lê" userId="775589ddb43b4380" providerId="LiveId" clId="{9FD5E441-44C4-4DBD-A08F-38CC1D25082F}" dt="2026-10-17T07:35:08.125" v="30207" actId="478"/>
          <ac:spMkLst>
            <pc:docMk/>
            <pc:sldMk cId="2764447923" sldId="269"/>
            <ac:spMk id="18" creationId="{4DE27748-A009-EFFA-6CB6-9C0BADD9E663}"/>
          </ac:spMkLst>
        </pc:spChg>
        <pc:spChg chg="mod">
          <ac:chgData name="Đức Thành Lê" userId="775589ddb43b4380" providerId="LiveId" clId="{9FD5E441-44C4-4DBD-A08F-38CC1D25082F}" dt="2026-10-17T07:38:40.298" v="30391" actId="165"/>
          <ac:spMkLst>
            <pc:docMk/>
            <pc:sldMk cId="2764447923" sldId="269"/>
            <ac:spMk id="27" creationId="{5FA6C963-AC45-14CD-1A05-FEBB2717639F}"/>
          </ac:spMkLst>
        </pc:spChg>
        <pc:spChg chg="mod">
          <ac:chgData name="Đức Thành Lê" userId="775589ddb43b4380" providerId="LiveId" clId="{9FD5E441-44C4-4DBD-A08F-38CC1D25082F}" dt="2026-10-17T07:38:40.298" v="30391" actId="165"/>
          <ac:spMkLst>
            <pc:docMk/>
            <pc:sldMk cId="2764447923" sldId="269"/>
            <ac:spMk id="29" creationId="{6B6C07F0-2477-2259-C917-EE4F45D34060}"/>
          </ac:spMkLst>
        </pc:spChg>
        <pc:spChg chg="mod topLvl">
          <ac:chgData name="Đức Thành Lê" userId="775589ddb43b4380" providerId="LiveId" clId="{9FD5E441-44C4-4DBD-A08F-38CC1D25082F}" dt="2026-10-17T08:35:43.151" v="31241" actId="164"/>
          <ac:spMkLst>
            <pc:docMk/>
            <pc:sldMk cId="2764447923" sldId="269"/>
            <ac:spMk id="35" creationId="{B8B6F2C7-DC96-0D2F-1D1E-428445D391F5}"/>
          </ac:spMkLst>
        </pc:spChg>
        <pc:spChg chg="mod">
          <ac:chgData name="Đức Thành Lê" userId="775589ddb43b4380" providerId="LiveId" clId="{9FD5E441-44C4-4DBD-A08F-38CC1D25082F}" dt="2026-10-17T07:39:50.146" v="30409" actId="165"/>
          <ac:spMkLst>
            <pc:docMk/>
            <pc:sldMk cId="2764447923" sldId="269"/>
            <ac:spMk id="37" creationId="{B8CD227E-0557-1720-2820-2A7B1CAB08F8}"/>
          </ac:spMkLst>
        </pc:spChg>
        <pc:spChg chg="mod">
          <ac:chgData name="Đức Thành Lê" userId="775589ddb43b4380" providerId="LiveId" clId="{9FD5E441-44C4-4DBD-A08F-38CC1D25082F}" dt="2026-10-17T08:34:24.213" v="31205" actId="1076"/>
          <ac:spMkLst>
            <pc:docMk/>
            <pc:sldMk cId="2764447923" sldId="269"/>
            <ac:spMk id="42" creationId="{79653FEC-016D-300C-1671-BE820C8EE43F}"/>
          </ac:spMkLst>
        </pc:spChg>
        <pc:spChg chg="mod">
          <ac:chgData name="Đức Thành Lê" userId="775589ddb43b4380" providerId="LiveId" clId="{9FD5E441-44C4-4DBD-A08F-38CC1D25082F}" dt="2026-10-17T08:34:16.442" v="31202" actId="255"/>
          <ac:spMkLst>
            <pc:docMk/>
            <pc:sldMk cId="2764447923" sldId="269"/>
            <ac:spMk id="43" creationId="{746F62C2-89CC-84BB-B504-88624FF17156}"/>
          </ac:spMkLst>
        </pc:spChg>
        <pc:spChg chg="mod">
          <ac:chgData name="Đức Thành Lê" userId="775589ddb43b4380" providerId="LiveId" clId="{9FD5E441-44C4-4DBD-A08F-38CC1D25082F}" dt="2026-10-17T08:34:16.442" v="31202" actId="255"/>
          <ac:spMkLst>
            <pc:docMk/>
            <pc:sldMk cId="2764447923" sldId="269"/>
            <ac:spMk id="44" creationId="{B88FC0BB-664C-D9B1-FCD2-F06086DBB636}"/>
          </ac:spMkLst>
        </pc:spChg>
        <pc:spChg chg="mod">
          <ac:chgData name="Đức Thành Lê" userId="775589ddb43b4380" providerId="LiveId" clId="{9FD5E441-44C4-4DBD-A08F-38CC1D25082F}" dt="2026-10-17T08:34:16.442" v="31202" actId="255"/>
          <ac:spMkLst>
            <pc:docMk/>
            <pc:sldMk cId="2764447923" sldId="269"/>
            <ac:spMk id="45" creationId="{ADD00156-DD14-AED8-D30D-DB2615F41339}"/>
          </ac:spMkLst>
        </pc:spChg>
        <pc:spChg chg="mod">
          <ac:chgData name="Đức Thành Lê" userId="775589ddb43b4380" providerId="LiveId" clId="{9FD5E441-44C4-4DBD-A08F-38CC1D25082F}" dt="2026-10-17T08:33:58.790" v="31197" actId="1076"/>
          <ac:spMkLst>
            <pc:docMk/>
            <pc:sldMk cId="2764447923" sldId="269"/>
            <ac:spMk id="47" creationId="{8B334225-F01B-404D-2621-A83BC55D89FC}"/>
          </ac:spMkLst>
        </pc:spChg>
        <pc:spChg chg="mod">
          <ac:chgData name="Đức Thành Lê" userId="775589ddb43b4380" providerId="LiveId" clId="{9FD5E441-44C4-4DBD-A08F-38CC1D25082F}" dt="2026-10-17T08:33:51.989" v="31195" actId="255"/>
          <ac:spMkLst>
            <pc:docMk/>
            <pc:sldMk cId="2764447923" sldId="269"/>
            <ac:spMk id="50" creationId="{279E7B87-2AE9-E7D2-8F6C-385DEBDE7458}"/>
          </ac:spMkLst>
        </pc:spChg>
        <pc:spChg chg="mod topLvl">
          <ac:chgData name="Đức Thành Lê" userId="775589ddb43b4380" providerId="LiveId" clId="{9FD5E441-44C4-4DBD-A08F-38CC1D25082F}" dt="2026-10-17T08:35:43.151" v="31241" actId="164"/>
          <ac:spMkLst>
            <pc:docMk/>
            <pc:sldMk cId="2764447923" sldId="269"/>
            <ac:spMk id="52" creationId="{37663F7D-3EBF-E0A6-4059-496EAC72BA9A}"/>
          </ac:spMkLst>
        </pc:spChg>
        <pc:spChg chg="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56" creationId="{B217EA9C-2A66-371D-0371-A62BA8F43810}"/>
          </ac:spMkLst>
        </pc:spChg>
        <pc:spChg chg="mod topLvl">
          <ac:chgData name="Đức Thành Lê" userId="775589ddb43b4380" providerId="LiveId" clId="{9FD5E441-44C4-4DBD-A08F-38CC1D25082F}" dt="2026-10-17T08:35:43.151" v="31241" actId="164"/>
          <ac:spMkLst>
            <pc:docMk/>
            <pc:sldMk cId="2764447923" sldId="269"/>
            <ac:spMk id="60" creationId="{FF602597-C794-A7D5-9630-DAF456393221}"/>
          </ac:spMkLst>
        </pc:spChg>
        <pc:spChg chg="mod">
          <ac:chgData name="Đức Thành Lê" userId="775589ddb43b4380" providerId="LiveId" clId="{9FD5E441-44C4-4DBD-A08F-38CC1D25082F}" dt="2026-10-17T07:39:45.987" v="30407" actId="165"/>
          <ac:spMkLst>
            <pc:docMk/>
            <pc:sldMk cId="2764447923" sldId="269"/>
            <ac:spMk id="62" creationId="{51E4F525-6698-0538-2CCA-F8275CE8B1DA}"/>
          </ac:spMkLst>
        </pc:spChg>
        <pc:spChg chg="mod">
          <ac:chgData name="Đức Thành Lê" userId="775589ddb43b4380" providerId="LiveId" clId="{9FD5E441-44C4-4DBD-A08F-38CC1D25082F}" dt="2026-10-17T08:34:22.114" v="31204" actId="1076"/>
          <ac:spMkLst>
            <pc:docMk/>
            <pc:sldMk cId="2764447923" sldId="269"/>
            <ac:spMk id="67" creationId="{F2F94CED-2522-7954-C875-3D99F90E4FC0}"/>
          </ac:spMkLst>
        </pc:spChg>
        <pc:spChg chg="mod">
          <ac:chgData name="Đức Thành Lê" userId="775589ddb43b4380" providerId="LiveId" clId="{9FD5E441-44C4-4DBD-A08F-38CC1D25082F}" dt="2026-10-17T08:34:15.100" v="31201" actId="255"/>
          <ac:spMkLst>
            <pc:docMk/>
            <pc:sldMk cId="2764447923" sldId="269"/>
            <ac:spMk id="68" creationId="{9526ADC6-14B6-404D-5EE5-BF91E5D66C15}"/>
          </ac:spMkLst>
        </pc:spChg>
        <pc:spChg chg="mod">
          <ac:chgData name="Đức Thành Lê" userId="775589ddb43b4380" providerId="LiveId" clId="{9FD5E441-44C4-4DBD-A08F-38CC1D25082F}" dt="2026-10-17T08:34:15.100" v="31201" actId="255"/>
          <ac:spMkLst>
            <pc:docMk/>
            <pc:sldMk cId="2764447923" sldId="269"/>
            <ac:spMk id="69" creationId="{08001921-3FAB-6139-8C6F-F3B8C9AE2C18}"/>
          </ac:spMkLst>
        </pc:spChg>
        <pc:spChg chg="mod">
          <ac:chgData name="Đức Thành Lê" userId="775589ddb43b4380" providerId="LiveId" clId="{9FD5E441-44C4-4DBD-A08F-38CC1D25082F}" dt="2026-10-17T08:34:15.100" v="31201" actId="255"/>
          <ac:spMkLst>
            <pc:docMk/>
            <pc:sldMk cId="2764447923" sldId="269"/>
            <ac:spMk id="70" creationId="{7EAF78AE-66F0-E7F7-A11E-27E7CEB5CF10}"/>
          </ac:spMkLst>
        </pc:spChg>
        <pc:spChg chg="mod">
          <ac:chgData name="Đức Thành Lê" userId="775589ddb43b4380" providerId="LiveId" clId="{9FD5E441-44C4-4DBD-A08F-38CC1D25082F}" dt="2026-10-17T08:34:15.100" v="31201" actId="255"/>
          <ac:spMkLst>
            <pc:docMk/>
            <pc:sldMk cId="2764447923" sldId="269"/>
            <ac:spMk id="71" creationId="{8AEAE6F3-DAD5-184D-5438-FF4546589161}"/>
          </ac:spMkLst>
        </pc:spChg>
        <pc:spChg chg="mod">
          <ac:chgData name="Đức Thành Lê" userId="775589ddb43b4380" providerId="LiveId" clId="{9FD5E441-44C4-4DBD-A08F-38CC1D25082F}" dt="2026-10-17T08:33:56.030" v="31196" actId="1076"/>
          <ac:spMkLst>
            <pc:docMk/>
            <pc:sldMk cId="2764447923" sldId="269"/>
            <ac:spMk id="73" creationId="{A1D8C578-A147-368E-8EF2-3225F78A1BF9}"/>
          </ac:spMkLst>
        </pc:spChg>
        <pc:spChg chg="mod">
          <ac:chgData name="Đức Thành Lê" userId="775589ddb43b4380" providerId="LiveId" clId="{9FD5E441-44C4-4DBD-A08F-38CC1D25082F}" dt="2026-10-17T08:33:50.927" v="31194" actId="255"/>
          <ac:spMkLst>
            <pc:docMk/>
            <pc:sldMk cId="2764447923" sldId="269"/>
            <ac:spMk id="77" creationId="{B4982B5A-4D7A-DF88-C95B-34BD123AB828}"/>
          </ac:spMkLst>
        </pc:spChg>
        <pc:spChg chg="mod">
          <ac:chgData name="Đức Thành Lê" userId="775589ddb43b4380" providerId="LiveId" clId="{9FD5E441-44C4-4DBD-A08F-38CC1D25082F}" dt="2026-10-17T07:34:24.249" v="30200" actId="165"/>
          <ac:spMkLst>
            <pc:docMk/>
            <pc:sldMk cId="2764447923" sldId="269"/>
            <ac:spMk id="78" creationId="{9DC44FA1-F892-159E-CC29-47A2104F1E1F}"/>
          </ac:spMkLst>
        </pc:spChg>
        <pc:spChg chg="mod topLvl">
          <ac:chgData name="Đức Thành Lê" userId="775589ddb43b4380" providerId="LiveId" clId="{9FD5E441-44C4-4DBD-A08F-38CC1D25082F}" dt="2026-10-17T08:35:43.151" v="31241" actId="164"/>
          <ac:spMkLst>
            <pc:docMk/>
            <pc:sldMk cId="2764447923" sldId="269"/>
            <ac:spMk id="88" creationId="{56EDB564-C757-F325-0169-70563E4DBCBE}"/>
          </ac:spMkLst>
        </pc:spChg>
        <pc:spChg chg="mod">
          <ac:chgData name="Đức Thành Lê" userId="775589ddb43b4380" providerId="LiveId" clId="{9FD5E441-44C4-4DBD-A08F-38CC1D25082F}" dt="2026-10-17T07:38:33.085" v="30389" actId="165"/>
          <ac:spMkLst>
            <pc:docMk/>
            <pc:sldMk cId="2764447923" sldId="269"/>
            <ac:spMk id="90" creationId="{2C6290E3-E81C-2CA9-F35A-4990B7A1163A}"/>
          </ac:spMkLst>
        </pc:spChg>
        <pc:spChg chg="mod">
          <ac:chgData name="Đức Thành Lê" userId="775589ddb43b4380" providerId="LiveId" clId="{9FD5E441-44C4-4DBD-A08F-38CC1D25082F}" dt="2026-10-17T08:34:08.266" v="31199" actId="14100"/>
          <ac:spMkLst>
            <pc:docMk/>
            <pc:sldMk cId="2764447923" sldId="269"/>
            <ac:spMk id="98" creationId="{1514E63C-12E0-DB90-16FA-326AC7A0B620}"/>
          </ac:spMkLst>
        </pc:spChg>
        <pc:spChg chg="mod">
          <ac:chgData name="Đức Thành Lê" userId="775589ddb43b4380" providerId="LiveId" clId="{9FD5E441-44C4-4DBD-A08F-38CC1D25082F}" dt="2026-10-17T08:34:04.781" v="31198" actId="255"/>
          <ac:spMkLst>
            <pc:docMk/>
            <pc:sldMk cId="2764447923" sldId="269"/>
            <ac:spMk id="99" creationId="{F9D40132-3E86-6E69-31E4-F8D5EA66A2E6}"/>
          </ac:spMkLst>
        </pc:spChg>
        <pc:spChg chg="mod">
          <ac:chgData name="Đức Thành Lê" userId="775589ddb43b4380" providerId="LiveId" clId="{9FD5E441-44C4-4DBD-A08F-38CC1D25082F}" dt="2026-10-17T08:34:04.781" v="31198" actId="255"/>
          <ac:spMkLst>
            <pc:docMk/>
            <pc:sldMk cId="2764447923" sldId="269"/>
            <ac:spMk id="100" creationId="{00A9655B-6298-C4F9-0687-F3C1717A4ECB}"/>
          </ac:spMkLst>
        </pc:spChg>
        <pc:spChg chg="mod">
          <ac:chgData name="Đức Thành Lê" userId="775589ddb43b4380" providerId="LiveId" clId="{9FD5E441-44C4-4DBD-A08F-38CC1D25082F}" dt="2026-10-17T08:34:04.781" v="31198" actId="255"/>
          <ac:spMkLst>
            <pc:docMk/>
            <pc:sldMk cId="2764447923" sldId="269"/>
            <ac:spMk id="101" creationId="{BB05305E-FC96-726D-DD20-A77DC846FBCD}"/>
          </ac:spMkLst>
        </pc:spChg>
        <pc:spChg chg="mod">
          <ac:chgData name="Đức Thành Lê" userId="775589ddb43b4380" providerId="LiveId" clId="{9FD5E441-44C4-4DBD-A08F-38CC1D25082F}" dt="2026-10-17T08:33:47.773" v="31192" actId="255"/>
          <ac:spMkLst>
            <pc:docMk/>
            <pc:sldMk cId="2764447923" sldId="269"/>
            <ac:spMk id="103" creationId="{54D943CF-5790-AE02-7219-99AE947A0DFE}"/>
          </ac:spMkLst>
        </pc:spChg>
        <pc:spChg chg="mod">
          <ac:chgData name="Đức Thành Lê" userId="775589ddb43b4380" providerId="LiveId" clId="{9FD5E441-44C4-4DBD-A08F-38CC1D25082F}" dt="2026-10-17T08:33:47.773" v="31192" actId="255"/>
          <ac:spMkLst>
            <pc:docMk/>
            <pc:sldMk cId="2764447923" sldId="269"/>
            <ac:spMk id="106" creationId="{8696D5BB-2357-4660-042F-3EBE96B7C6A1}"/>
          </ac:spMkLst>
        </pc:spChg>
        <pc:spChg chg="mod topLvl">
          <ac:chgData name="Đức Thành Lê" userId="775589ddb43b4380" providerId="LiveId" clId="{9FD5E441-44C4-4DBD-A08F-38CC1D25082F}" dt="2026-10-17T08:35:43.151" v="31241" actId="164"/>
          <ac:spMkLst>
            <pc:docMk/>
            <pc:sldMk cId="2764447923" sldId="269"/>
            <ac:spMk id="107" creationId="{DEBEF8A3-45F0-51C4-BEB7-88D6ABE00924}"/>
          </ac:spMkLst>
        </pc:spChg>
        <pc:spChg chg="mod">
          <ac:chgData name="Đức Thành Lê" userId="775589ddb43b4380" providerId="LiveId" clId="{9FD5E441-44C4-4DBD-A08F-38CC1D25082F}" dt="2026-10-17T08:32:40.296" v="31176" actId="165"/>
          <ac:spMkLst>
            <pc:docMk/>
            <pc:sldMk cId="2764447923" sldId="269"/>
            <ac:spMk id="109" creationId="{8442AF9C-DCC4-0EE7-D9B8-C9AE04B91776}"/>
          </ac:spMkLst>
        </pc:spChg>
        <pc:spChg chg="mod">
          <ac:chgData name="Đức Thành Lê" userId="775589ddb43b4380" providerId="LiveId" clId="{9FD5E441-44C4-4DBD-A08F-38CC1D25082F}" dt="2026-10-17T07:34:24.249" v="30200" actId="165"/>
          <ac:spMkLst>
            <pc:docMk/>
            <pc:sldMk cId="2764447923" sldId="269"/>
            <ac:spMk id="113" creationId="{E2D1DBB6-1C80-1AE9-65B3-ED974F60F043}"/>
          </ac:spMkLst>
        </pc:spChg>
        <pc:spChg chg="mod topLvl">
          <ac:chgData name="Đức Thành Lê" userId="775589ddb43b4380" providerId="LiveId" clId="{9FD5E441-44C4-4DBD-A08F-38CC1D25082F}" dt="2026-10-17T08:35:43.151" v="31241" actId="164"/>
          <ac:spMkLst>
            <pc:docMk/>
            <pc:sldMk cId="2764447923" sldId="269"/>
            <ac:spMk id="117" creationId="{39593E57-2B3F-D60F-AC93-680941CC6B68}"/>
          </ac:spMkLst>
        </pc:spChg>
        <pc:spChg chg="mod">
          <ac:chgData name="Đức Thành Lê" userId="775589ddb43b4380" providerId="LiveId" clId="{9FD5E441-44C4-4DBD-A08F-38CC1D25082F}" dt="2026-10-17T08:32:48.374" v="31179" actId="165"/>
          <ac:spMkLst>
            <pc:docMk/>
            <pc:sldMk cId="2764447923" sldId="269"/>
            <ac:spMk id="121" creationId="{284A320E-F49F-947B-5982-588F901A36D9}"/>
          </ac:spMkLst>
        </pc:spChg>
        <pc:spChg chg="mod">
          <ac:chgData name="Đức Thành Lê" userId="775589ddb43b4380" providerId="LiveId" clId="{9FD5E441-44C4-4DBD-A08F-38CC1D25082F}" dt="2026-10-17T08:34:19.803" v="31203" actId="1076"/>
          <ac:spMkLst>
            <pc:docMk/>
            <pc:sldMk cId="2764447923" sldId="269"/>
            <ac:spMk id="126" creationId="{E359CA05-A6B3-2BBC-31A3-1924E5C2D988}"/>
          </ac:spMkLst>
        </pc:spChg>
        <pc:spChg chg="mod">
          <ac:chgData name="Đức Thành Lê" userId="775589ddb43b4380" providerId="LiveId" clId="{9FD5E441-44C4-4DBD-A08F-38CC1D25082F}" dt="2026-10-17T08:34:12.260" v="31200" actId="255"/>
          <ac:spMkLst>
            <pc:docMk/>
            <pc:sldMk cId="2764447923" sldId="269"/>
            <ac:spMk id="127" creationId="{1367A360-8277-16B1-45CF-6EE9326F671E}"/>
          </ac:spMkLst>
        </pc:spChg>
        <pc:spChg chg="mod">
          <ac:chgData name="Đức Thành Lê" userId="775589ddb43b4380" providerId="LiveId" clId="{9FD5E441-44C4-4DBD-A08F-38CC1D25082F}" dt="2026-10-17T08:34:12.260" v="31200" actId="255"/>
          <ac:spMkLst>
            <pc:docMk/>
            <pc:sldMk cId="2764447923" sldId="269"/>
            <ac:spMk id="128" creationId="{334EC814-371C-1F76-CFC4-9001418A933B}"/>
          </ac:spMkLst>
        </pc:spChg>
        <pc:spChg chg="mod">
          <ac:chgData name="Đức Thành Lê" userId="775589ddb43b4380" providerId="LiveId" clId="{9FD5E441-44C4-4DBD-A08F-38CC1D25082F}" dt="2026-10-17T08:34:12.260" v="31200" actId="255"/>
          <ac:spMkLst>
            <pc:docMk/>
            <pc:sldMk cId="2764447923" sldId="269"/>
            <ac:spMk id="129" creationId="{FCA012DB-089B-214D-BB15-3D2891B59B0F}"/>
          </ac:spMkLst>
        </pc:spChg>
        <pc:spChg chg="mod">
          <ac:chgData name="Đức Thành Lê" userId="775589ddb43b4380" providerId="LiveId" clId="{9FD5E441-44C4-4DBD-A08F-38CC1D25082F}" dt="2026-10-17T08:33:49.338" v="31193" actId="255"/>
          <ac:spMkLst>
            <pc:docMk/>
            <pc:sldMk cId="2764447923" sldId="269"/>
            <ac:spMk id="131" creationId="{98D4E90F-E83B-D2C0-BE2F-78A7AD6D059E}"/>
          </ac:spMkLst>
        </pc:spChg>
        <pc:spChg chg="mod">
          <ac:chgData name="Đức Thành Lê" userId="775589ddb43b4380" providerId="LiveId" clId="{9FD5E441-44C4-4DBD-A08F-38CC1D25082F}" dt="2026-10-17T08:33:49.338" v="31193" actId="255"/>
          <ac:spMkLst>
            <pc:docMk/>
            <pc:sldMk cId="2764447923" sldId="269"/>
            <ac:spMk id="134" creationId="{150A37DB-B3DE-BF6A-25DA-749446A939B3}"/>
          </ac:spMkLst>
        </pc:spChg>
        <pc:spChg chg="mod topLvl">
          <ac:chgData name="Đức Thành Lê" userId="775589ddb43b4380" providerId="LiveId" clId="{9FD5E441-44C4-4DBD-A08F-38CC1D25082F}" dt="2026-10-17T08:35:19.904" v="31236" actId="1035"/>
          <ac:spMkLst>
            <pc:docMk/>
            <pc:sldMk cId="2764447923" sldId="269"/>
            <ac:spMk id="136" creationId="{18F021B1-4C62-2267-E25C-79864DC491C2}"/>
          </ac:spMkLst>
        </pc:spChg>
        <pc:spChg chg="mod">
          <ac:chgData name="Đức Thành Lê" userId="775589ddb43b4380" providerId="LiveId" clId="{9FD5E441-44C4-4DBD-A08F-38CC1D25082F}" dt="2026-10-17T08:32:48.374" v="31179" actId="165"/>
          <ac:spMkLst>
            <pc:docMk/>
            <pc:sldMk cId="2764447923" sldId="269"/>
            <ac:spMk id="138" creationId="{4ACE1D6C-C46E-141C-1E77-6F065F7AD022}"/>
          </ac:spMkLst>
        </pc:spChg>
        <pc:spChg chg="mod topLvl">
          <ac:chgData name="Đức Thành Lê" userId="775589ddb43b4380" providerId="LiveId" clId="{9FD5E441-44C4-4DBD-A08F-38CC1D25082F}" dt="2026-10-17T08:35:19.904" v="31236" actId="1035"/>
          <ac:spMkLst>
            <pc:docMk/>
            <pc:sldMk cId="2764447923" sldId="269"/>
            <ac:spMk id="142" creationId="{6D05C569-CB1C-6CCD-2B12-02ADA84B61BE}"/>
          </ac:spMkLst>
        </pc:spChg>
        <pc:spChg chg="mod">
          <ac:chgData name="Đức Thành Lê" userId="775589ddb43b4380" providerId="LiveId" clId="{9FD5E441-44C4-4DBD-A08F-38CC1D25082F}" dt="2026-10-17T08:32:51.029" v="31180" actId="165"/>
          <ac:spMkLst>
            <pc:docMk/>
            <pc:sldMk cId="2764447923" sldId="269"/>
            <ac:spMk id="146" creationId="{812249AA-CDAC-A0DE-41FE-8311CD32842A}"/>
          </ac:spMkLst>
        </pc:spChg>
        <pc:spChg chg="mod">
          <ac:chgData name="Đức Thành Lê" userId="775589ddb43b4380" providerId="LiveId" clId="{9FD5E441-44C4-4DBD-A08F-38CC1D25082F}" dt="2026-10-17T08:27:13.735" v="31073" actId="1076"/>
          <ac:spMkLst>
            <pc:docMk/>
            <pc:sldMk cId="2764447923" sldId="269"/>
            <ac:spMk id="147" creationId="{C91F39AE-3198-67A8-F9F9-EA566C0F105F}"/>
          </ac:spMkLst>
        </pc:spChg>
        <pc:spChg chg="mod">
          <ac:chgData name="Đức Thành Lê" userId="775589ddb43b4380" providerId="LiveId" clId="{9FD5E441-44C4-4DBD-A08F-38CC1D25082F}" dt="2026-10-17T08:27:20.195" v="31076" actId="14100"/>
          <ac:spMkLst>
            <pc:docMk/>
            <pc:sldMk cId="2764447923" sldId="269"/>
            <ac:spMk id="148" creationId="{15ABBA81-A111-D395-40BE-2999CB0A3486}"/>
          </ac:spMkLst>
        </pc:spChg>
        <pc:spChg chg="mod">
          <ac:chgData name="Đức Thành Lê" userId="775589ddb43b4380" providerId="LiveId" clId="{9FD5E441-44C4-4DBD-A08F-38CC1D25082F}" dt="2026-10-17T08:27:40.567" v="31080" actId="14100"/>
          <ac:spMkLst>
            <pc:docMk/>
            <pc:sldMk cId="2764447923" sldId="269"/>
            <ac:spMk id="151" creationId="{B1BC5155-BBAB-9C44-DC34-AD54091DB37F}"/>
          </ac:spMkLst>
        </pc:spChg>
        <pc:spChg chg="mod topLvl">
          <ac:chgData name="Đức Thành Lê" userId="775589ddb43b4380" providerId="LiveId" clId="{9FD5E441-44C4-4DBD-A08F-38CC1D25082F}" dt="2026-10-17T08:35:43.151" v="31241" actId="164"/>
          <ac:spMkLst>
            <pc:docMk/>
            <pc:sldMk cId="2764447923" sldId="269"/>
            <ac:spMk id="152" creationId="{F7D12651-294C-719C-0A6E-952E59F7489D}"/>
          </ac:spMkLst>
        </pc:spChg>
        <pc:spChg chg="mod topLvl">
          <ac:chgData name="Đức Thành Lê" userId="775589ddb43b4380" providerId="LiveId" clId="{9FD5E441-44C4-4DBD-A08F-38CC1D25082F}" dt="2026-10-17T08:35:43.151" v="31241" actId="164"/>
          <ac:spMkLst>
            <pc:docMk/>
            <pc:sldMk cId="2764447923" sldId="269"/>
            <ac:spMk id="153" creationId="{283C9637-F230-6CE6-48CF-984AC924DE64}"/>
          </ac:spMkLst>
        </pc:spChg>
        <pc:spChg chg="mod topLvl">
          <ac:chgData name="Đức Thành Lê" userId="775589ddb43b4380" providerId="LiveId" clId="{9FD5E441-44C4-4DBD-A08F-38CC1D25082F}" dt="2026-10-17T08:37:05.261" v="31246" actId="164"/>
          <ac:spMkLst>
            <pc:docMk/>
            <pc:sldMk cId="2764447923" sldId="269"/>
            <ac:spMk id="157" creationId="{8F539DEC-2C72-C698-C705-BF760E4EF28E}"/>
          </ac:spMkLst>
        </pc:spChg>
        <pc:spChg chg="add del mod topLvl">
          <ac:chgData name="Đức Thành Lê" userId="775589ddb43b4380" providerId="LiveId" clId="{9FD5E441-44C4-4DBD-A08F-38CC1D25082F}" dt="2026-10-17T08:37:05.261" v="31246" actId="164"/>
          <ac:spMkLst>
            <pc:docMk/>
            <pc:sldMk cId="2764447923" sldId="269"/>
            <ac:spMk id="159" creationId="{02A8A4BC-1E96-99A1-A14E-134E1D72FEC5}"/>
          </ac:spMkLst>
        </pc:spChg>
        <pc:spChg chg="add del mod topLvl">
          <ac:chgData name="Đức Thành Lê" userId="775589ddb43b4380" providerId="LiveId" clId="{9FD5E441-44C4-4DBD-A08F-38CC1D25082F}" dt="2026-10-17T08:37:05.261" v="31246" actId="164"/>
          <ac:spMkLst>
            <pc:docMk/>
            <pc:sldMk cId="2764447923" sldId="269"/>
            <ac:spMk id="160" creationId="{6E3D7C6C-6CA9-6726-5A0B-0B50B7059864}"/>
          </ac:spMkLst>
        </pc:spChg>
        <pc:spChg chg="add del mod">
          <ac:chgData name="Đức Thành Lê" userId="775589ddb43b4380" providerId="LiveId" clId="{9FD5E441-44C4-4DBD-A08F-38CC1D25082F}" dt="2026-10-17T08:15:42.400" v="30867" actId="1076"/>
          <ac:spMkLst>
            <pc:docMk/>
            <pc:sldMk cId="2764447923" sldId="269"/>
            <ac:spMk id="161" creationId="{8A41A626-95FF-52A5-4A0B-12951C914E30}"/>
          </ac:spMkLst>
        </pc:spChg>
        <pc:spChg chg="mod">
          <ac:chgData name="Đức Thành Lê" userId="775589ddb43b4380" providerId="LiveId" clId="{9FD5E441-44C4-4DBD-A08F-38CC1D25082F}" dt="2026-10-17T08:15:10.800" v="30860" actId="1076"/>
          <ac:spMkLst>
            <pc:docMk/>
            <pc:sldMk cId="2764447923" sldId="269"/>
            <ac:spMk id="162" creationId="{7AC2BF24-5602-90A6-47C4-9C0A896E01CD}"/>
          </ac:spMkLst>
        </pc:spChg>
        <pc:spChg chg="add del mod">
          <ac:chgData name="Đức Thành Lê" userId="775589ddb43b4380" providerId="LiveId" clId="{9FD5E441-44C4-4DBD-A08F-38CC1D25082F}" dt="2026-10-17T08:05:08.719" v="30715" actId="164"/>
          <ac:spMkLst>
            <pc:docMk/>
            <pc:sldMk cId="2764447923" sldId="269"/>
            <ac:spMk id="164" creationId="{0F7B5EDB-D989-B34B-BF18-F271EC122B8B}"/>
          </ac:spMkLst>
        </pc:spChg>
        <pc:spChg chg="add del mod topLvl">
          <ac:chgData name="Đức Thành Lê" userId="775589ddb43b4380" providerId="LiveId" clId="{9FD5E441-44C4-4DBD-A08F-38CC1D25082F}" dt="2026-10-17T08:37:05.261" v="31246" actId="164"/>
          <ac:spMkLst>
            <pc:docMk/>
            <pc:sldMk cId="2764447923" sldId="269"/>
            <ac:spMk id="165" creationId="{13E67B45-8B76-B3BB-A55D-D3D0BE923362}"/>
          </ac:spMkLst>
        </pc:spChg>
        <pc:spChg chg="add del mod">
          <ac:chgData name="Đức Thành Lê" userId="775589ddb43b4380" providerId="LiveId" clId="{9FD5E441-44C4-4DBD-A08F-38CC1D25082F}" dt="2026-10-17T08:05:08.719" v="30715" actId="164"/>
          <ac:spMkLst>
            <pc:docMk/>
            <pc:sldMk cId="2764447923" sldId="269"/>
            <ac:spMk id="166" creationId="{4775D1F2-F292-47DE-C6A7-E07B5FE04C8D}"/>
          </ac:spMkLst>
        </pc:spChg>
        <pc:spChg chg="mod topLvl">
          <ac:chgData name="Đức Thành Lê" userId="775589ddb43b4380" providerId="LiveId" clId="{9FD5E441-44C4-4DBD-A08F-38CC1D25082F}" dt="2026-10-17T08:37:05.261" v="31246" actId="164"/>
          <ac:spMkLst>
            <pc:docMk/>
            <pc:sldMk cId="2764447923" sldId="269"/>
            <ac:spMk id="167" creationId="{0195A210-7509-5987-3AF1-1709680CB732}"/>
          </ac:spMkLst>
        </pc:spChg>
        <pc:spChg chg="mod topLvl">
          <ac:chgData name="Đức Thành Lê" userId="775589ddb43b4380" providerId="LiveId" clId="{9FD5E441-44C4-4DBD-A08F-38CC1D25082F}" dt="2026-10-17T08:26:12.653" v="31054" actId="165"/>
          <ac:spMkLst>
            <pc:docMk/>
            <pc:sldMk cId="2764447923" sldId="269"/>
            <ac:spMk id="168" creationId="{96C38D8D-122C-E06F-A0E7-4C2918A00FE3}"/>
          </ac:spMkLst>
        </pc:spChg>
        <pc:spChg chg="mod">
          <ac:chgData name="Đức Thành Lê" userId="775589ddb43b4380" providerId="LiveId" clId="{9FD5E441-44C4-4DBD-A08F-38CC1D25082F}" dt="2026-10-17T08:22:58.577" v="30996" actId="1076"/>
          <ac:spMkLst>
            <pc:docMk/>
            <pc:sldMk cId="2764447923" sldId="269"/>
            <ac:spMk id="169" creationId="{DCF5F9C5-670C-50EE-A546-2C958F050636}"/>
          </ac:spMkLst>
        </pc:spChg>
        <pc:spChg chg="mod topLvl">
          <ac:chgData name="Đức Thành Lê" userId="775589ddb43b4380" providerId="LiveId" clId="{9FD5E441-44C4-4DBD-A08F-38CC1D25082F}" dt="2026-10-17T08:37:05.261" v="31246" actId="164"/>
          <ac:spMkLst>
            <pc:docMk/>
            <pc:sldMk cId="2764447923" sldId="269"/>
            <ac:spMk id="170" creationId="{8C13AA30-64FE-374D-FF55-098871CD9DE4}"/>
          </ac:spMkLst>
        </pc:spChg>
        <pc:spChg chg="add del mod">
          <ac:chgData name="Đức Thành Lê" userId="775589ddb43b4380" providerId="LiveId" clId="{9FD5E441-44C4-4DBD-A08F-38CC1D25082F}" dt="2026-10-17T08:20:01.275" v="30951" actId="14100"/>
          <ac:spMkLst>
            <pc:docMk/>
            <pc:sldMk cId="2764447923" sldId="269"/>
            <ac:spMk id="172" creationId="{5463D7E7-A7AD-E044-110E-7EB3B8A3F825}"/>
          </ac:spMkLst>
        </pc:spChg>
        <pc:spChg chg="add del mod">
          <ac:chgData name="Đức Thành Lê" userId="775589ddb43b4380" providerId="LiveId" clId="{9FD5E441-44C4-4DBD-A08F-38CC1D25082F}" dt="2026-10-17T08:20:24.549" v="30953" actId="478"/>
          <ac:spMkLst>
            <pc:docMk/>
            <pc:sldMk cId="2764447923" sldId="269"/>
            <ac:spMk id="174" creationId="{F0A097CB-15D0-EE8A-F4CC-41D7D9CA2255}"/>
          </ac:spMkLst>
        </pc:spChg>
        <pc:spChg chg="add del mod">
          <ac:chgData name="Đức Thành Lê" userId="775589ddb43b4380" providerId="LiveId" clId="{9FD5E441-44C4-4DBD-A08F-38CC1D25082F}" dt="2026-10-17T08:20:21.099" v="30952" actId="1076"/>
          <ac:spMkLst>
            <pc:docMk/>
            <pc:sldMk cId="2764447923" sldId="269"/>
            <ac:spMk id="175" creationId="{C4CBB1C3-60A0-E1F3-07AE-FEC5CAB91F57}"/>
          </ac:spMkLst>
        </pc:spChg>
        <pc:spChg chg="mod">
          <ac:chgData name="Đức Thành Lê" userId="775589ddb43b4380" providerId="LiveId" clId="{9FD5E441-44C4-4DBD-A08F-38CC1D25082F}" dt="2026-10-17T08:23:01.732" v="30997" actId="1076"/>
          <ac:spMkLst>
            <pc:docMk/>
            <pc:sldMk cId="2764447923" sldId="269"/>
            <ac:spMk id="177" creationId="{29D96539-BF01-ABD0-F586-2B8DAFB3C05C}"/>
          </ac:spMkLst>
        </pc:spChg>
        <pc:spChg chg="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178" creationId="{556D98CB-6A62-8FE2-7B03-FF270A3EB746}"/>
          </ac:spMkLst>
        </pc:spChg>
        <pc:spChg chg="mod">
          <ac:chgData name="Đức Thành Lê" userId="775589ddb43b4380" providerId="LiveId" clId="{9FD5E441-44C4-4DBD-A08F-38CC1D25082F}" dt="2026-10-17T08:37:05.261" v="31246" actId="164"/>
          <ac:spMkLst>
            <pc:docMk/>
            <pc:sldMk cId="2764447923" sldId="269"/>
            <ac:spMk id="179" creationId="{E1CC1F67-6DB1-65B1-B30A-80C96EC6410A}"/>
          </ac:spMkLst>
        </pc:spChg>
        <pc:spChg chg="add del mod topLvl">
          <ac:chgData name="Đức Thành Lê" userId="775589ddb43b4380" providerId="LiveId" clId="{9FD5E441-44C4-4DBD-A08F-38CC1D25082F}" dt="2026-10-17T08:37:05.261" v="31246" actId="164"/>
          <ac:spMkLst>
            <pc:docMk/>
            <pc:sldMk cId="2764447923" sldId="269"/>
            <ac:spMk id="182" creationId="{8611E44B-C32A-9CC8-FFDB-F47FB1B89C1B}"/>
          </ac:spMkLst>
        </pc:spChg>
        <pc:spChg chg="mod topLvl">
          <ac:chgData name="Đức Thành Lê" userId="775589ddb43b4380" providerId="LiveId" clId="{9FD5E441-44C4-4DBD-A08F-38CC1D25082F}" dt="2026-10-17T08:30:21.428" v="31112" actId="164"/>
          <ac:spMkLst>
            <pc:docMk/>
            <pc:sldMk cId="2764447923" sldId="269"/>
            <ac:spMk id="184" creationId="{4BB1699B-A537-AD18-05BB-48B080AAB86A}"/>
          </ac:spMkLst>
        </pc:spChg>
        <pc:spChg chg="add del mod">
          <ac:chgData name="Đức Thành Lê" userId="775589ddb43b4380" providerId="LiveId" clId="{9FD5E441-44C4-4DBD-A08F-38CC1D25082F}" dt="2026-10-17T08:05:35.277" v="30720" actId="14100"/>
          <ac:spMkLst>
            <pc:docMk/>
            <pc:sldMk cId="2764447923" sldId="269"/>
            <ac:spMk id="188" creationId="{C9B4BC14-5E21-08C1-1F46-893388E23138}"/>
          </ac:spMkLst>
        </pc:spChg>
        <pc:spChg chg="mod">
          <ac:chgData name="Đức Thành Lê" userId="775589ddb43b4380" providerId="LiveId" clId="{9FD5E441-44C4-4DBD-A08F-38CC1D25082F}" dt="2026-10-17T07:55:01.492" v="30510" actId="165"/>
          <ac:spMkLst>
            <pc:docMk/>
            <pc:sldMk cId="2764447923" sldId="269"/>
            <ac:spMk id="194" creationId="{8EB0073A-B0E3-E201-A921-0B297B84CF1D}"/>
          </ac:spMkLst>
        </pc:spChg>
        <pc:spChg chg="mod topLvl">
          <ac:chgData name="Đức Thành Lê" userId="775589ddb43b4380" providerId="LiveId" clId="{9FD5E441-44C4-4DBD-A08F-38CC1D25082F}" dt="2026-10-17T08:08:14.474" v="30762" actId="164"/>
          <ac:spMkLst>
            <pc:docMk/>
            <pc:sldMk cId="2764447923" sldId="269"/>
            <ac:spMk id="197" creationId="{D6C7FC81-0748-17C0-2EF8-24B53603591B}"/>
          </ac:spMkLst>
        </pc:spChg>
        <pc:spChg chg="mod topLvl">
          <ac:chgData name="Đức Thành Lê" userId="775589ddb43b4380" providerId="LiveId" clId="{9FD5E441-44C4-4DBD-A08F-38CC1D25082F}" dt="2026-10-17T08:26:12.653" v="31054" actId="165"/>
          <ac:spMkLst>
            <pc:docMk/>
            <pc:sldMk cId="2764447923" sldId="269"/>
            <ac:spMk id="198" creationId="{BB74C18C-02F5-017B-8DDE-F4167606E9E2}"/>
          </ac:spMkLst>
        </pc:spChg>
        <pc:spChg chg="mod topLvl">
          <ac:chgData name="Đức Thành Lê" userId="775589ddb43b4380" providerId="LiveId" clId="{9FD5E441-44C4-4DBD-A08F-38CC1D25082F}" dt="2026-10-17T08:08:14.474" v="30762" actId="164"/>
          <ac:spMkLst>
            <pc:docMk/>
            <pc:sldMk cId="2764447923" sldId="269"/>
            <ac:spMk id="199" creationId="{7F63BF37-D161-7D40-44BF-4B4376C2D4FF}"/>
          </ac:spMkLst>
        </pc:spChg>
        <pc:spChg chg="mod topLvl">
          <ac:chgData name="Đức Thành Lê" userId="775589ddb43b4380" providerId="LiveId" clId="{9FD5E441-44C4-4DBD-A08F-38CC1D25082F}" dt="2026-10-17T08:08:07.111" v="30761" actId="12788"/>
          <ac:spMkLst>
            <pc:docMk/>
            <pc:sldMk cId="2764447923" sldId="269"/>
            <ac:spMk id="200" creationId="{A186A807-ECC3-46DF-0F56-C366267CED99}"/>
          </ac:spMkLst>
        </pc:spChg>
        <pc:spChg chg="mod topLvl">
          <ac:chgData name="Đức Thành Lê" userId="775589ddb43b4380" providerId="LiveId" clId="{9FD5E441-44C4-4DBD-A08F-38CC1D25082F}" dt="2026-10-17T08:08:14.474" v="30762" actId="164"/>
          <ac:spMkLst>
            <pc:docMk/>
            <pc:sldMk cId="2764447923" sldId="269"/>
            <ac:spMk id="201" creationId="{F37ABF0C-A7A6-0863-637F-2D47FECFB2DF}"/>
          </ac:spMkLst>
        </pc:spChg>
        <pc:spChg chg="mod topLvl">
          <ac:chgData name="Đức Thành Lê" userId="775589ddb43b4380" providerId="LiveId" clId="{9FD5E441-44C4-4DBD-A08F-38CC1D25082F}" dt="2026-10-17T08:08:14.474" v="30762" actId="164"/>
          <ac:spMkLst>
            <pc:docMk/>
            <pc:sldMk cId="2764447923" sldId="269"/>
            <ac:spMk id="202" creationId="{64826E4B-AC7D-BD67-2D21-9F7F8BE66DA2}"/>
          </ac:spMkLst>
        </pc:spChg>
        <pc:spChg chg="mod topLvl">
          <ac:chgData name="Đức Thành Lê" userId="775589ddb43b4380" providerId="LiveId" clId="{9FD5E441-44C4-4DBD-A08F-38CC1D25082F}" dt="2026-10-17T08:08:14.474" v="30762" actId="164"/>
          <ac:spMkLst>
            <pc:docMk/>
            <pc:sldMk cId="2764447923" sldId="269"/>
            <ac:spMk id="203" creationId="{A5C3EB5B-5649-1658-5C03-04C345DCC41C}"/>
          </ac:spMkLst>
        </pc:spChg>
        <pc:spChg chg="mod topLvl">
          <ac:chgData name="Đức Thành Lê" userId="775589ddb43b4380" providerId="LiveId" clId="{9FD5E441-44C4-4DBD-A08F-38CC1D25082F}" dt="2026-10-17T08:08:14.474" v="30762" actId="164"/>
          <ac:spMkLst>
            <pc:docMk/>
            <pc:sldMk cId="2764447923" sldId="269"/>
            <ac:spMk id="204" creationId="{9B7FD6F3-FD75-2712-7737-C94EA6FB6A02}"/>
          </ac:spMkLst>
        </pc:spChg>
        <pc:spChg chg="mod topLvl">
          <ac:chgData name="Đức Thành Lê" userId="775589ddb43b4380" providerId="LiveId" clId="{9FD5E441-44C4-4DBD-A08F-38CC1D25082F}" dt="2026-10-17T08:07:32.953" v="30752" actId="553"/>
          <ac:spMkLst>
            <pc:docMk/>
            <pc:sldMk cId="2764447923" sldId="269"/>
            <ac:spMk id="205" creationId="{731B60AE-26BC-98D4-4BE1-1708C806AFBA}"/>
          </ac:spMkLst>
        </pc:spChg>
        <pc:spChg chg="mod topLvl">
          <ac:chgData name="Đức Thành Lê" userId="775589ddb43b4380" providerId="LiveId" clId="{9FD5E441-44C4-4DBD-A08F-38CC1D25082F}" dt="2026-10-17T08:08:14.474" v="30762" actId="164"/>
          <ac:spMkLst>
            <pc:docMk/>
            <pc:sldMk cId="2764447923" sldId="269"/>
            <ac:spMk id="206" creationId="{BCD429DE-2DB4-94F8-3802-465B777DAF8F}"/>
          </ac:spMkLst>
        </pc:spChg>
        <pc:spChg chg="mod topLvl">
          <ac:chgData name="Đức Thành Lê" userId="775589ddb43b4380" providerId="LiveId" clId="{9FD5E441-44C4-4DBD-A08F-38CC1D25082F}" dt="2026-10-17T08:26:12.653" v="31054" actId="165"/>
          <ac:spMkLst>
            <pc:docMk/>
            <pc:sldMk cId="2764447923" sldId="269"/>
            <ac:spMk id="207" creationId="{216352C3-BDFF-404F-267E-F91D0C344DB5}"/>
          </ac:spMkLst>
        </pc:spChg>
        <pc:spChg chg="mod topLvl">
          <ac:chgData name="Đức Thành Lê" userId="775589ddb43b4380" providerId="LiveId" clId="{9FD5E441-44C4-4DBD-A08F-38CC1D25082F}" dt="2026-10-17T08:08:14.474" v="30762" actId="164"/>
          <ac:spMkLst>
            <pc:docMk/>
            <pc:sldMk cId="2764447923" sldId="269"/>
            <ac:spMk id="208" creationId="{571E9844-3733-D3A5-5541-A1099A9388B2}"/>
          </ac:spMkLst>
        </pc:spChg>
        <pc:spChg chg="mod topLvl">
          <ac:chgData name="Đức Thành Lê" userId="775589ddb43b4380" providerId="LiveId" clId="{9FD5E441-44C4-4DBD-A08F-38CC1D25082F}" dt="2026-10-17T08:19:09.120" v="30930" actId="1582"/>
          <ac:spMkLst>
            <pc:docMk/>
            <pc:sldMk cId="2764447923" sldId="269"/>
            <ac:spMk id="209" creationId="{01FCDE6D-D415-9CC9-0DBA-9B3CCD76B20A}"/>
          </ac:spMkLst>
        </pc:spChg>
        <pc:spChg chg="mod topLvl">
          <ac:chgData name="Đức Thành Lê" userId="775589ddb43b4380" providerId="LiveId" clId="{9FD5E441-44C4-4DBD-A08F-38CC1D25082F}" dt="2026-10-17T08:29:45.697" v="31106" actId="1038"/>
          <ac:spMkLst>
            <pc:docMk/>
            <pc:sldMk cId="2764447923" sldId="269"/>
            <ac:spMk id="210" creationId="{70C2D3A3-5AC8-6C47-D49F-9E7E86C0FEE8}"/>
          </ac:spMkLst>
        </pc:spChg>
        <pc:spChg chg="mod">
          <ac:chgData name="Đức Thành Lê" userId="775589ddb43b4380" providerId="LiveId" clId="{9FD5E441-44C4-4DBD-A08F-38CC1D25082F}" dt="2026-10-17T07:55:01.492" v="30510" actId="165"/>
          <ac:spMkLst>
            <pc:docMk/>
            <pc:sldMk cId="2764447923" sldId="269"/>
            <ac:spMk id="211" creationId="{9E49ECEC-0A38-8C44-95A8-B28D07B8251A}"/>
          </ac:spMkLst>
        </pc:spChg>
        <pc:spChg chg="mod">
          <ac:chgData name="Đức Thành Lê" userId="775589ddb43b4380" providerId="LiveId" clId="{9FD5E441-44C4-4DBD-A08F-38CC1D25082F}" dt="2026-10-17T08:07:22.718" v="30750" actId="165"/>
          <ac:spMkLst>
            <pc:docMk/>
            <pc:sldMk cId="2764447923" sldId="269"/>
            <ac:spMk id="213" creationId="{1EEAF8E8-9027-F6A8-9BCC-400E72A9AE57}"/>
          </ac:spMkLst>
        </pc:spChg>
        <pc:spChg chg="mod">
          <ac:chgData name="Đức Thành Lê" userId="775589ddb43b4380" providerId="LiveId" clId="{9FD5E441-44C4-4DBD-A08F-38CC1D25082F}" dt="2026-10-17T08:26:08.920" v="31053" actId="1076"/>
          <ac:spMkLst>
            <pc:docMk/>
            <pc:sldMk cId="2764447923" sldId="269"/>
            <ac:spMk id="214" creationId="{42F01BDB-C787-AB07-A833-E1D838709BE2}"/>
          </ac:spMkLst>
        </pc:spChg>
        <pc:spChg chg="mod">
          <ac:chgData name="Đức Thành Lê" userId="775589ddb43b4380" providerId="LiveId" clId="{9FD5E441-44C4-4DBD-A08F-38CC1D25082F}" dt="2026-10-17T08:04:33.268" v="30700" actId="1076"/>
          <ac:spMkLst>
            <pc:docMk/>
            <pc:sldMk cId="2764447923" sldId="269"/>
            <ac:spMk id="216" creationId="{7EFEA3E6-0064-A566-C2E9-AD725BF46829}"/>
          </ac:spMkLst>
        </pc:spChg>
        <pc:spChg chg="mod">
          <ac:chgData name="Đức Thành Lê" userId="775589ddb43b4380" providerId="LiveId" clId="{9FD5E441-44C4-4DBD-A08F-38CC1D25082F}" dt="2026-10-17T08:24:27.898" v="31026" actId="2085"/>
          <ac:spMkLst>
            <pc:docMk/>
            <pc:sldMk cId="2764447923" sldId="269"/>
            <ac:spMk id="217" creationId="{319979A6-038A-2C41-14C9-F3A2453F2D77}"/>
          </ac:spMkLst>
        </pc:spChg>
        <pc:spChg chg="mod">
          <ac:chgData name="Đức Thành Lê" userId="775589ddb43b4380" providerId="LiveId" clId="{9FD5E441-44C4-4DBD-A08F-38CC1D25082F}" dt="2026-10-17T08:24:38.454" v="31029" actId="1076"/>
          <ac:spMkLst>
            <pc:docMk/>
            <pc:sldMk cId="2764447923" sldId="269"/>
            <ac:spMk id="220" creationId="{8B957DB4-A53C-213C-0E35-C90A96623E4E}"/>
          </ac:spMkLst>
        </pc:spChg>
        <pc:spChg chg="mod">
          <ac:chgData name="Đức Thành Lê" userId="775589ddb43b4380" providerId="LiveId" clId="{9FD5E441-44C4-4DBD-A08F-38CC1D25082F}" dt="2026-10-17T08:23:46.291" v="31009" actId="14100"/>
          <ac:spMkLst>
            <pc:docMk/>
            <pc:sldMk cId="2764447923" sldId="269"/>
            <ac:spMk id="221" creationId="{3E21B221-BF5C-B906-D52B-9CB49E3B15C2}"/>
          </ac:spMkLst>
        </pc:spChg>
        <pc:spChg chg="mod">
          <ac:chgData name="Đức Thành Lê" userId="775589ddb43b4380" providerId="LiveId" clId="{9FD5E441-44C4-4DBD-A08F-38CC1D25082F}" dt="2026-10-17T08:26:12.653" v="31054" actId="165"/>
          <ac:spMkLst>
            <pc:docMk/>
            <pc:sldMk cId="2764447923" sldId="269"/>
            <ac:spMk id="222" creationId="{3FDF3A9A-A63E-AC86-E5A6-7E656B5CF29A}"/>
          </ac:spMkLst>
        </pc:spChg>
        <pc:spChg chg="mod">
          <ac:chgData name="Đức Thành Lê" userId="775589ddb43b4380" providerId="LiveId" clId="{9FD5E441-44C4-4DBD-A08F-38CC1D25082F}" dt="2026-10-17T08:23:43.697" v="31008" actId="14100"/>
          <ac:spMkLst>
            <pc:docMk/>
            <pc:sldMk cId="2764447923" sldId="269"/>
            <ac:spMk id="223" creationId="{097CC56D-5EFC-029C-F8BA-CD0D669A1329}"/>
          </ac:spMkLst>
        </pc:spChg>
        <pc:spChg chg="mod topLvl">
          <ac:chgData name="Đức Thành Lê" userId="775589ddb43b4380" providerId="LiveId" clId="{9FD5E441-44C4-4DBD-A08F-38CC1D25082F}" dt="2026-10-17T08:29:26.586" v="31100" actId="14100"/>
          <ac:spMkLst>
            <pc:docMk/>
            <pc:sldMk cId="2764447923" sldId="269"/>
            <ac:spMk id="224" creationId="{FB45C309-A9F0-0CFC-63FA-8D254E7676FD}"/>
          </ac:spMkLst>
        </pc:spChg>
        <pc:spChg chg="mod topLvl">
          <ac:chgData name="Đức Thành Lê" userId="775589ddb43b4380" providerId="LiveId" clId="{9FD5E441-44C4-4DBD-A08F-38CC1D25082F}" dt="2026-10-17T08:37:05.261" v="31246" actId="164"/>
          <ac:spMkLst>
            <pc:docMk/>
            <pc:sldMk cId="2764447923" sldId="269"/>
            <ac:spMk id="225" creationId="{FA38A48C-D86D-1706-EFE6-3033153963F7}"/>
          </ac:spMkLst>
        </pc:spChg>
        <pc:spChg chg="mod">
          <ac:chgData name="Đức Thành Lê" userId="775589ddb43b4380" providerId="LiveId" clId="{9FD5E441-44C4-4DBD-A08F-38CC1D25082F}" dt="2026-10-17T08:32:34.509" v="31175" actId="165"/>
          <ac:spMkLst>
            <pc:docMk/>
            <pc:sldMk cId="2764447923" sldId="269"/>
            <ac:spMk id="229" creationId="{FD1D73FA-0F92-27AB-4E09-575182C78F06}"/>
          </ac:spMkLst>
        </pc:spChg>
        <pc:spChg chg="mod">
          <ac:chgData name="Đức Thành Lê" userId="775589ddb43b4380" providerId="LiveId" clId="{9FD5E441-44C4-4DBD-A08F-38CC1D25082F}" dt="2026-10-17T07:39:56.232" v="30413"/>
          <ac:spMkLst>
            <pc:docMk/>
            <pc:sldMk cId="2764447923" sldId="269"/>
            <ac:spMk id="232" creationId="{34C0BE32-6600-4804-0F55-BE4F13EC3A2B}"/>
          </ac:spMkLst>
        </pc:spChg>
        <pc:spChg chg="mod">
          <ac:chgData name="Đức Thành Lê" userId="775589ddb43b4380" providerId="LiveId" clId="{9FD5E441-44C4-4DBD-A08F-38CC1D25082F}" dt="2026-10-17T07:39:58.742" v="30415"/>
          <ac:spMkLst>
            <pc:docMk/>
            <pc:sldMk cId="2764447923" sldId="269"/>
            <ac:spMk id="235" creationId="{26C223F8-9728-9F91-DE56-67C5425339AB}"/>
          </ac:spMkLst>
        </pc:spChg>
        <pc:spChg chg="add mod">
          <ac:chgData name="Đức Thành Lê" userId="775589ddb43b4380" providerId="LiveId" clId="{9FD5E441-44C4-4DBD-A08F-38CC1D25082F}" dt="2026-10-17T07:55:18.849" v="30518" actId="571"/>
          <ac:spMkLst>
            <pc:docMk/>
            <pc:sldMk cId="2764447923" sldId="269"/>
            <ac:spMk id="257" creationId="{A61D249C-C6C4-0DA4-2467-9BA0BECA4892}"/>
          </ac:spMkLst>
        </pc:spChg>
        <pc:spChg chg="add mod">
          <ac:chgData name="Đức Thành Lê" userId="775589ddb43b4380" providerId="LiveId" clId="{9FD5E441-44C4-4DBD-A08F-38CC1D25082F}" dt="2026-10-17T07:55:18.849" v="30518" actId="571"/>
          <ac:spMkLst>
            <pc:docMk/>
            <pc:sldMk cId="2764447923" sldId="269"/>
            <ac:spMk id="261" creationId="{DD8AB44B-29A0-D0EF-41D8-CFAF92966FA1}"/>
          </ac:spMkLst>
        </pc:spChg>
        <pc:spChg chg="add mod">
          <ac:chgData name="Đức Thành Lê" userId="775589ddb43b4380" providerId="LiveId" clId="{9FD5E441-44C4-4DBD-A08F-38CC1D25082F}" dt="2026-10-17T07:55:18.849" v="30518" actId="571"/>
          <ac:spMkLst>
            <pc:docMk/>
            <pc:sldMk cId="2764447923" sldId="269"/>
            <ac:spMk id="265" creationId="{1624AFF5-9E3E-7195-90E2-8A54D610BC63}"/>
          </ac:spMkLst>
        </pc:spChg>
        <pc:spChg chg="add mod">
          <ac:chgData name="Đức Thành Lê" userId="775589ddb43b4380" providerId="LiveId" clId="{9FD5E441-44C4-4DBD-A08F-38CC1D25082F}" dt="2026-10-17T07:55:18.849" v="30518" actId="571"/>
          <ac:spMkLst>
            <pc:docMk/>
            <pc:sldMk cId="2764447923" sldId="269"/>
            <ac:spMk id="266" creationId="{6BC170C8-AEE2-A77D-079D-492D73CB9B46}"/>
          </ac:spMkLst>
        </pc:spChg>
        <pc:spChg chg="add mod">
          <ac:chgData name="Đức Thành Lê" userId="775589ddb43b4380" providerId="LiveId" clId="{9FD5E441-44C4-4DBD-A08F-38CC1D25082F}" dt="2026-10-17T07:55:18.849" v="30518" actId="571"/>
          <ac:spMkLst>
            <pc:docMk/>
            <pc:sldMk cId="2764447923" sldId="269"/>
            <ac:spMk id="268" creationId="{A1B7C1E2-E222-8E32-81B1-7C00D2CFB16B}"/>
          </ac:spMkLst>
        </pc:spChg>
        <pc:spChg chg="add del mod">
          <ac:chgData name="Đức Thành Lê" userId="775589ddb43b4380" providerId="LiveId" clId="{9FD5E441-44C4-4DBD-A08F-38CC1D25082F}" dt="2026-10-17T08:02:33.730" v="30630"/>
          <ac:spMkLst>
            <pc:docMk/>
            <pc:sldMk cId="2764447923" sldId="269"/>
            <ac:spMk id="288" creationId="{9959F1EF-8D89-9303-DD58-2DA0FC1AB628}"/>
          </ac:spMkLst>
        </pc:spChg>
        <pc:spChg chg="del mod">
          <ac:chgData name="Đức Thành Lê" userId="775589ddb43b4380" providerId="LiveId" clId="{9FD5E441-44C4-4DBD-A08F-38CC1D25082F}" dt="2026-10-17T08:04:00.805" v="30663" actId="478"/>
          <ac:spMkLst>
            <pc:docMk/>
            <pc:sldMk cId="2764447923" sldId="269"/>
            <ac:spMk id="296" creationId="{5607AC39-CC18-2EC2-50A8-0072C8BE3F47}"/>
          </ac:spMkLst>
        </pc:spChg>
        <pc:spChg chg="del mod">
          <ac:chgData name="Đức Thành Lê" userId="775589ddb43b4380" providerId="LiveId" clId="{9FD5E441-44C4-4DBD-A08F-38CC1D25082F}" dt="2026-10-17T08:04:00.805" v="30663" actId="478"/>
          <ac:spMkLst>
            <pc:docMk/>
            <pc:sldMk cId="2764447923" sldId="269"/>
            <ac:spMk id="297" creationId="{B6EE418A-043A-4045-22CC-8F51BA3D64B7}"/>
          </ac:spMkLst>
        </pc:spChg>
        <pc:spChg chg="del mod">
          <ac:chgData name="Đức Thành Lê" userId="775589ddb43b4380" providerId="LiveId" clId="{9FD5E441-44C4-4DBD-A08F-38CC1D25082F}" dt="2026-10-17T08:04:00.805" v="30663" actId="478"/>
          <ac:spMkLst>
            <pc:docMk/>
            <pc:sldMk cId="2764447923" sldId="269"/>
            <ac:spMk id="298" creationId="{B7A8B3A9-A604-9AC3-1362-19036E79428E}"/>
          </ac:spMkLst>
        </pc:spChg>
        <pc:spChg chg="mod ord topLvl">
          <ac:chgData name="Đức Thành Lê" userId="775589ddb43b4380" providerId="LiveId" clId="{9FD5E441-44C4-4DBD-A08F-38CC1D25082F}" dt="2026-10-17T08:30:00.534" v="31107" actId="165"/>
          <ac:spMkLst>
            <pc:docMk/>
            <pc:sldMk cId="2764447923" sldId="269"/>
            <ac:spMk id="299" creationId="{65C6C60E-9A79-8461-B2A7-0E91456A46AD}"/>
          </ac:spMkLst>
        </pc:spChg>
        <pc:spChg chg="mod ord topLvl">
          <ac:chgData name="Đức Thành Lê" userId="775589ddb43b4380" providerId="LiveId" clId="{9FD5E441-44C4-4DBD-A08F-38CC1D25082F}" dt="2026-10-17T08:30:00.534" v="31107" actId="165"/>
          <ac:spMkLst>
            <pc:docMk/>
            <pc:sldMk cId="2764447923" sldId="269"/>
            <ac:spMk id="300" creationId="{A2254FCA-A416-20C2-7138-881BA1CBAF03}"/>
          </ac:spMkLst>
        </pc:spChg>
        <pc:spChg chg="mod ord topLvl">
          <ac:chgData name="Đức Thành Lê" userId="775589ddb43b4380" providerId="LiveId" clId="{9FD5E441-44C4-4DBD-A08F-38CC1D25082F}" dt="2026-10-17T08:30:00.534" v="31107" actId="165"/>
          <ac:spMkLst>
            <pc:docMk/>
            <pc:sldMk cId="2764447923" sldId="269"/>
            <ac:spMk id="301" creationId="{6E0D91BD-1490-0AB1-3E85-942ACCC33DF4}"/>
          </ac:spMkLst>
        </pc:spChg>
        <pc:spChg chg="del mod">
          <ac:chgData name="Đức Thành Lê" userId="775589ddb43b4380" providerId="LiveId" clId="{9FD5E441-44C4-4DBD-A08F-38CC1D25082F}" dt="2026-10-17T08:04:00.805" v="30663" actId="478"/>
          <ac:spMkLst>
            <pc:docMk/>
            <pc:sldMk cId="2764447923" sldId="269"/>
            <ac:spMk id="302" creationId="{4B4D7EF1-E0E3-2968-05D0-9E0CDD380D67}"/>
          </ac:spMkLst>
        </pc:spChg>
        <pc:spChg chg="del mod">
          <ac:chgData name="Đức Thành Lê" userId="775589ddb43b4380" providerId="LiveId" clId="{9FD5E441-44C4-4DBD-A08F-38CC1D25082F}" dt="2026-10-17T08:04:00.805" v="30663" actId="478"/>
          <ac:spMkLst>
            <pc:docMk/>
            <pc:sldMk cId="2764447923" sldId="269"/>
            <ac:spMk id="303" creationId="{09074EE7-6E49-E023-15EF-55160225B5C6}"/>
          </ac:spMkLst>
        </pc:spChg>
        <pc:spChg chg="del mod">
          <ac:chgData name="Đức Thành Lê" userId="775589ddb43b4380" providerId="LiveId" clId="{9FD5E441-44C4-4DBD-A08F-38CC1D25082F}" dt="2026-10-17T08:04:00.805" v="30663" actId="478"/>
          <ac:spMkLst>
            <pc:docMk/>
            <pc:sldMk cId="2764447923" sldId="269"/>
            <ac:spMk id="304" creationId="{81CA306A-3ADD-1DDD-EB68-30619ACD9B53}"/>
          </ac:spMkLst>
        </pc:spChg>
        <pc:spChg chg="mod ord topLvl">
          <ac:chgData name="Đức Thành Lê" userId="775589ddb43b4380" providerId="LiveId" clId="{9FD5E441-44C4-4DBD-A08F-38CC1D25082F}" dt="2026-10-17T08:30:00.534" v="31107" actId="165"/>
          <ac:spMkLst>
            <pc:docMk/>
            <pc:sldMk cId="2764447923" sldId="269"/>
            <ac:spMk id="305" creationId="{19316E36-A864-775B-335B-70F79D50A85C}"/>
          </ac:spMkLst>
        </pc:spChg>
        <pc:spChg chg="mod ord topLvl">
          <ac:chgData name="Đức Thành Lê" userId="775589ddb43b4380" providerId="LiveId" clId="{9FD5E441-44C4-4DBD-A08F-38CC1D25082F}" dt="2026-10-17T08:30:00.534" v="31107" actId="165"/>
          <ac:spMkLst>
            <pc:docMk/>
            <pc:sldMk cId="2764447923" sldId="269"/>
            <ac:spMk id="306" creationId="{F4673132-1C29-640F-E921-6BCC6653BA7B}"/>
          </ac:spMkLst>
        </pc:spChg>
        <pc:spChg chg="mod ord topLvl">
          <ac:chgData name="Đức Thành Lê" userId="775589ddb43b4380" providerId="LiveId" clId="{9FD5E441-44C4-4DBD-A08F-38CC1D25082F}" dt="2026-10-17T08:30:00.534" v="31107" actId="165"/>
          <ac:spMkLst>
            <pc:docMk/>
            <pc:sldMk cId="2764447923" sldId="269"/>
            <ac:spMk id="307" creationId="{0A3AC1C5-A89D-CA39-7D20-30ECDE3CB97B}"/>
          </ac:spMkLst>
        </pc:spChg>
        <pc:spChg chg="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312" creationId="{FE9140D0-C62F-56B7-3A3E-7C8334E04159}"/>
          </ac:spMkLst>
        </pc:spChg>
        <pc:spChg chg="mod">
          <ac:chgData name="Đức Thành Lê" userId="775589ddb43b4380" providerId="LiveId" clId="{9FD5E441-44C4-4DBD-A08F-38CC1D25082F}" dt="2026-10-17T08:04:44.389" v="30710"/>
          <ac:spMkLst>
            <pc:docMk/>
            <pc:sldMk cId="2764447923" sldId="269"/>
            <ac:spMk id="313" creationId="{219C1896-A88A-42ED-F17D-2846AB21A479}"/>
          </ac:spMkLst>
        </pc:spChg>
        <pc:spChg chg="mod">
          <ac:chgData name="Đức Thành Lê" userId="775589ddb43b4380" providerId="LiveId" clId="{9FD5E441-44C4-4DBD-A08F-38CC1D25082F}" dt="2026-10-17T08:05:53.057" v="30726"/>
          <ac:spMkLst>
            <pc:docMk/>
            <pc:sldMk cId="2764447923" sldId="269"/>
            <ac:spMk id="316" creationId="{7758E974-1454-15A0-880C-55E45B94509E}"/>
          </ac:spMkLst>
        </pc:spChg>
        <pc:spChg chg="mod">
          <ac:chgData name="Đức Thành Lê" userId="775589ddb43b4380" providerId="LiveId" clId="{9FD5E441-44C4-4DBD-A08F-38CC1D25082F}" dt="2026-10-17T08:05:53.057" v="30726"/>
          <ac:spMkLst>
            <pc:docMk/>
            <pc:sldMk cId="2764447923" sldId="269"/>
            <ac:spMk id="317" creationId="{9D70EC2E-FA94-D255-14A6-5586A3EB5F46}"/>
          </ac:spMkLst>
        </pc:spChg>
        <pc:spChg chg="add mod ord">
          <ac:chgData name="Đức Thành Lê" userId="775589ddb43b4380" providerId="LiveId" clId="{9FD5E441-44C4-4DBD-A08F-38CC1D25082F}" dt="2026-10-17T08:17:22.309" v="30891" actId="14861"/>
          <ac:spMkLst>
            <pc:docMk/>
            <pc:sldMk cId="2764447923" sldId="269"/>
            <ac:spMk id="319" creationId="{22DB2DE3-445A-7D06-E9FC-986F64058BEB}"/>
          </ac:spMkLst>
        </pc:spChg>
        <pc:spChg chg="add del mod">
          <ac:chgData name="Đức Thành Lê" userId="775589ddb43b4380" providerId="LiveId" clId="{9FD5E441-44C4-4DBD-A08F-38CC1D25082F}" dt="2026-10-17T08:06:14.049" v="30739"/>
          <ac:spMkLst>
            <pc:docMk/>
            <pc:sldMk cId="2764447923" sldId="269"/>
            <ac:spMk id="320" creationId="{3A43B728-F4BA-5EA1-8065-179195B9CD13}"/>
          </ac:spMkLst>
        </pc:spChg>
        <pc:spChg chg="add mod ord">
          <ac:chgData name="Đức Thành Lê" userId="775589ddb43b4380" providerId="LiveId" clId="{9FD5E441-44C4-4DBD-A08F-38CC1D25082F}" dt="2026-10-17T08:13:10.508" v="30834" actId="164"/>
          <ac:spMkLst>
            <pc:docMk/>
            <pc:sldMk cId="2764447923" sldId="269"/>
            <ac:spMk id="323" creationId="{27E756EA-8792-B2AE-C7D0-EE63CC90C887}"/>
          </ac:spMkLst>
        </pc:spChg>
        <pc:spChg chg="add del mod">
          <ac:chgData name="Đức Thành Lê" userId="775589ddb43b4380" providerId="LiveId" clId="{9FD5E441-44C4-4DBD-A08F-38CC1D25082F}" dt="2026-10-17T08:11:09.390" v="30816" actId="478"/>
          <ac:spMkLst>
            <pc:docMk/>
            <pc:sldMk cId="2764447923" sldId="269"/>
            <ac:spMk id="325" creationId="{D4B6CE78-8DF4-CD29-5940-A9D064D0E38D}"/>
          </ac:spMkLst>
        </pc:spChg>
        <pc:spChg chg="add del mod">
          <ac:chgData name="Đức Thành Lê" userId="775589ddb43b4380" providerId="LiveId" clId="{9FD5E441-44C4-4DBD-A08F-38CC1D25082F}" dt="2026-10-17T08:11:09.390" v="30816" actId="478"/>
          <ac:spMkLst>
            <pc:docMk/>
            <pc:sldMk cId="2764447923" sldId="269"/>
            <ac:spMk id="329" creationId="{696700B9-6439-F076-2BF8-8D944EC144E7}"/>
          </ac:spMkLst>
        </pc:spChg>
        <pc:spChg chg="add mod">
          <ac:chgData name="Đức Thành Lê" userId="775589ddb43b4380" providerId="LiveId" clId="{9FD5E441-44C4-4DBD-A08F-38CC1D25082F}" dt="2026-10-17T08:28:06.262" v="31081" actId="165"/>
          <ac:spMkLst>
            <pc:docMk/>
            <pc:sldMk cId="2764447923" sldId="269"/>
            <ac:spMk id="331" creationId="{F8338B1F-AC6B-302E-00BE-B04E13C4C2F5}"/>
          </ac:spMkLst>
        </pc:spChg>
        <pc:spChg chg="add mod">
          <ac:chgData name="Đức Thành Lê" userId="775589ddb43b4380" providerId="LiveId" clId="{9FD5E441-44C4-4DBD-A08F-38CC1D25082F}" dt="2026-10-17T08:28:06.262" v="31081" actId="165"/>
          <ac:spMkLst>
            <pc:docMk/>
            <pc:sldMk cId="2764447923" sldId="269"/>
            <ac:spMk id="333" creationId="{194EC3DB-7063-C295-A544-94F58538AA2D}"/>
          </ac:spMkLst>
        </pc:spChg>
        <pc:spChg chg="add 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335" creationId="{FF299548-0C42-0479-3634-8D7BF634299B}"/>
          </ac:spMkLst>
        </pc:spChg>
        <pc:spChg chg="add mod">
          <ac:chgData name="Đức Thành Lê" userId="775589ddb43b4380" providerId="LiveId" clId="{9FD5E441-44C4-4DBD-A08F-38CC1D25082F}" dt="2026-10-17T08:26:12.653" v="31054" actId="165"/>
          <ac:spMkLst>
            <pc:docMk/>
            <pc:sldMk cId="2764447923" sldId="269"/>
            <ac:spMk id="337" creationId="{82EFE8F9-9764-B97D-F25F-5F2DACF7CFD1}"/>
          </ac:spMkLst>
        </pc:spChg>
        <pc:spChg chg="add del mod">
          <ac:chgData name="Đức Thành Lê" userId="775589ddb43b4380" providerId="LiveId" clId="{9FD5E441-44C4-4DBD-A08F-38CC1D25082F}" dt="2026-10-17T08:10:39.784" v="30809" actId="22"/>
          <ac:spMkLst>
            <pc:docMk/>
            <pc:sldMk cId="2764447923" sldId="269"/>
            <ac:spMk id="339" creationId="{B3702166-9497-6C7F-609A-AB312ED4A08A}"/>
          </ac:spMkLst>
        </pc:spChg>
        <pc:spChg chg="add del mod">
          <ac:chgData name="Đức Thành Lê" userId="775589ddb43b4380" providerId="LiveId" clId="{9FD5E441-44C4-4DBD-A08F-38CC1D25082F}" dt="2026-10-17T08:10:39.784" v="30809" actId="22"/>
          <ac:spMkLst>
            <pc:docMk/>
            <pc:sldMk cId="2764447923" sldId="269"/>
            <ac:spMk id="341" creationId="{6864C44D-0F0C-C115-C3A8-751ABD168C8F}"/>
          </ac:spMkLst>
        </pc:spChg>
        <pc:spChg chg="add del mod">
          <ac:chgData name="Đức Thành Lê" userId="775589ddb43b4380" providerId="LiveId" clId="{9FD5E441-44C4-4DBD-A08F-38CC1D25082F}" dt="2026-10-17T08:10:39.784" v="30809" actId="22"/>
          <ac:spMkLst>
            <pc:docMk/>
            <pc:sldMk cId="2764447923" sldId="269"/>
            <ac:spMk id="343" creationId="{7B5A6ED6-6759-7149-4999-856B65194B1D}"/>
          </ac:spMkLst>
        </pc:spChg>
        <pc:spChg chg="add del mod">
          <ac:chgData name="Đức Thành Lê" userId="775589ddb43b4380" providerId="LiveId" clId="{9FD5E441-44C4-4DBD-A08F-38CC1D25082F}" dt="2026-10-17T08:10:39.784" v="30809" actId="22"/>
          <ac:spMkLst>
            <pc:docMk/>
            <pc:sldMk cId="2764447923" sldId="269"/>
            <ac:spMk id="345" creationId="{E554A464-2691-9C31-5176-060EE0C04E0C}"/>
          </ac:spMkLst>
        </pc:spChg>
        <pc:spChg chg="add del mod">
          <ac:chgData name="Đức Thành Lê" userId="775589ddb43b4380" providerId="LiveId" clId="{9FD5E441-44C4-4DBD-A08F-38CC1D25082F}" dt="2026-10-17T08:10:39.784" v="30809" actId="22"/>
          <ac:spMkLst>
            <pc:docMk/>
            <pc:sldMk cId="2764447923" sldId="269"/>
            <ac:spMk id="347" creationId="{9E05887A-3D17-7A64-9AC2-4A0A8084C377}"/>
          </ac:spMkLst>
        </pc:spChg>
        <pc:spChg chg="add del mod">
          <ac:chgData name="Đức Thành Lê" userId="775589ddb43b4380" providerId="LiveId" clId="{9FD5E441-44C4-4DBD-A08F-38CC1D25082F}" dt="2026-10-17T08:10:38.166" v="30807" actId="22"/>
          <ac:spMkLst>
            <pc:docMk/>
            <pc:sldMk cId="2764447923" sldId="269"/>
            <ac:spMk id="349" creationId="{FEC4C02C-9A5C-C2FA-E4E6-9F0AA5B18933}"/>
          </ac:spMkLst>
        </pc:spChg>
        <pc:spChg chg="add del mod">
          <ac:chgData name="Đức Thành Lê" userId="775589ddb43b4380" providerId="LiveId" clId="{9FD5E441-44C4-4DBD-A08F-38CC1D25082F}" dt="2026-10-17T08:10:38.166" v="30807" actId="22"/>
          <ac:spMkLst>
            <pc:docMk/>
            <pc:sldMk cId="2764447923" sldId="269"/>
            <ac:spMk id="351" creationId="{1C252E4F-7A61-D6BA-FE5F-636FFD6829F0}"/>
          </ac:spMkLst>
        </pc:spChg>
        <pc:spChg chg="add del mod">
          <ac:chgData name="Đức Thành Lê" userId="775589ddb43b4380" providerId="LiveId" clId="{9FD5E441-44C4-4DBD-A08F-38CC1D25082F}" dt="2026-10-17T08:10:38.166" v="30807" actId="22"/>
          <ac:spMkLst>
            <pc:docMk/>
            <pc:sldMk cId="2764447923" sldId="269"/>
            <ac:spMk id="353" creationId="{D57152DA-2AB7-4521-4A92-26EE20F3F6E7}"/>
          </ac:spMkLst>
        </pc:spChg>
        <pc:spChg chg="add del mod">
          <ac:chgData name="Đức Thành Lê" userId="775589ddb43b4380" providerId="LiveId" clId="{9FD5E441-44C4-4DBD-A08F-38CC1D25082F}" dt="2026-10-17T08:10:38.166" v="30807" actId="22"/>
          <ac:spMkLst>
            <pc:docMk/>
            <pc:sldMk cId="2764447923" sldId="269"/>
            <ac:spMk id="355" creationId="{CE7221B2-46F5-60A6-B9AC-C2F3A05EFE0B}"/>
          </ac:spMkLst>
        </pc:spChg>
        <pc:spChg chg="add del mod">
          <ac:chgData name="Đức Thành Lê" userId="775589ddb43b4380" providerId="LiveId" clId="{9FD5E441-44C4-4DBD-A08F-38CC1D25082F}" dt="2026-10-17T08:10:38.166" v="30807" actId="22"/>
          <ac:spMkLst>
            <pc:docMk/>
            <pc:sldMk cId="2764447923" sldId="269"/>
            <ac:spMk id="357" creationId="{8702A1FC-08FC-4716-3305-BC21319C1D49}"/>
          </ac:spMkLst>
        </pc:spChg>
        <pc:spChg chg="add del mod">
          <ac:chgData name="Đức Thành Lê" userId="775589ddb43b4380" providerId="LiveId" clId="{9FD5E441-44C4-4DBD-A08F-38CC1D25082F}" dt="2026-10-17T08:11:09.390" v="30816" actId="478"/>
          <ac:spMkLst>
            <pc:docMk/>
            <pc:sldMk cId="2764447923" sldId="269"/>
            <ac:spMk id="359" creationId="{51145402-9AD6-37B0-E331-AF12A21A0033}"/>
          </ac:spMkLst>
        </pc:spChg>
        <pc:spChg chg="add del mod">
          <ac:chgData name="Đức Thành Lê" userId="775589ddb43b4380" providerId="LiveId" clId="{9FD5E441-44C4-4DBD-A08F-38CC1D25082F}" dt="2026-10-17T08:11:09.390" v="30816" actId="478"/>
          <ac:spMkLst>
            <pc:docMk/>
            <pc:sldMk cId="2764447923" sldId="269"/>
            <ac:spMk id="361" creationId="{C6C88E5C-DC41-42E8-CD9F-3F1EEF5445D1}"/>
          </ac:spMkLst>
        </pc:spChg>
        <pc:spChg chg="add mod">
          <ac:chgData name="Đức Thành Lê" userId="775589ddb43b4380" providerId="LiveId" clId="{9FD5E441-44C4-4DBD-A08F-38CC1D25082F}" dt="2026-10-17T08:28:06.262" v="31081" actId="165"/>
          <ac:spMkLst>
            <pc:docMk/>
            <pc:sldMk cId="2764447923" sldId="269"/>
            <ac:spMk id="363" creationId="{CB4A8C3F-C7DD-BE25-ECF1-67E84A7832DD}"/>
          </ac:spMkLst>
        </pc:spChg>
        <pc:spChg chg="add mod">
          <ac:chgData name="Đức Thành Lê" userId="775589ddb43b4380" providerId="LiveId" clId="{9FD5E441-44C4-4DBD-A08F-38CC1D25082F}" dt="2026-10-17T08:11:41.107" v="30819" actId="1076"/>
          <ac:spMkLst>
            <pc:docMk/>
            <pc:sldMk cId="2764447923" sldId="269"/>
            <ac:spMk id="365" creationId="{7AED4C2F-F273-D8F4-1DCB-55056304B328}"/>
          </ac:spMkLst>
        </pc:spChg>
        <pc:spChg chg="add mod">
          <ac:chgData name="Đức Thành Lê" userId="775589ddb43b4380" providerId="LiveId" clId="{9FD5E441-44C4-4DBD-A08F-38CC1D25082F}" dt="2026-10-17T08:12:57.770" v="30832" actId="1582"/>
          <ac:spMkLst>
            <pc:docMk/>
            <pc:sldMk cId="2764447923" sldId="269"/>
            <ac:spMk id="367" creationId="{9F4CA4DE-6B90-88E1-0925-139879925AD3}"/>
          </ac:spMkLst>
        </pc:spChg>
        <pc:spChg chg="add mod">
          <ac:chgData name="Đức Thành Lê" userId="775589ddb43b4380" providerId="LiveId" clId="{9FD5E441-44C4-4DBD-A08F-38CC1D25082F}" dt="2026-10-17T08:28:06.262" v="31081" actId="165"/>
          <ac:spMkLst>
            <pc:docMk/>
            <pc:sldMk cId="2764447923" sldId="269"/>
            <ac:spMk id="369" creationId="{A992A4CA-B2B8-3717-5966-70042E27C91B}"/>
          </ac:spMkLst>
        </pc:spChg>
        <pc:spChg chg="add del mod">
          <ac:chgData name="Đức Thành Lê" userId="775589ddb43b4380" providerId="LiveId" clId="{9FD5E441-44C4-4DBD-A08F-38CC1D25082F}" dt="2026-10-17T08:11:09.390" v="30816" actId="478"/>
          <ac:spMkLst>
            <pc:docMk/>
            <pc:sldMk cId="2764447923" sldId="269"/>
            <ac:spMk id="371" creationId="{10E0285A-49F4-584D-5E00-7DF1A89033A5}"/>
          </ac:spMkLst>
        </pc:spChg>
        <pc:spChg chg="add del mod">
          <ac:chgData name="Đức Thành Lê" userId="775589ddb43b4380" providerId="LiveId" clId="{9FD5E441-44C4-4DBD-A08F-38CC1D25082F}" dt="2026-10-17T08:11:09.390" v="30816" actId="478"/>
          <ac:spMkLst>
            <pc:docMk/>
            <pc:sldMk cId="2764447923" sldId="269"/>
            <ac:spMk id="373" creationId="{C9E56A80-DC0B-7D1F-4C14-18A92E55CF55}"/>
          </ac:spMkLst>
        </pc:spChg>
        <pc:spChg chg="add mod">
          <ac:chgData name="Đức Thành Lê" userId="775589ddb43b4380" providerId="LiveId" clId="{9FD5E441-44C4-4DBD-A08F-38CC1D25082F}" dt="2026-10-17T08:26:12.653" v="31054" actId="165"/>
          <ac:spMkLst>
            <pc:docMk/>
            <pc:sldMk cId="2764447923" sldId="269"/>
            <ac:spMk id="375" creationId="{D16D2493-919A-72BF-DAE1-899B7EBBDF6C}"/>
          </ac:spMkLst>
        </pc:spChg>
        <pc:spChg chg="add mod">
          <ac:chgData name="Đức Thành Lê" userId="775589ddb43b4380" providerId="LiveId" clId="{9FD5E441-44C4-4DBD-A08F-38CC1D25082F}" dt="2026-10-17T08:12:57.770" v="30832" actId="1582"/>
          <ac:spMkLst>
            <pc:docMk/>
            <pc:sldMk cId="2764447923" sldId="269"/>
            <ac:spMk id="377" creationId="{5E988F2F-5EC3-2FEE-6754-3DBD54EE582E}"/>
          </ac:spMkLst>
        </pc:spChg>
        <pc:spChg chg="add mod">
          <ac:chgData name="Đức Thành Lê" userId="775589ddb43b4380" providerId="LiveId" clId="{9FD5E441-44C4-4DBD-A08F-38CC1D25082F}" dt="2026-10-17T08:28:06.262" v="31081" actId="165"/>
          <ac:spMkLst>
            <pc:docMk/>
            <pc:sldMk cId="2764447923" sldId="269"/>
            <ac:spMk id="379" creationId="{38EF3F43-38C0-FC68-970A-4E61848B95E5}"/>
          </ac:spMkLst>
        </pc:spChg>
        <pc:spChg chg="add mod">
          <ac:chgData name="Đức Thành Lê" userId="775589ddb43b4380" providerId="LiveId" clId="{9FD5E441-44C4-4DBD-A08F-38CC1D25082F}" dt="2026-10-17T08:28:06.262" v="31081" actId="165"/>
          <ac:spMkLst>
            <pc:docMk/>
            <pc:sldMk cId="2764447923" sldId="269"/>
            <ac:spMk id="381" creationId="{901A556B-B945-882E-06A3-D595D16985CE}"/>
          </ac:spMkLst>
        </pc:spChg>
        <pc:spChg chg="add del mod">
          <ac:chgData name="Đức Thành Lê" userId="775589ddb43b4380" providerId="LiveId" clId="{9FD5E441-44C4-4DBD-A08F-38CC1D25082F}" dt="2026-10-17T08:11:09.390" v="30816" actId="478"/>
          <ac:spMkLst>
            <pc:docMk/>
            <pc:sldMk cId="2764447923" sldId="269"/>
            <ac:spMk id="383" creationId="{6F24B782-D25E-3A81-985E-C4985A03A711}"/>
          </ac:spMkLst>
        </pc:spChg>
        <pc:spChg chg="add del mod">
          <ac:chgData name="Đức Thành Lê" userId="775589ddb43b4380" providerId="LiveId" clId="{9FD5E441-44C4-4DBD-A08F-38CC1D25082F}" dt="2026-10-17T08:11:09.390" v="30816" actId="478"/>
          <ac:spMkLst>
            <pc:docMk/>
            <pc:sldMk cId="2764447923" sldId="269"/>
            <ac:spMk id="385" creationId="{28979D15-5645-A239-1AD9-F094257B0492}"/>
          </ac:spMkLst>
        </pc:spChg>
        <pc:spChg chg="add mod">
          <ac:chgData name="Đức Thành Lê" userId="775589ddb43b4380" providerId="LiveId" clId="{9FD5E441-44C4-4DBD-A08F-38CC1D25082F}" dt="2026-10-17T08:13:10.508" v="30834" actId="164"/>
          <ac:spMkLst>
            <pc:docMk/>
            <pc:sldMk cId="2764447923" sldId="269"/>
            <ac:spMk id="387" creationId="{28ADB695-8036-F6D2-BEDE-498D56FA4348}"/>
          </ac:spMkLst>
        </pc:spChg>
        <pc:spChg chg="add mod">
          <ac:chgData name="Đức Thành Lê" userId="775589ddb43b4380" providerId="LiveId" clId="{9FD5E441-44C4-4DBD-A08F-38CC1D25082F}" dt="2026-10-17T08:28:06.262" v="31081" actId="165"/>
          <ac:spMkLst>
            <pc:docMk/>
            <pc:sldMk cId="2764447923" sldId="269"/>
            <ac:spMk id="389" creationId="{61A9005F-607C-05FE-7EF9-2FB3BC523E95}"/>
          </ac:spMkLst>
        </pc:spChg>
        <pc:spChg chg="add mod">
          <ac:chgData name="Đức Thành Lê" userId="775589ddb43b4380" providerId="LiveId" clId="{9FD5E441-44C4-4DBD-A08F-38CC1D25082F}" dt="2026-10-17T08:28:06.262" v="31081" actId="165"/>
          <ac:spMkLst>
            <pc:docMk/>
            <pc:sldMk cId="2764447923" sldId="269"/>
            <ac:spMk id="391" creationId="{F07D3451-A206-B803-138E-C40EC313675F}"/>
          </ac:spMkLst>
        </pc:spChg>
        <pc:spChg chg="add mod">
          <ac:chgData name="Đức Thành Lê" userId="775589ddb43b4380" providerId="LiveId" clId="{9FD5E441-44C4-4DBD-A08F-38CC1D25082F}" dt="2026-10-17T08:28:06.262" v="31081" actId="165"/>
          <ac:spMkLst>
            <pc:docMk/>
            <pc:sldMk cId="2764447923" sldId="269"/>
            <ac:spMk id="393" creationId="{60BA9C6D-9D05-BA9B-0B10-C991C1BD4086}"/>
          </ac:spMkLst>
        </pc:spChg>
        <pc:spChg chg="add mod">
          <ac:chgData name="Đức Thành Lê" userId="775589ddb43b4380" providerId="LiveId" clId="{9FD5E441-44C4-4DBD-A08F-38CC1D25082F}" dt="2026-10-17T08:17:58.423" v="30896" actId="1076"/>
          <ac:spMkLst>
            <pc:docMk/>
            <pc:sldMk cId="2764447923" sldId="269"/>
            <ac:spMk id="416" creationId="{744CADA1-53FF-FB10-A5C0-4A8B664D6CF6}"/>
          </ac:spMkLst>
        </pc:spChg>
        <pc:spChg chg="add 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419" creationId="{AC3618E8-2C04-F971-B0D7-76E1F6DD5E7A}"/>
          </ac:spMkLst>
        </pc:spChg>
        <pc:spChg chg="mod">
          <ac:chgData name="Đức Thành Lê" userId="775589ddb43b4380" providerId="LiveId" clId="{9FD5E441-44C4-4DBD-A08F-38CC1D25082F}" dt="2026-10-17T08:39:58.217" v="31287" actId="2085"/>
          <ac:spMkLst>
            <pc:docMk/>
            <pc:sldMk cId="2764447923" sldId="269"/>
            <ac:spMk id="457" creationId="{FCB58538-4F41-2C69-78F2-46F1DC480AE0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60" creationId="{DC126B7D-992E-8F8C-2B5B-73AB347AEB54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62" creationId="{030E3030-3CAB-DE69-33C3-BF6C41E0D6C6}"/>
          </ac:spMkLst>
        </pc:spChg>
        <pc:spChg chg="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463" creationId="{94B35BBD-14C1-A93E-2FC7-07F116C7955D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70" creationId="{B03A9AC9-4A89-7811-AE1A-8D9269E1CA12}"/>
          </ac:spMkLst>
        </pc:spChg>
        <pc:spChg chg="mod">
          <ac:chgData name="Đức Thành Lê" userId="775589ddb43b4380" providerId="LiveId" clId="{9FD5E441-44C4-4DBD-A08F-38CC1D25082F}" dt="2026-10-17T08:38:34.578" v="31270" actId="1076"/>
          <ac:spMkLst>
            <pc:docMk/>
            <pc:sldMk cId="2764447923" sldId="269"/>
            <ac:spMk id="474" creationId="{0D1EC759-340B-CBB6-D44D-AB480249E3A8}"/>
          </ac:spMkLst>
        </pc:spChg>
        <pc:spChg chg="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476" creationId="{C96ECABB-46CD-A4BF-20D5-9581C14B77EA}"/>
          </ac:spMkLst>
        </pc:spChg>
        <pc:spChg chg="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478" creationId="{94ABDE73-651B-E850-0D66-ACAAEB7C9799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80" creationId="{894B9AD7-1561-8708-315E-B5DF2905DCBB}"/>
          </ac:spMkLst>
        </pc:spChg>
        <pc:spChg chg="mod">
          <ac:chgData name="Đức Thành Lê" userId="775589ddb43b4380" providerId="LiveId" clId="{9FD5E441-44C4-4DBD-A08F-38CC1D25082F}" dt="2026-10-17T08:39:13.443" v="31281" actId="1076"/>
          <ac:spMkLst>
            <pc:docMk/>
            <pc:sldMk cId="2764447923" sldId="269"/>
            <ac:spMk id="481" creationId="{80CF3E2E-9293-C178-C89E-035515174340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82" creationId="{BF5106F2-4A0A-8A11-BF94-4593F311B2F1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89" creationId="{937637A9-EFE4-E052-27B9-7FDD6861C8AB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91" creationId="{F18A3B0C-49ED-8AA6-2C05-9832F293D222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93" creationId="{B9C04B1A-9D6F-259E-CCE0-9B278932B70C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94" creationId="{EE987254-F5AE-84ED-8AC4-C6567EBD75E8}"/>
          </ac:spMkLst>
        </pc:spChg>
        <pc:spChg chg="mod">
          <ac:chgData name="Đức Thành Lê" userId="775589ddb43b4380" providerId="LiveId" clId="{9FD5E441-44C4-4DBD-A08F-38CC1D25082F}" dt="2026-10-17T08:39:08.058" v="31280" actId="255"/>
          <ac:spMkLst>
            <pc:docMk/>
            <pc:sldMk cId="2764447923" sldId="269"/>
            <ac:spMk id="497" creationId="{96EA64C1-E6A5-B4CE-9B44-260EA4541232}"/>
          </ac:spMkLst>
        </pc:spChg>
        <pc:spChg chg="mod">
          <ac:chgData name="Đức Thành Lê" userId="775589ddb43b4380" providerId="LiveId" clId="{9FD5E441-44C4-4DBD-A08F-38CC1D25082F}" dt="2026-10-17T08:43:06.823" v="31324" actId="255"/>
          <ac:spMkLst>
            <pc:docMk/>
            <pc:sldMk cId="2764447923" sldId="269"/>
            <ac:spMk id="499" creationId="{246E99B5-9C07-9202-02B6-540EAF47399D}"/>
          </ac:spMkLst>
        </pc:spChg>
        <pc:spChg chg="mod topLvl">
          <ac:chgData name="Đức Thành Lê" userId="775589ddb43b4380" providerId="LiveId" clId="{9FD5E441-44C4-4DBD-A08F-38CC1D25082F}" dt="2026-10-17T08:47:43.766" v="31397" actId="164"/>
          <ac:spMkLst>
            <pc:docMk/>
            <pc:sldMk cId="2764447923" sldId="269"/>
            <ac:spMk id="504" creationId="{4D30DC57-36C3-2185-B050-5301486C20A9}"/>
          </ac:spMkLst>
        </pc:spChg>
        <pc:spChg chg="mod topLvl">
          <ac:chgData name="Đức Thành Lê" userId="775589ddb43b4380" providerId="LiveId" clId="{9FD5E441-44C4-4DBD-A08F-38CC1D25082F}" dt="2026-10-17T08:47:43.766" v="31397" actId="164"/>
          <ac:spMkLst>
            <pc:docMk/>
            <pc:sldMk cId="2764447923" sldId="269"/>
            <ac:spMk id="505" creationId="{98562642-3D39-2A04-7734-5B1317BBAB78}"/>
          </ac:spMkLst>
        </pc:spChg>
        <pc:spChg chg="mod topLvl">
          <ac:chgData name="Đức Thành Lê" userId="775589ddb43b4380" providerId="LiveId" clId="{9FD5E441-44C4-4DBD-A08F-38CC1D25082F}" dt="2026-10-17T08:52:20.206" v="31541" actId="14100"/>
          <ac:spMkLst>
            <pc:docMk/>
            <pc:sldMk cId="2764447923" sldId="269"/>
            <ac:spMk id="507" creationId="{7A340CE0-CBD4-C68C-3925-87CB447625A4}"/>
          </ac:spMkLst>
        </pc:spChg>
        <pc:spChg chg="mod topLvl">
          <ac:chgData name="Đức Thành Lê" userId="775589ddb43b4380" providerId="LiveId" clId="{9FD5E441-44C4-4DBD-A08F-38CC1D25082F}" dt="2026-10-17T08:48:00.313" v="31424" actId="164"/>
          <ac:spMkLst>
            <pc:docMk/>
            <pc:sldMk cId="2764447923" sldId="269"/>
            <ac:spMk id="508" creationId="{B30B45DE-4713-DF5B-8187-9B3B6DD98885}"/>
          </ac:spMkLst>
        </pc:spChg>
        <pc:spChg chg="mod topLvl">
          <ac:chgData name="Đức Thành Lê" userId="775589ddb43b4380" providerId="LiveId" clId="{9FD5E441-44C4-4DBD-A08F-38CC1D25082F}" dt="2026-10-17T08:44:32.444" v="31341" actId="164"/>
          <ac:spMkLst>
            <pc:docMk/>
            <pc:sldMk cId="2764447923" sldId="269"/>
            <ac:spMk id="510" creationId="{FDBB3552-6D93-054F-CA09-A18282D241CC}"/>
          </ac:spMkLst>
        </pc:spChg>
        <pc:spChg chg="mod topLvl">
          <ac:chgData name="Đức Thành Lê" userId="775589ddb43b4380" providerId="LiveId" clId="{9FD5E441-44C4-4DBD-A08F-38CC1D25082F}" dt="2026-10-17T08:44:32.444" v="31341" actId="164"/>
          <ac:spMkLst>
            <pc:docMk/>
            <pc:sldMk cId="2764447923" sldId="269"/>
            <ac:spMk id="511" creationId="{FDE5996F-2F92-A9F0-9043-372059CECF94}"/>
          </ac:spMkLst>
        </pc:spChg>
        <pc:spChg chg="mod topLvl">
          <ac:chgData name="Đức Thành Lê" userId="775589ddb43b4380" providerId="LiveId" clId="{9FD5E441-44C4-4DBD-A08F-38CC1D25082F}" dt="2026-10-17T08:44:32.444" v="31341" actId="164"/>
          <ac:spMkLst>
            <pc:docMk/>
            <pc:sldMk cId="2764447923" sldId="269"/>
            <ac:spMk id="512" creationId="{8400D08E-7306-D614-EC57-93B815BE2CE8}"/>
          </ac:spMkLst>
        </pc:spChg>
        <pc:spChg chg="mod">
          <ac:chgData name="Đức Thành Lê" userId="775589ddb43b4380" providerId="LiveId" clId="{9FD5E441-44C4-4DBD-A08F-38CC1D25082F}" dt="2026-10-17T08:45:36.029" v="31360" actId="14100"/>
          <ac:spMkLst>
            <pc:docMk/>
            <pc:sldMk cId="2764447923" sldId="269"/>
            <ac:spMk id="515" creationId="{29ECA35D-9124-C62D-3901-EAA24FA64551}"/>
          </ac:spMkLst>
        </pc:spChg>
        <pc:spChg chg="mod">
          <ac:chgData name="Đức Thành Lê" userId="775589ddb43b4380" providerId="LiveId" clId="{9FD5E441-44C4-4DBD-A08F-38CC1D25082F}" dt="2026-10-17T08:45:41.053" v="31362" actId="1076"/>
          <ac:spMkLst>
            <pc:docMk/>
            <pc:sldMk cId="2764447923" sldId="269"/>
            <ac:spMk id="516" creationId="{B2ED4C5B-8DDD-34FE-865E-4E6EE831F548}"/>
          </ac:spMkLst>
        </pc:spChg>
        <pc:spChg chg="mod">
          <ac:chgData name="Đức Thành Lê" userId="775589ddb43b4380" providerId="LiveId" clId="{9FD5E441-44C4-4DBD-A08F-38CC1D25082F}" dt="2026-10-17T08:45:33.239" v="31359" actId="14100"/>
          <ac:spMkLst>
            <pc:docMk/>
            <pc:sldMk cId="2764447923" sldId="269"/>
            <ac:spMk id="518" creationId="{4BC1D3DF-5607-289C-DD36-AD869650F342}"/>
          </ac:spMkLst>
        </pc:spChg>
        <pc:spChg chg="mod">
          <ac:chgData name="Đức Thành Lê" userId="775589ddb43b4380" providerId="LiveId" clId="{9FD5E441-44C4-4DBD-A08F-38CC1D25082F}" dt="2026-10-17T08:45:05.398" v="31351"/>
          <ac:spMkLst>
            <pc:docMk/>
            <pc:sldMk cId="2764447923" sldId="269"/>
            <ac:spMk id="519" creationId="{D07B09B1-9A69-99DD-E458-3168B8474C8F}"/>
          </ac:spMkLst>
        </pc:spChg>
        <pc:spChg chg="mod">
          <ac:chgData name="Đức Thành Lê" userId="775589ddb43b4380" providerId="LiveId" clId="{9FD5E441-44C4-4DBD-A08F-38CC1D25082F}" dt="2026-10-17T08:46:42.635" v="31381" actId="1076"/>
          <ac:spMkLst>
            <pc:docMk/>
            <pc:sldMk cId="2764447923" sldId="269"/>
            <ac:spMk id="522" creationId="{A37AB3FA-5181-BA24-2DDF-5BCCB44C3115}"/>
          </ac:spMkLst>
        </pc:spChg>
        <pc:spChg chg="mod">
          <ac:chgData name="Đức Thành Lê" userId="775589ddb43b4380" providerId="LiveId" clId="{9FD5E441-44C4-4DBD-A08F-38CC1D25082F}" dt="2026-10-17T08:45:05.398" v="31351"/>
          <ac:spMkLst>
            <pc:docMk/>
            <pc:sldMk cId="2764447923" sldId="269"/>
            <ac:spMk id="525" creationId="{AFC5D17E-4C6B-2CAC-C2B4-947CC6103B4A}"/>
          </ac:spMkLst>
        </pc:spChg>
        <pc:spChg chg="mod">
          <ac:chgData name="Đức Thành Lê" userId="775589ddb43b4380" providerId="LiveId" clId="{9FD5E441-44C4-4DBD-A08F-38CC1D25082F}" dt="2026-10-17T08:45:58.113" v="31366" actId="1076"/>
          <ac:spMkLst>
            <pc:docMk/>
            <pc:sldMk cId="2764447923" sldId="269"/>
            <ac:spMk id="528" creationId="{D4FA7880-3829-681B-76F5-5E2DB4AE2D35}"/>
          </ac:spMkLst>
        </pc:spChg>
        <pc:spChg chg="mod">
          <ac:chgData name="Đức Thành Lê" userId="775589ddb43b4380" providerId="LiveId" clId="{9FD5E441-44C4-4DBD-A08F-38CC1D25082F}" dt="2026-10-17T08:46:17.525" v="31373" actId="1076"/>
          <ac:spMkLst>
            <pc:docMk/>
            <pc:sldMk cId="2764447923" sldId="269"/>
            <ac:spMk id="531" creationId="{CB318710-72D2-1195-4A33-7672C5A3D3DA}"/>
          </ac:spMkLst>
        </pc:spChg>
        <pc:spChg chg="mod">
          <ac:chgData name="Đức Thành Lê" userId="775589ddb43b4380" providerId="LiveId" clId="{9FD5E441-44C4-4DBD-A08F-38CC1D25082F}" dt="2026-10-17T08:45:05.398" v="31351"/>
          <ac:spMkLst>
            <pc:docMk/>
            <pc:sldMk cId="2764447923" sldId="269"/>
            <ac:spMk id="532" creationId="{FD470653-B744-7D08-AC82-5339C836FE01}"/>
          </ac:spMkLst>
        </pc:spChg>
        <pc:spChg chg="mod">
          <ac:chgData name="Đức Thành Lê" userId="775589ddb43b4380" providerId="LiveId" clId="{9FD5E441-44C4-4DBD-A08F-38CC1D25082F}" dt="2026-10-17T08:52:09.115" v="31535" actId="164"/>
          <ac:spMkLst>
            <pc:docMk/>
            <pc:sldMk cId="2764447923" sldId="269"/>
            <ac:spMk id="537" creationId="{9394908D-BA63-3AB6-26AD-96ECDC47387F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558" creationId="{FAAB88CB-E379-F223-637F-BB38BFA07BE9}"/>
          </ac:spMkLst>
        </pc:spChg>
        <pc:spChg chg="mod">
          <ac:chgData name="Đức Thành Lê" userId="775589ddb43b4380" providerId="LiveId" clId="{9FD5E441-44C4-4DBD-A08F-38CC1D25082F}" dt="2026-10-17T08:47:00.495" v="31384"/>
          <ac:spMkLst>
            <pc:docMk/>
            <pc:sldMk cId="2764447923" sldId="269"/>
            <ac:spMk id="573" creationId="{64510C5F-DCEE-92CA-EFBF-571A1A306003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575" creationId="{DC09EEE4-9A06-E1DC-2657-B92F17229939}"/>
          </ac:spMkLst>
        </pc:spChg>
        <pc:spChg chg="mod">
          <ac:chgData name="Đức Thành Lê" userId="775589ddb43b4380" providerId="LiveId" clId="{9FD5E441-44C4-4DBD-A08F-38CC1D25082F}" dt="2026-10-17T08:47:00.495" v="31384"/>
          <ac:spMkLst>
            <pc:docMk/>
            <pc:sldMk cId="2764447923" sldId="269"/>
            <ac:spMk id="577" creationId="{6F6FF44D-46DE-365C-ABC0-29AE550F3252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587" creationId="{2E837104-B040-E048-B447-4C83D0992A3E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589" creationId="{ECFB3DD4-A2DF-B0DE-3BD1-6EDDABBFFC5B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593" creationId="{996C2E33-3C5B-EF38-C421-4DF42820477B}"/>
          </ac:spMkLst>
        </pc:spChg>
        <pc:spChg chg="mod">
          <ac:chgData name="Đức Thành Lê" userId="775589ddb43b4380" providerId="LiveId" clId="{9FD5E441-44C4-4DBD-A08F-38CC1D25082F}" dt="2026-10-17T08:47:00.495" v="31384"/>
          <ac:spMkLst>
            <pc:docMk/>
            <pc:sldMk cId="2764447923" sldId="269"/>
            <ac:spMk id="602" creationId="{D468D3C0-1152-700D-4073-07EB803CB6AB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607" creationId="{F07F6021-1F77-B44C-0B74-E865406D3614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621" creationId="{82BFC2C5-A801-F9C0-CD75-FCEC432BB474}"/>
          </ac:spMkLst>
        </pc:spChg>
        <pc:spChg chg="mod">
          <ac:chgData name="Đức Thành Lê" userId="775589ddb43b4380" providerId="LiveId" clId="{9FD5E441-44C4-4DBD-A08F-38CC1D25082F}" dt="2026-10-17T08:47:00.495" v="31384"/>
          <ac:spMkLst>
            <pc:docMk/>
            <pc:sldMk cId="2764447923" sldId="269"/>
            <ac:spMk id="626" creationId="{8B5B198D-F4B6-E0F9-2F4D-682B1AE378CA}"/>
          </ac:spMkLst>
        </pc:spChg>
        <pc:spChg chg="mod">
          <ac:chgData name="Đức Thành Lê" userId="775589ddb43b4380" providerId="LiveId" clId="{9FD5E441-44C4-4DBD-A08F-38CC1D25082F}" dt="2026-10-17T08:47:00.495" v="31384"/>
          <ac:spMkLst>
            <pc:docMk/>
            <pc:sldMk cId="2764447923" sldId="269"/>
            <ac:spMk id="632" creationId="{08B2D1BB-7A68-C9F5-6588-6121CD6A6343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645" creationId="{1C1F26F4-A1B5-28CC-E4FE-3061CCF6474F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647" creationId="{0FC801AC-38A0-E304-BF9D-43EDCB72D4D2}"/>
          </ac:spMkLst>
        </pc:spChg>
        <pc:spChg chg="mod">
          <ac:chgData name="Đức Thành Lê" userId="775589ddb43b4380" providerId="LiveId" clId="{9FD5E441-44C4-4DBD-A08F-38CC1D25082F}" dt="2026-10-17T08:51:17.637" v="31503" actId="14861"/>
          <ac:spMkLst>
            <pc:docMk/>
            <pc:sldMk cId="2764447923" sldId="269"/>
            <ac:spMk id="655" creationId="{84A9D0B4-47BA-A3CE-0206-9AC12DF6ACDA}"/>
          </ac:spMkLst>
        </pc:spChg>
        <pc:spChg chg="mod">
          <ac:chgData name="Đức Thành Lê" userId="775589ddb43b4380" providerId="LiveId" clId="{9FD5E441-44C4-4DBD-A08F-38CC1D25082F}" dt="2026-10-17T08:50:38.626" v="31489" actId="165"/>
          <ac:spMkLst>
            <pc:docMk/>
            <pc:sldMk cId="2764447923" sldId="269"/>
            <ac:spMk id="656" creationId="{62169423-7D7E-5144-2BF8-83E4A0520E4C}"/>
          </ac:spMkLst>
        </pc:spChg>
        <pc:spChg chg="mod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64" creationId="{9695C895-7736-E1E8-062C-C6D22D4D0053}"/>
          </ac:spMkLst>
        </pc:spChg>
        <pc:spChg chg="mod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65" creationId="{3F681D79-8F5B-8C6B-F991-ACD55BC9F70C}"/>
          </ac:spMkLst>
        </pc:spChg>
        <pc:spChg chg="mod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67" creationId="{12E3872D-DBEA-0118-969B-EB5B74C2B556}"/>
          </ac:spMkLst>
        </pc:spChg>
        <pc:spChg chg="mod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69" creationId="{1FEF7054-ADC6-EB67-A336-D6328B89CD0E}"/>
          </ac:spMkLst>
        </pc:spChg>
        <pc:spChg chg="mod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74" creationId="{BFDCB867-D69C-3884-6B0C-C867604C968B}"/>
          </ac:spMkLst>
        </pc:spChg>
        <pc:spChg chg="mod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75" creationId="{DC741D78-5406-6C4F-8CCD-16EF18EE2B63}"/>
          </ac:spMkLst>
        </pc:spChg>
        <pc:spChg chg="mod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83" creationId="{E01EBC85-2B58-62E1-C9D2-193B0746B7CA}"/>
          </ac:spMkLst>
        </pc:spChg>
        <pc:spChg chg="mod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84" creationId="{206A1B79-A0E9-DBBC-296E-5E81B662E248}"/>
          </ac:spMkLst>
        </pc:spChg>
        <pc:spChg chg="mod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86" creationId="{96D5217D-DA43-043A-0986-ED707BA9BFAB}"/>
          </ac:spMkLst>
        </pc:spChg>
        <pc:spChg chg="mod topLvl">
          <ac:chgData name="Đức Thành Lê" userId="775589ddb43b4380" providerId="LiveId" clId="{9FD5E441-44C4-4DBD-A08F-38CC1D25082F}" dt="2026-10-17T08:52:35.590" v="31542" actId="164"/>
          <ac:spMkLst>
            <pc:docMk/>
            <pc:sldMk cId="2764447923" sldId="269"/>
            <ac:spMk id="697" creationId="{4DF63062-3897-2432-1B78-B26355237CDF}"/>
          </ac:spMkLst>
        </pc:spChg>
        <pc:spChg chg="mod">
          <ac:chgData name="Đức Thành Lê" userId="775589ddb43b4380" providerId="LiveId" clId="{9FD5E441-44C4-4DBD-A08F-38CC1D25082F}" dt="2026-10-17T08:48:17.224" v="31450" actId="165"/>
          <ac:spMkLst>
            <pc:docMk/>
            <pc:sldMk cId="2764447923" sldId="269"/>
            <ac:spMk id="698" creationId="{C6D30280-E725-F186-8B1A-54371DACF76E}"/>
          </ac:spMkLst>
        </pc:spChg>
        <pc:spChg chg="mod">
          <ac:chgData name="Đức Thành Lê" userId="775589ddb43b4380" providerId="LiveId" clId="{9FD5E441-44C4-4DBD-A08F-38CC1D25082F}" dt="2026-10-17T08:51:35.454" v="31524" actId="14861"/>
          <ac:spMkLst>
            <pc:docMk/>
            <pc:sldMk cId="2764447923" sldId="269"/>
            <ac:spMk id="705" creationId="{2F99D1F2-3B6C-F86B-2E48-0B5907FD1EC9}"/>
          </ac:spMkLst>
        </pc:spChg>
        <pc:spChg chg="mod">
          <ac:chgData name="Đức Thành Lê" userId="775589ddb43b4380" providerId="LiveId" clId="{9FD5E441-44C4-4DBD-A08F-38CC1D25082F}" dt="2026-10-17T08:47:00.495" v="31384"/>
          <ac:spMkLst>
            <pc:docMk/>
            <pc:sldMk cId="2764447923" sldId="269"/>
            <ac:spMk id="712" creationId="{F1C2D5B3-DB25-066E-2B0E-EC5C49214F56}"/>
          </ac:spMkLst>
        </pc:spChg>
        <pc:spChg chg="mod">
          <ac:chgData name="Đức Thành Lê" userId="775589ddb43b4380" providerId="LiveId" clId="{9FD5E441-44C4-4DBD-A08F-38CC1D25082F}" dt="2026-10-17T08:48:17.224" v="31450" actId="165"/>
          <ac:spMkLst>
            <pc:docMk/>
            <pc:sldMk cId="2764447923" sldId="269"/>
            <ac:spMk id="731" creationId="{9208F3EA-067D-1FF1-8E0A-38C7304CDF61}"/>
          </ac:spMkLst>
        </pc:spChg>
        <pc:spChg chg="mod">
          <ac:chgData name="Đức Thành Lê" userId="775589ddb43b4380" providerId="LiveId" clId="{9FD5E441-44C4-4DBD-A08F-38CC1D25082F}" dt="2026-10-17T08:48:17.224" v="31450" actId="165"/>
          <ac:spMkLst>
            <pc:docMk/>
            <pc:sldMk cId="2764447923" sldId="269"/>
            <ac:spMk id="735" creationId="{E605AE5B-ADDB-1905-5A39-A6D0B16D7F34}"/>
          </ac:spMkLst>
        </pc:spChg>
        <pc:spChg chg="mod">
          <ac:chgData name="Đức Thành Lê" userId="775589ddb43b4380" providerId="LiveId" clId="{9FD5E441-44C4-4DBD-A08F-38CC1D25082F}" dt="2026-10-17T08:48:17.224" v="31450" actId="165"/>
          <ac:spMkLst>
            <pc:docMk/>
            <pc:sldMk cId="2764447923" sldId="269"/>
            <ac:spMk id="749" creationId="{B8A5A0BB-C144-3B6C-DDFC-93A383686CCF}"/>
          </ac:spMkLst>
        </pc:spChg>
        <pc:spChg chg="mod">
          <ac:chgData name="Đức Thành Lê" userId="775589ddb43b4380" providerId="LiveId" clId="{9FD5E441-44C4-4DBD-A08F-38CC1D25082F}" dt="2026-10-17T08:49:09.343" v="31464" actId="2085"/>
          <ac:spMkLst>
            <pc:docMk/>
            <pc:sldMk cId="2764447923" sldId="269"/>
            <ac:spMk id="770" creationId="{D294571D-DE97-6CC2-E801-8073221C5D93}"/>
          </ac:spMkLst>
        </pc:spChg>
        <pc:spChg chg="mod">
          <ac:chgData name="Đức Thành Lê" userId="775589ddb43b4380" providerId="LiveId" clId="{9FD5E441-44C4-4DBD-A08F-38CC1D25082F}" dt="2026-10-17T08:47:00.495" v="31384"/>
          <ac:spMkLst>
            <pc:docMk/>
            <pc:sldMk cId="2764447923" sldId="269"/>
            <ac:spMk id="786" creationId="{374B640C-F7B1-3862-6E59-C5653143A918}"/>
          </ac:spMkLst>
        </pc:spChg>
        <pc:spChg chg="mod">
          <ac:chgData name="Đức Thành Lê" userId="775589ddb43b4380" providerId="LiveId" clId="{9FD5E441-44C4-4DBD-A08F-38CC1D25082F}" dt="2026-10-17T08:51:49.734" v="31534" actId="14861"/>
          <ac:spMkLst>
            <pc:docMk/>
            <pc:sldMk cId="2764447923" sldId="269"/>
            <ac:spMk id="803" creationId="{F5E89275-68A8-E285-60B0-6422973D0572}"/>
          </ac:spMkLst>
        </pc:spChg>
        <pc:spChg chg="mod">
          <ac:chgData name="Đức Thành Lê" userId="775589ddb43b4380" providerId="LiveId" clId="{9FD5E441-44C4-4DBD-A08F-38CC1D25082F}" dt="2026-10-17T08:48:17.224" v="31450" actId="165"/>
          <ac:spMkLst>
            <pc:docMk/>
            <pc:sldMk cId="2764447923" sldId="269"/>
            <ac:spMk id="808" creationId="{656AF754-01FF-774F-87BF-7886CCF3E2D2}"/>
          </ac:spMkLst>
        </pc:spChg>
        <pc:spChg chg="mod">
          <ac:chgData name="Đức Thành Lê" userId="775589ddb43b4380" providerId="LiveId" clId="{9FD5E441-44C4-4DBD-A08F-38CC1D25082F}" dt="2026-10-17T08:47:00.495" v="31384"/>
          <ac:spMkLst>
            <pc:docMk/>
            <pc:sldMk cId="2764447923" sldId="269"/>
            <ac:spMk id="819" creationId="{B31D5D3E-6273-9C38-5C9D-A19206911B56}"/>
          </ac:spMkLst>
        </pc:spChg>
        <pc:spChg chg="mod">
          <ac:chgData name="Đức Thành Lê" userId="775589ddb43b4380" providerId="LiveId" clId="{9FD5E441-44C4-4DBD-A08F-38CC1D25082F}" dt="2026-10-17T08:48:17.224" v="31450" actId="165"/>
          <ac:spMkLst>
            <pc:docMk/>
            <pc:sldMk cId="2764447923" sldId="269"/>
            <ac:spMk id="829" creationId="{9D01A740-0F12-C1C4-8C1C-F2A7D5DC44B2}"/>
          </ac:spMkLst>
        </pc:spChg>
        <pc:spChg chg="mod">
          <ac:chgData name="Đức Thành Lê" userId="775589ddb43b4380" providerId="LiveId" clId="{9FD5E441-44C4-4DBD-A08F-38CC1D25082F}" dt="2026-10-17T08:48:17.224" v="31450" actId="165"/>
          <ac:spMkLst>
            <pc:docMk/>
            <pc:sldMk cId="2764447923" sldId="269"/>
            <ac:spMk id="843" creationId="{220AC651-7DEE-9F8A-FD61-4C0482D899FA}"/>
          </ac:spMkLst>
        </pc:spChg>
        <pc:spChg chg="mod">
          <ac:chgData name="Đức Thành Lê" userId="775589ddb43b4380" providerId="LiveId" clId="{9FD5E441-44C4-4DBD-A08F-38CC1D25082F}" dt="2026-10-17T08:48:17.224" v="31450" actId="165"/>
          <ac:spMkLst>
            <pc:docMk/>
            <pc:sldMk cId="2764447923" sldId="269"/>
            <ac:spMk id="848" creationId="{65465121-74A4-7416-3A4E-1B8FFEE7E80A}"/>
          </ac:spMkLst>
        </pc:spChg>
        <pc:spChg chg="mod">
          <ac:chgData name="Đức Thành Lê" userId="775589ddb43b4380" providerId="LiveId" clId="{9FD5E441-44C4-4DBD-A08F-38CC1D25082F}" dt="2026-10-17T08:48:17.224" v="31450" actId="165"/>
          <ac:spMkLst>
            <pc:docMk/>
            <pc:sldMk cId="2764447923" sldId="269"/>
            <ac:spMk id="850" creationId="{34776EAC-1F6A-833F-3010-F5548143290A}"/>
          </ac:spMkLst>
        </pc:spChg>
        <pc:spChg chg="mod">
          <ac:chgData name="Đức Thành Lê" userId="775589ddb43b4380" providerId="LiveId" clId="{9FD5E441-44C4-4DBD-A08F-38CC1D25082F}" dt="2026-10-17T08:47:00.495" v="31384"/>
          <ac:spMkLst>
            <pc:docMk/>
            <pc:sldMk cId="2764447923" sldId="269"/>
            <ac:spMk id="852" creationId="{6DEDC983-2585-5852-9FF7-ACCF09B4ECA7}"/>
          </ac:spMkLst>
        </pc:spChg>
        <pc:spChg chg="mod">
          <ac:chgData name="Đức Thành Lê" userId="775589ddb43b4380" providerId="LiveId" clId="{9FD5E441-44C4-4DBD-A08F-38CC1D25082F}" dt="2026-10-17T08:49:44.769" v="31485" actId="14861"/>
          <ac:spMkLst>
            <pc:docMk/>
            <pc:sldMk cId="2764447923" sldId="269"/>
            <ac:spMk id="858" creationId="{949FBE52-224E-884E-48B8-318C298717A7}"/>
          </ac:spMkLst>
        </pc:spChg>
        <pc:grpChg chg="mod">
          <ac:chgData name="Đức Thành Lê" userId="775589ddb43b4380" providerId="LiveId" clId="{9FD5E441-44C4-4DBD-A08F-38CC1D25082F}" dt="2026-10-17T07:34:40.075" v="30201" actId="1076"/>
          <ac:grpSpMkLst>
            <pc:docMk/>
            <pc:sldMk cId="2764447923" sldId="269"/>
            <ac:grpSpMk id="3" creationId="{D4E18D94-6CB5-9F59-1469-DE486FC188CB}"/>
          </ac:grpSpMkLst>
        </pc:grpChg>
        <pc:grpChg chg="del mod">
          <ac:chgData name="Đức Thành Lê" userId="775589ddb43b4380" providerId="LiveId" clId="{9FD5E441-44C4-4DBD-A08F-38CC1D25082F}" dt="2026-10-17T07:36:06.683" v="30213" actId="165"/>
          <ac:grpSpMkLst>
            <pc:docMk/>
            <pc:sldMk cId="2764447923" sldId="269"/>
            <ac:grpSpMk id="6" creationId="{91B9F27C-DF52-B37E-D432-B68BEC760113}"/>
          </ac:grpSpMkLst>
        </pc:grpChg>
        <pc:grpChg chg="mod">
          <ac:chgData name="Đức Thành Lê" userId="775589ddb43b4380" providerId="LiveId" clId="{9FD5E441-44C4-4DBD-A08F-38CC1D25082F}" dt="2026-10-17T08:35:59.572" v="31243" actId="164"/>
          <ac:grpSpMkLst>
            <pc:docMk/>
            <pc:sldMk cId="2764447923" sldId="269"/>
            <ac:grpSpMk id="7" creationId="{84CEBE19-6F2D-4423-0F8B-E9FF82827D29}"/>
          </ac:grpSpMkLst>
        </pc:grpChg>
        <pc:grpChg chg="del mod">
          <ac:chgData name="Đức Thành Lê" userId="775589ddb43b4380" providerId="LiveId" clId="{9FD5E441-44C4-4DBD-A08F-38CC1D25082F}" dt="2026-10-17T08:32:51.029" v="31180" actId="165"/>
          <ac:grpSpMkLst>
            <pc:docMk/>
            <pc:sldMk cId="2764447923" sldId="269"/>
            <ac:grpSpMk id="11" creationId="{AE234264-02AA-3D30-E612-1BB2D66FAFFB}"/>
          </ac:grpSpMkLst>
        </pc:grpChg>
        <pc:grpChg chg="mod">
          <ac:chgData name="Đức Thành Lê" userId="775589ddb43b4380" providerId="LiveId" clId="{9FD5E441-44C4-4DBD-A08F-38CC1D25082F}" dt="2026-10-17T07:43:44.965" v="30454" actId="164"/>
          <ac:grpSpMkLst>
            <pc:docMk/>
            <pc:sldMk cId="2764447923" sldId="269"/>
            <ac:grpSpMk id="12" creationId="{72A93077-7D8F-CE03-BACF-13861707992F}"/>
          </ac:grpSpMkLst>
        </pc:grpChg>
        <pc:grpChg chg="mod">
          <ac:chgData name="Đức Thành Lê" userId="775589ddb43b4380" providerId="LiveId" clId="{9FD5E441-44C4-4DBD-A08F-38CC1D25082F}" dt="2026-10-17T08:33:49.338" v="31193" actId="255"/>
          <ac:grpSpMkLst>
            <pc:docMk/>
            <pc:sldMk cId="2764447923" sldId="269"/>
            <ac:grpSpMk id="13" creationId="{7D316CE4-B416-85F8-32F0-82265BAEB75E}"/>
          </ac:grpSpMkLst>
        </pc:grpChg>
        <pc:grpChg chg="mod">
          <ac:chgData name="Đức Thành Lê" userId="775589ddb43b4380" providerId="LiveId" clId="{9FD5E441-44C4-4DBD-A08F-38CC1D25082F}" dt="2026-10-17T08:34:12.260" v="31200" actId="255"/>
          <ac:grpSpMkLst>
            <pc:docMk/>
            <pc:sldMk cId="2764447923" sldId="269"/>
            <ac:grpSpMk id="14" creationId="{AF6E3570-3715-2E3C-3C47-897D34465673}"/>
          </ac:grpSpMkLst>
        </pc:grpChg>
        <pc:grpChg chg="mod">
          <ac:chgData name="Đức Thành Lê" userId="775589ddb43b4380" providerId="LiveId" clId="{9FD5E441-44C4-4DBD-A08F-38CC1D25082F}" dt="2026-10-17T07:43:48.502" v="30455" actId="164"/>
          <ac:grpSpMkLst>
            <pc:docMk/>
            <pc:sldMk cId="2764447923" sldId="269"/>
            <ac:grpSpMk id="15" creationId="{77F34CCF-33B5-AE4D-3F53-E76F84CA84F4}"/>
          </ac:grpSpMkLst>
        </pc:grpChg>
        <pc:grpChg chg="mod">
          <ac:chgData name="Đức Thành Lê" userId="775589ddb43b4380" providerId="LiveId" clId="{9FD5E441-44C4-4DBD-A08F-38CC1D25082F}" dt="2026-10-17T08:31:50.713" v="31136" actId="164"/>
          <ac:grpSpMkLst>
            <pc:docMk/>
            <pc:sldMk cId="2764447923" sldId="269"/>
            <ac:grpSpMk id="16" creationId="{075CD311-6AA8-9952-C678-192EC0FA005E}"/>
          </ac:grpSpMkLst>
        </pc:grpChg>
        <pc:grpChg chg="del">
          <ac:chgData name="Đức Thành Lê" userId="775589ddb43b4380" providerId="LiveId" clId="{9FD5E441-44C4-4DBD-A08F-38CC1D25082F}" dt="2026-10-17T07:38:33.085" v="30389" actId="165"/>
          <ac:grpSpMkLst>
            <pc:docMk/>
            <pc:sldMk cId="2764447923" sldId="269"/>
            <ac:grpSpMk id="19" creationId="{C37663F1-C989-610F-AEB9-38A2587785C1}"/>
          </ac:grpSpMkLst>
        </pc:grpChg>
        <pc:grpChg chg="mod">
          <ac:chgData name="Đức Thành Lê" userId="775589ddb43b4380" providerId="LiveId" clId="{9FD5E441-44C4-4DBD-A08F-38CC1D25082F}" dt="2026-10-17T07:43:44.965" v="30454" actId="164"/>
          <ac:grpSpMkLst>
            <pc:docMk/>
            <pc:sldMk cId="2764447923" sldId="269"/>
            <ac:grpSpMk id="20" creationId="{D84BA544-4870-32FB-1C44-7F9C70B486DE}"/>
          </ac:grpSpMkLst>
        </pc:grpChg>
        <pc:grpChg chg="mod">
          <ac:chgData name="Đức Thành Lê" userId="775589ddb43b4380" providerId="LiveId" clId="{9FD5E441-44C4-4DBD-A08F-38CC1D25082F}" dt="2026-10-17T07:43:41.474" v="30453" actId="164"/>
          <ac:grpSpMkLst>
            <pc:docMk/>
            <pc:sldMk cId="2764447923" sldId="269"/>
            <ac:grpSpMk id="21" creationId="{CA42456B-17E1-B264-185A-79EFCD94FA24}"/>
          </ac:grpSpMkLst>
        </pc:grpChg>
        <pc:grpChg chg="del mod">
          <ac:chgData name="Đức Thành Lê" userId="775589ddb43b4380" providerId="LiveId" clId="{9FD5E441-44C4-4DBD-A08F-38CC1D25082F}" dt="2026-10-17T08:32:53.479" v="31181" actId="165"/>
          <ac:grpSpMkLst>
            <pc:docMk/>
            <pc:sldMk cId="2764447923" sldId="269"/>
            <ac:grpSpMk id="24" creationId="{549EB9F7-080C-9805-8CD9-96D782F050B8}"/>
          </ac:grpSpMkLst>
        </pc:grpChg>
        <pc:grpChg chg="mod">
          <ac:chgData name="Đức Thành Lê" userId="775589ddb43b4380" providerId="LiveId" clId="{9FD5E441-44C4-4DBD-A08F-38CC1D25082F}" dt="2026-10-17T07:43:37.869" v="30452" actId="164"/>
          <ac:grpSpMkLst>
            <pc:docMk/>
            <pc:sldMk cId="2764447923" sldId="269"/>
            <ac:grpSpMk id="26" creationId="{2486333D-F7BE-FE00-F1D6-5D1CF6644E2B}"/>
          </ac:grpSpMkLst>
        </pc:grpChg>
        <pc:grpChg chg="mod">
          <ac:chgData name="Đức Thành Lê" userId="775589ddb43b4380" providerId="LiveId" clId="{9FD5E441-44C4-4DBD-A08F-38CC1D25082F}" dt="2026-10-17T08:33:51.989" v="31195" actId="255"/>
          <ac:grpSpMkLst>
            <pc:docMk/>
            <pc:sldMk cId="2764447923" sldId="269"/>
            <ac:grpSpMk id="32" creationId="{996266DD-9A6F-BDD7-0E1B-F2BCAE5A44A0}"/>
          </ac:grpSpMkLst>
        </pc:grpChg>
        <pc:grpChg chg="mod">
          <ac:chgData name="Đức Thành Lê" userId="775589ddb43b4380" providerId="LiveId" clId="{9FD5E441-44C4-4DBD-A08F-38CC1D25082F}" dt="2026-10-17T08:34:16.442" v="31202" actId="255"/>
          <ac:grpSpMkLst>
            <pc:docMk/>
            <pc:sldMk cId="2764447923" sldId="269"/>
            <ac:grpSpMk id="33" creationId="{38D16F18-3253-444F-CCAB-635F178E0866}"/>
          </ac:grpSpMkLst>
        </pc:grpChg>
        <pc:grpChg chg="del">
          <ac:chgData name="Đức Thành Lê" userId="775589ddb43b4380" providerId="LiveId" clId="{9FD5E441-44C4-4DBD-A08F-38CC1D25082F}" dt="2026-10-17T07:39:50.146" v="30409" actId="165"/>
          <ac:grpSpMkLst>
            <pc:docMk/>
            <pc:sldMk cId="2764447923" sldId="269"/>
            <ac:grpSpMk id="34" creationId="{C53456AA-C250-72F1-AE91-2EA746713468}"/>
          </ac:grpSpMkLst>
        </pc:grpChg>
        <pc:grpChg chg="del mod topLvl">
          <ac:chgData name="Đức Thành Lê" userId="775589ddb43b4380" providerId="LiveId" clId="{9FD5E441-44C4-4DBD-A08F-38CC1D25082F}" dt="2026-10-17T07:39:51.514" v="30410" actId="478"/>
          <ac:grpSpMkLst>
            <pc:docMk/>
            <pc:sldMk cId="2764447923" sldId="269"/>
            <ac:grpSpMk id="36" creationId="{4B792867-6954-AAF1-768A-CD5F11BC6265}"/>
          </ac:grpSpMkLst>
        </pc:grpChg>
        <pc:grpChg chg="mod">
          <ac:chgData name="Đức Thành Lê" userId="775589ddb43b4380" providerId="LiveId" clId="{9FD5E441-44C4-4DBD-A08F-38CC1D25082F}" dt="2026-10-17T08:34:16.442" v="31202" actId="255"/>
          <ac:grpSpMkLst>
            <pc:docMk/>
            <pc:sldMk cId="2764447923" sldId="269"/>
            <ac:grpSpMk id="39" creationId="{9450DC6D-9E02-1155-8F7D-8040116972FB}"/>
          </ac:grpSpMkLst>
        </pc:grpChg>
        <pc:grpChg chg="mod">
          <ac:chgData name="Đức Thành Lê" userId="775589ddb43b4380" providerId="LiveId" clId="{9FD5E441-44C4-4DBD-A08F-38CC1D25082F}" dt="2026-10-17T08:34:16.442" v="31202" actId="255"/>
          <ac:grpSpMkLst>
            <pc:docMk/>
            <pc:sldMk cId="2764447923" sldId="269"/>
            <ac:grpSpMk id="41" creationId="{3E5C7A62-A7E9-E4B4-B68F-8EA382045758}"/>
          </ac:grpSpMkLst>
        </pc:grpChg>
        <pc:grpChg chg="mod">
          <ac:chgData name="Đức Thành Lê" userId="775589ddb43b4380" providerId="LiveId" clId="{9FD5E441-44C4-4DBD-A08F-38CC1D25082F}" dt="2026-10-17T08:33:51.989" v="31195" actId="255"/>
          <ac:grpSpMkLst>
            <pc:docMk/>
            <pc:sldMk cId="2764447923" sldId="269"/>
            <ac:grpSpMk id="46" creationId="{2D23C458-6114-F336-7949-5D071F0136E5}"/>
          </ac:grpSpMkLst>
        </pc:grpChg>
        <pc:grpChg chg="mod topLvl">
          <ac:chgData name="Đức Thành Lê" userId="775589ddb43b4380" providerId="LiveId" clId="{9FD5E441-44C4-4DBD-A08F-38CC1D25082F}" dt="2026-10-17T08:32:53.479" v="31181" actId="165"/>
          <ac:grpSpMkLst>
            <pc:docMk/>
            <pc:sldMk cId="2764447923" sldId="269"/>
            <ac:grpSpMk id="51" creationId="{AEC0575B-31CF-E676-12D9-2DD60B73B689}"/>
          </ac:grpSpMkLst>
        </pc:grpChg>
        <pc:grpChg chg="mod">
          <ac:chgData name="Đức Thành Lê" userId="775589ddb43b4380" providerId="LiveId" clId="{9FD5E441-44C4-4DBD-A08F-38CC1D25082F}" dt="2026-10-17T08:33:50.927" v="31194" actId="255"/>
          <ac:grpSpMkLst>
            <pc:docMk/>
            <pc:sldMk cId="2764447923" sldId="269"/>
            <ac:grpSpMk id="57" creationId="{D482A092-66DB-B5DE-D92C-728661D957B1}"/>
          </ac:grpSpMkLst>
        </pc:grpChg>
        <pc:grpChg chg="mod">
          <ac:chgData name="Đức Thành Lê" userId="775589ddb43b4380" providerId="LiveId" clId="{9FD5E441-44C4-4DBD-A08F-38CC1D25082F}" dt="2026-10-17T08:34:15.100" v="31201" actId="255"/>
          <ac:grpSpMkLst>
            <pc:docMk/>
            <pc:sldMk cId="2764447923" sldId="269"/>
            <ac:grpSpMk id="58" creationId="{B5E7D5BE-A389-08BE-F06A-D03CA3D7BE06}"/>
          </ac:grpSpMkLst>
        </pc:grpChg>
        <pc:grpChg chg="del">
          <ac:chgData name="Đức Thành Lê" userId="775589ddb43b4380" providerId="LiveId" clId="{9FD5E441-44C4-4DBD-A08F-38CC1D25082F}" dt="2026-10-17T07:39:45.987" v="30407" actId="165"/>
          <ac:grpSpMkLst>
            <pc:docMk/>
            <pc:sldMk cId="2764447923" sldId="269"/>
            <ac:grpSpMk id="59" creationId="{D30A0139-382F-0AD0-CA83-106F9781DED7}"/>
          </ac:grpSpMkLst>
        </pc:grpChg>
        <pc:grpChg chg="add del mod topLvl">
          <ac:chgData name="Đức Thành Lê" userId="775589ddb43b4380" providerId="LiveId" clId="{9FD5E441-44C4-4DBD-A08F-38CC1D25082F}" dt="2026-10-17T07:39:47.633" v="30408" actId="478"/>
          <ac:grpSpMkLst>
            <pc:docMk/>
            <pc:sldMk cId="2764447923" sldId="269"/>
            <ac:grpSpMk id="61" creationId="{B2A4C3DE-8AC9-9BC2-303F-59149BAC9179}"/>
          </ac:grpSpMkLst>
        </pc:grpChg>
        <pc:grpChg chg="mod">
          <ac:chgData name="Đức Thành Lê" userId="775589ddb43b4380" providerId="LiveId" clId="{9FD5E441-44C4-4DBD-A08F-38CC1D25082F}" dt="2026-10-17T08:34:15.100" v="31201" actId="255"/>
          <ac:grpSpMkLst>
            <pc:docMk/>
            <pc:sldMk cId="2764447923" sldId="269"/>
            <ac:grpSpMk id="64" creationId="{001F05E1-2CFE-9197-702A-6167A2E9D83D}"/>
          </ac:grpSpMkLst>
        </pc:grpChg>
        <pc:grpChg chg="mod">
          <ac:chgData name="Đức Thành Lê" userId="775589ddb43b4380" providerId="LiveId" clId="{9FD5E441-44C4-4DBD-A08F-38CC1D25082F}" dt="2026-10-17T08:34:15.100" v="31201" actId="255"/>
          <ac:grpSpMkLst>
            <pc:docMk/>
            <pc:sldMk cId="2764447923" sldId="269"/>
            <ac:grpSpMk id="66" creationId="{F0CE434D-9907-E7FC-A9BD-9927C067A655}"/>
          </ac:grpSpMkLst>
        </pc:grpChg>
        <pc:grpChg chg="mod">
          <ac:chgData name="Đức Thành Lê" userId="775589ddb43b4380" providerId="LiveId" clId="{9FD5E441-44C4-4DBD-A08F-38CC1D25082F}" dt="2026-10-17T08:33:50.927" v="31194" actId="255"/>
          <ac:grpSpMkLst>
            <pc:docMk/>
            <pc:sldMk cId="2764447923" sldId="269"/>
            <ac:grpSpMk id="72" creationId="{B4F4CBFB-0F0E-B27F-952B-D630804D1B04}"/>
          </ac:grpSpMkLst>
        </pc:grpChg>
        <pc:grpChg chg="del mod topLvl">
          <ac:chgData name="Đức Thành Lê" userId="775589ddb43b4380" providerId="LiveId" clId="{9FD5E441-44C4-4DBD-A08F-38CC1D25082F}" dt="2026-10-17T07:39:37.170" v="30404" actId="478"/>
          <ac:grpSpMkLst>
            <pc:docMk/>
            <pc:sldMk cId="2764447923" sldId="269"/>
            <ac:grpSpMk id="89" creationId="{5247668E-EB62-C884-E88A-F809858092C6}"/>
          </ac:grpSpMkLst>
        </pc:grpChg>
        <pc:grpChg chg="del">
          <ac:chgData name="Đức Thành Lê" userId="775589ddb43b4380" providerId="LiveId" clId="{9FD5E441-44C4-4DBD-A08F-38CC1D25082F}" dt="2026-10-17T07:39:28.054" v="30401" actId="165"/>
          <ac:grpSpMkLst>
            <pc:docMk/>
            <pc:sldMk cId="2764447923" sldId="269"/>
            <ac:grpSpMk id="92" creationId="{C78584BB-9A01-A8B2-7B79-4814088B7CD6}"/>
          </ac:grpSpMkLst>
        </pc:grpChg>
        <pc:grpChg chg="mod">
          <ac:chgData name="Đức Thành Lê" userId="775589ddb43b4380" providerId="LiveId" clId="{9FD5E441-44C4-4DBD-A08F-38CC1D25082F}" dt="2026-10-17T08:33:47.773" v="31192" actId="255"/>
          <ac:grpSpMkLst>
            <pc:docMk/>
            <pc:sldMk cId="2764447923" sldId="269"/>
            <ac:grpSpMk id="93" creationId="{19E710C9-B754-E979-1D64-CEC0DE835340}"/>
          </ac:grpSpMkLst>
        </pc:grpChg>
        <pc:grpChg chg="mod">
          <ac:chgData name="Đức Thành Lê" userId="775589ddb43b4380" providerId="LiveId" clId="{9FD5E441-44C4-4DBD-A08F-38CC1D25082F}" dt="2026-10-17T08:34:04.781" v="31198" actId="255"/>
          <ac:grpSpMkLst>
            <pc:docMk/>
            <pc:sldMk cId="2764447923" sldId="269"/>
            <ac:grpSpMk id="94" creationId="{2497B54F-6D2C-8977-E334-BF8A7B3660D8}"/>
          </ac:grpSpMkLst>
        </pc:grpChg>
        <pc:grpChg chg="mod">
          <ac:chgData name="Đức Thành Lê" userId="775589ddb43b4380" providerId="LiveId" clId="{9FD5E441-44C4-4DBD-A08F-38CC1D25082F}" dt="2026-10-17T08:34:04.781" v="31198" actId="255"/>
          <ac:grpSpMkLst>
            <pc:docMk/>
            <pc:sldMk cId="2764447923" sldId="269"/>
            <ac:grpSpMk id="95" creationId="{3BA27BCB-9749-6D83-8CFA-20738BE6B619}"/>
          </ac:grpSpMkLst>
        </pc:grpChg>
        <pc:grpChg chg="mod">
          <ac:chgData name="Đức Thành Lê" userId="775589ddb43b4380" providerId="LiveId" clId="{9FD5E441-44C4-4DBD-A08F-38CC1D25082F}" dt="2026-10-17T08:34:04.781" v="31198" actId="255"/>
          <ac:grpSpMkLst>
            <pc:docMk/>
            <pc:sldMk cId="2764447923" sldId="269"/>
            <ac:grpSpMk id="97" creationId="{A2BFD4D5-1239-2014-3AE5-131281CFDDF1}"/>
          </ac:grpSpMkLst>
        </pc:grpChg>
        <pc:grpChg chg="mod">
          <ac:chgData name="Đức Thành Lê" userId="775589ddb43b4380" providerId="LiveId" clId="{9FD5E441-44C4-4DBD-A08F-38CC1D25082F}" dt="2026-10-17T08:33:47.773" v="31192" actId="255"/>
          <ac:grpSpMkLst>
            <pc:docMk/>
            <pc:sldMk cId="2764447923" sldId="269"/>
            <ac:grpSpMk id="102" creationId="{638B92B7-AE38-5765-BD37-4DD44D7EB38D}"/>
          </ac:grpSpMkLst>
        </pc:grpChg>
        <pc:grpChg chg="mod topLvl">
          <ac:chgData name="Đức Thành Lê" userId="775589ddb43b4380" providerId="LiveId" clId="{9FD5E441-44C4-4DBD-A08F-38CC1D25082F}" dt="2026-10-17T07:43:48.502" v="30455" actId="164"/>
          <ac:grpSpMkLst>
            <pc:docMk/>
            <pc:sldMk cId="2764447923" sldId="269"/>
            <ac:grpSpMk id="108" creationId="{CD14605C-8C44-D741-DAF1-6E58F34A952E}"/>
          </ac:grpSpMkLst>
        </pc:grpChg>
        <pc:grpChg chg="del">
          <ac:chgData name="Đức Thành Lê" userId="775589ddb43b4380" providerId="LiveId" clId="{9FD5E441-44C4-4DBD-A08F-38CC1D25082F}" dt="2026-10-17T07:42:38.251" v="30429" actId="478"/>
          <ac:grpSpMkLst>
            <pc:docMk/>
            <pc:sldMk cId="2764447923" sldId="269"/>
            <ac:grpSpMk id="116" creationId="{F386777F-2874-4D52-B48C-E42EC8EC290D}"/>
          </ac:grpSpMkLst>
        </pc:grpChg>
        <pc:grpChg chg="mod topLvl">
          <ac:chgData name="Đức Thành Lê" userId="775589ddb43b4380" providerId="LiveId" clId="{9FD5E441-44C4-4DBD-A08F-38CC1D25082F}" dt="2026-10-17T08:32:48.374" v="31179" actId="165"/>
          <ac:grpSpMkLst>
            <pc:docMk/>
            <pc:sldMk cId="2764447923" sldId="269"/>
            <ac:grpSpMk id="118" creationId="{DFC04EA7-5411-F429-0C8E-E6CC3D5C3C5A}"/>
          </ac:grpSpMkLst>
        </pc:grpChg>
        <pc:grpChg chg="mod">
          <ac:chgData name="Đức Thành Lê" userId="775589ddb43b4380" providerId="LiveId" clId="{9FD5E441-44C4-4DBD-A08F-38CC1D25082F}" dt="2026-10-17T08:34:12.260" v="31200" actId="255"/>
          <ac:grpSpMkLst>
            <pc:docMk/>
            <pc:sldMk cId="2764447923" sldId="269"/>
            <ac:grpSpMk id="123" creationId="{7A79DF6F-6DFB-563B-BA77-B7E90639DC85}"/>
          </ac:grpSpMkLst>
        </pc:grpChg>
        <pc:grpChg chg="mod">
          <ac:chgData name="Đức Thành Lê" userId="775589ddb43b4380" providerId="LiveId" clId="{9FD5E441-44C4-4DBD-A08F-38CC1D25082F}" dt="2026-10-17T08:34:12.260" v="31200" actId="255"/>
          <ac:grpSpMkLst>
            <pc:docMk/>
            <pc:sldMk cId="2764447923" sldId="269"/>
            <ac:grpSpMk id="125" creationId="{C35C16F0-21F9-4A5A-4B34-B3D7C7F2AC27}"/>
          </ac:grpSpMkLst>
        </pc:grpChg>
        <pc:grpChg chg="mod">
          <ac:chgData name="Đức Thành Lê" userId="775589ddb43b4380" providerId="LiveId" clId="{9FD5E441-44C4-4DBD-A08F-38CC1D25082F}" dt="2026-10-17T08:33:49.338" v="31193" actId="255"/>
          <ac:grpSpMkLst>
            <pc:docMk/>
            <pc:sldMk cId="2764447923" sldId="269"/>
            <ac:grpSpMk id="130" creationId="{4471052B-315C-B056-AB29-EF20E72AE693}"/>
          </ac:grpSpMkLst>
        </pc:grpChg>
        <pc:grpChg chg="mod topLvl">
          <ac:chgData name="Đức Thành Lê" userId="775589ddb43b4380" providerId="LiveId" clId="{9FD5E441-44C4-4DBD-A08F-38CC1D25082F}" dt="2026-10-17T08:32:48.374" v="31179" actId="165"/>
          <ac:grpSpMkLst>
            <pc:docMk/>
            <pc:sldMk cId="2764447923" sldId="269"/>
            <ac:grpSpMk id="135" creationId="{74F4D4B0-AE8A-4F02-3031-5AFEBA41460F}"/>
          </ac:grpSpMkLst>
        </pc:grpChg>
        <pc:grpChg chg="mod topLvl">
          <ac:chgData name="Đức Thành Lê" userId="775589ddb43b4380" providerId="LiveId" clId="{9FD5E441-44C4-4DBD-A08F-38CC1D25082F}" dt="2026-10-17T08:32:51.029" v="31180" actId="165"/>
          <ac:grpSpMkLst>
            <pc:docMk/>
            <pc:sldMk cId="2764447923" sldId="269"/>
            <ac:grpSpMk id="141" creationId="{D67E2BD0-46FB-9A99-F602-075AFBE7D68F}"/>
          </ac:grpSpMkLst>
        </pc:grpChg>
        <pc:grpChg chg="del mod">
          <ac:chgData name="Đức Thành Lê" userId="775589ddb43b4380" providerId="LiveId" clId="{9FD5E441-44C4-4DBD-A08F-38CC1D25082F}" dt="2026-10-17T08:23:16.889" v="31000" actId="165"/>
          <ac:grpSpMkLst>
            <pc:docMk/>
            <pc:sldMk cId="2764447923" sldId="269"/>
            <ac:grpSpMk id="154" creationId="{25F1F120-4882-02AD-17FF-18C120525504}"/>
          </ac:grpSpMkLst>
        </pc:grpChg>
        <pc:grpChg chg="mod">
          <ac:chgData name="Đức Thành Lê" userId="775589ddb43b4380" providerId="LiveId" clId="{9FD5E441-44C4-4DBD-A08F-38CC1D25082F}" dt="2026-10-17T08:29:37.292" v="31102" actId="1076"/>
          <ac:grpSpMkLst>
            <pc:docMk/>
            <pc:sldMk cId="2764447923" sldId="269"/>
            <ac:grpSpMk id="155" creationId="{FFBF050D-49BC-D5DD-E5B6-67EF79E1F8EC}"/>
          </ac:grpSpMkLst>
        </pc:grpChg>
        <pc:grpChg chg="mod">
          <ac:chgData name="Đức Thành Lê" userId="775589ddb43b4380" providerId="LiveId" clId="{9FD5E441-44C4-4DBD-A08F-38CC1D25082F}" dt="2026-10-17T07:45:43.294" v="30481" actId="1076"/>
          <ac:grpSpMkLst>
            <pc:docMk/>
            <pc:sldMk cId="2764447923" sldId="269"/>
            <ac:grpSpMk id="156" creationId="{D4406969-298E-C282-9996-486052D61B8C}"/>
          </ac:grpSpMkLst>
        </pc:grpChg>
        <pc:grpChg chg="del">
          <ac:chgData name="Đức Thành Lê" userId="775589ddb43b4380" providerId="LiveId" clId="{9FD5E441-44C4-4DBD-A08F-38CC1D25082F}" dt="2026-10-17T08:04:42.623" v="30709" actId="478"/>
          <ac:grpSpMkLst>
            <pc:docMk/>
            <pc:sldMk cId="2764447923" sldId="269"/>
            <ac:grpSpMk id="158" creationId="{326440AA-974D-C592-DAFC-B575CEE21CE5}"/>
          </ac:grpSpMkLst>
        </pc:grpChg>
        <pc:grpChg chg="mod">
          <ac:chgData name="Đức Thành Lê" userId="775589ddb43b4380" providerId="LiveId" clId="{9FD5E441-44C4-4DBD-A08F-38CC1D25082F}" dt="2026-10-17T08:26:17.385" v="31057" actId="1076"/>
          <ac:grpSpMkLst>
            <pc:docMk/>
            <pc:sldMk cId="2764447923" sldId="269"/>
            <ac:grpSpMk id="163" creationId="{A72A895A-6BB4-9031-BECC-6D03E4E97B54}"/>
          </ac:grpSpMkLst>
        </pc:grpChg>
        <pc:grpChg chg="mod">
          <ac:chgData name="Đức Thành Lê" userId="775589ddb43b4380" providerId="LiveId" clId="{9FD5E441-44C4-4DBD-A08F-38CC1D25082F}" dt="2026-10-17T08:20:21.099" v="30952" actId="1076"/>
          <ac:grpSpMkLst>
            <pc:docMk/>
            <pc:sldMk cId="2764447923" sldId="269"/>
            <ac:grpSpMk id="171" creationId="{F5D21230-8BAE-885B-A8CB-47DE178473DD}"/>
          </ac:grpSpMkLst>
        </pc:grpChg>
        <pc:grpChg chg="del mod">
          <ac:chgData name="Đức Thành Lê" userId="775589ddb43b4380" providerId="LiveId" clId="{9FD5E441-44C4-4DBD-A08F-38CC1D25082F}" dt="2026-10-17T08:18:17.353" v="30900" actId="165"/>
          <ac:grpSpMkLst>
            <pc:docMk/>
            <pc:sldMk cId="2764447923" sldId="269"/>
            <ac:grpSpMk id="173" creationId="{217A097C-01AA-A6A8-2C8A-42FA462290CA}"/>
          </ac:grpSpMkLst>
        </pc:grpChg>
        <pc:grpChg chg="mod">
          <ac:chgData name="Đức Thành Lê" userId="775589ddb43b4380" providerId="LiveId" clId="{9FD5E441-44C4-4DBD-A08F-38CC1D25082F}" dt="2026-10-17T07:55:09.888" v="30516" actId="14100"/>
          <ac:grpSpMkLst>
            <pc:docMk/>
            <pc:sldMk cId="2764447923" sldId="269"/>
            <ac:grpSpMk id="183" creationId="{93670337-51AF-F320-8011-48AAC22409CE}"/>
          </ac:grpSpMkLst>
        </pc:grpChg>
        <pc:grpChg chg="del mod">
          <ac:chgData name="Đức Thành Lê" userId="775589ddb43b4380" providerId="LiveId" clId="{9FD5E441-44C4-4DBD-A08F-38CC1D25082F}" dt="2026-10-17T08:03:52.497" v="30660" actId="478"/>
          <ac:grpSpMkLst>
            <pc:docMk/>
            <pc:sldMk cId="2764447923" sldId="269"/>
            <ac:grpSpMk id="185" creationId="{09558357-A49F-B22F-6D92-011AE47E1B92}"/>
          </ac:grpSpMkLst>
        </pc:grpChg>
        <pc:grpChg chg="del mod">
          <ac:chgData name="Đức Thành Lê" userId="775589ddb43b4380" providerId="LiveId" clId="{9FD5E441-44C4-4DBD-A08F-38CC1D25082F}" dt="2026-10-17T07:57:51.692" v="30540" actId="165"/>
          <ac:grpSpMkLst>
            <pc:docMk/>
            <pc:sldMk cId="2764447923" sldId="269"/>
            <ac:grpSpMk id="195" creationId="{A66A91A9-F5B0-F921-5ED6-48993362899E}"/>
          </ac:grpSpMkLst>
        </pc:grpChg>
        <pc:grpChg chg="del mod">
          <ac:chgData name="Đức Thành Lê" userId="775589ddb43b4380" providerId="LiveId" clId="{9FD5E441-44C4-4DBD-A08F-38CC1D25082F}" dt="2026-10-17T07:57:49.145" v="30539" actId="165"/>
          <ac:grpSpMkLst>
            <pc:docMk/>
            <pc:sldMk cId="2764447923" sldId="269"/>
            <ac:grpSpMk id="196" creationId="{5CB3E3F4-A207-316A-56A3-908E9A4E92AC}"/>
          </ac:grpSpMkLst>
        </pc:grpChg>
        <pc:grpChg chg="add mod">
          <ac:chgData name="Đức Thành Lê" userId="775589ddb43b4380" providerId="LiveId" clId="{9FD5E441-44C4-4DBD-A08F-38CC1D25082F}" dt="2026-10-17T07:43:44.965" v="30454" actId="164"/>
          <ac:grpSpMkLst>
            <pc:docMk/>
            <pc:sldMk cId="2764447923" sldId="269"/>
            <ac:grpSpMk id="228" creationId="{4143F630-D5F3-56FD-2C21-94B26E0FD1C9}"/>
          </ac:grpSpMkLst>
        </pc:grpChg>
        <pc:grpChg chg="add mod">
          <ac:chgData name="Đức Thành Lê" userId="775589ddb43b4380" providerId="LiveId" clId="{9FD5E441-44C4-4DBD-A08F-38CC1D25082F}" dt="2026-10-17T07:43:41.474" v="30453" actId="164"/>
          <ac:grpSpMkLst>
            <pc:docMk/>
            <pc:sldMk cId="2764447923" sldId="269"/>
            <ac:grpSpMk id="231" creationId="{DCFEC9F6-A816-F844-04FE-E5334AC2E636}"/>
          </ac:grpSpMkLst>
        </pc:grpChg>
        <pc:grpChg chg="add mod">
          <ac:chgData name="Đức Thành Lê" userId="775589ddb43b4380" providerId="LiveId" clId="{9FD5E441-44C4-4DBD-A08F-38CC1D25082F}" dt="2026-10-17T07:43:37.869" v="30452" actId="164"/>
          <ac:grpSpMkLst>
            <pc:docMk/>
            <pc:sldMk cId="2764447923" sldId="269"/>
            <ac:grpSpMk id="234" creationId="{9432B40C-D74E-2DEE-19B4-7725FA907C2B}"/>
          </ac:grpSpMkLst>
        </pc:grpChg>
        <pc:grpChg chg="add mod">
          <ac:chgData name="Đức Thành Lê" userId="775589ddb43b4380" providerId="LiveId" clId="{9FD5E441-44C4-4DBD-A08F-38CC1D25082F}" dt="2026-10-17T07:40:09.709" v="30418" actId="164"/>
          <ac:grpSpMkLst>
            <pc:docMk/>
            <pc:sldMk cId="2764447923" sldId="269"/>
            <ac:grpSpMk id="237" creationId="{79EAC68B-B4DC-6F15-333D-F8458E618676}"/>
          </ac:grpSpMkLst>
        </pc:grpChg>
        <pc:grpChg chg="add mod">
          <ac:chgData name="Đức Thành Lê" userId="775589ddb43b4380" providerId="LiveId" clId="{9FD5E441-44C4-4DBD-A08F-38CC1D25082F}" dt="2026-10-17T07:40:13.391" v="30419" actId="164"/>
          <ac:grpSpMkLst>
            <pc:docMk/>
            <pc:sldMk cId="2764447923" sldId="269"/>
            <ac:grpSpMk id="238" creationId="{0783FE21-F73A-3ACE-4BB8-048A516FD461}"/>
          </ac:grpSpMkLst>
        </pc:grpChg>
        <pc:grpChg chg="add mod">
          <ac:chgData name="Đức Thành Lê" userId="775589ddb43b4380" providerId="LiveId" clId="{9FD5E441-44C4-4DBD-A08F-38CC1D25082F}" dt="2026-10-17T07:40:17.828" v="30420" actId="164"/>
          <ac:grpSpMkLst>
            <pc:docMk/>
            <pc:sldMk cId="2764447923" sldId="269"/>
            <ac:grpSpMk id="239" creationId="{326C4B38-E819-1254-35C1-49D935C23D8E}"/>
          </ac:grpSpMkLst>
        </pc:grpChg>
        <pc:grpChg chg="add mod">
          <ac:chgData name="Đức Thành Lê" userId="775589ddb43b4380" providerId="LiveId" clId="{9FD5E441-44C4-4DBD-A08F-38CC1D25082F}" dt="2026-10-17T07:40:21.973" v="30421" actId="164"/>
          <ac:grpSpMkLst>
            <pc:docMk/>
            <pc:sldMk cId="2764447923" sldId="269"/>
            <ac:grpSpMk id="240" creationId="{86F9A023-1D8C-6504-A1E9-4F063F193315}"/>
          </ac:grpSpMkLst>
        </pc:grpChg>
        <pc:grpChg chg="add mod">
          <ac:chgData name="Đức Thành Lê" userId="775589ddb43b4380" providerId="LiveId" clId="{9FD5E441-44C4-4DBD-A08F-38CC1D25082F}" dt="2026-10-17T08:32:09.482" v="31171" actId="1035"/>
          <ac:grpSpMkLst>
            <pc:docMk/>
            <pc:sldMk cId="2764447923" sldId="269"/>
            <ac:grpSpMk id="249" creationId="{2DD9B03E-FAAA-9290-D9C6-151BB4985A9C}"/>
          </ac:grpSpMkLst>
        </pc:grpChg>
        <pc:grpChg chg="add mod">
          <ac:chgData name="Đức Thành Lê" userId="775589ddb43b4380" providerId="LiveId" clId="{9FD5E441-44C4-4DBD-A08F-38CC1D25082F}" dt="2026-10-17T08:32:09.482" v="31171" actId="1035"/>
          <ac:grpSpMkLst>
            <pc:docMk/>
            <pc:sldMk cId="2764447923" sldId="269"/>
            <ac:grpSpMk id="250" creationId="{79CBEC0A-F079-09AA-424C-5A2B8E59FBB2}"/>
          </ac:grpSpMkLst>
        </pc:grpChg>
        <pc:grpChg chg="add mod">
          <ac:chgData name="Đức Thành Lê" userId="775589ddb43b4380" providerId="LiveId" clId="{9FD5E441-44C4-4DBD-A08F-38CC1D25082F}" dt="2026-10-17T08:32:09.482" v="31171" actId="1035"/>
          <ac:grpSpMkLst>
            <pc:docMk/>
            <pc:sldMk cId="2764447923" sldId="269"/>
            <ac:grpSpMk id="251" creationId="{883D319F-22F6-7E44-4FB6-585AD908D402}"/>
          </ac:grpSpMkLst>
        </pc:grpChg>
        <pc:grpChg chg="add mod">
          <ac:chgData name="Đức Thành Lê" userId="775589ddb43b4380" providerId="LiveId" clId="{9FD5E441-44C4-4DBD-A08F-38CC1D25082F}" dt="2026-10-17T08:31:50.713" v="31136" actId="164"/>
          <ac:grpSpMkLst>
            <pc:docMk/>
            <pc:sldMk cId="2764447923" sldId="269"/>
            <ac:grpSpMk id="252" creationId="{35420B13-BACD-0DFB-1927-A27BEC3017F8}"/>
          </ac:grpSpMkLst>
        </pc:grpChg>
        <pc:grpChg chg="add mod">
          <ac:chgData name="Đức Thành Lê" userId="775589ddb43b4380" providerId="LiveId" clId="{9FD5E441-44C4-4DBD-A08F-38CC1D25082F}" dt="2026-10-17T08:30:48.984" v="31118" actId="14100"/>
          <ac:grpSpMkLst>
            <pc:docMk/>
            <pc:sldMk cId="2764447923" sldId="269"/>
            <ac:grpSpMk id="253" creationId="{711CBC66-0AE4-FAED-0376-152228674CBC}"/>
          </ac:grpSpMkLst>
        </pc:grpChg>
        <pc:grpChg chg="add mod">
          <ac:chgData name="Đức Thành Lê" userId="775589ddb43b4380" providerId="LiveId" clId="{9FD5E441-44C4-4DBD-A08F-38CC1D25082F}" dt="2026-10-17T07:45:09.264" v="30471" actId="164"/>
          <ac:grpSpMkLst>
            <pc:docMk/>
            <pc:sldMk cId="2764447923" sldId="269"/>
            <ac:grpSpMk id="254" creationId="{566F16E9-022A-0EE3-0565-4EEDF4C82F43}"/>
          </ac:grpSpMkLst>
        </pc:grpChg>
        <pc:grpChg chg="add mod">
          <ac:chgData name="Đức Thành Lê" userId="775589ddb43b4380" providerId="LiveId" clId="{9FD5E441-44C4-4DBD-A08F-38CC1D25082F}" dt="2026-10-17T07:45:13.857" v="30473" actId="164"/>
          <ac:grpSpMkLst>
            <pc:docMk/>
            <pc:sldMk cId="2764447923" sldId="269"/>
            <ac:grpSpMk id="255" creationId="{791542B9-8B84-BB37-F3F9-C1AD273B103C}"/>
          </ac:grpSpMkLst>
        </pc:grpChg>
        <pc:grpChg chg="add mod">
          <ac:chgData name="Đức Thành Lê" userId="775589ddb43b4380" providerId="LiveId" clId="{9FD5E441-44C4-4DBD-A08F-38CC1D25082F}" dt="2026-10-17T07:56:21.260" v="30537" actId="1076"/>
          <ac:grpSpMkLst>
            <pc:docMk/>
            <pc:sldMk cId="2764447923" sldId="269"/>
            <ac:grpSpMk id="272" creationId="{61ECD4A9-E386-64E4-5C49-CFAC1F9C23EE}"/>
          </ac:grpSpMkLst>
        </pc:grpChg>
        <pc:grpChg chg="add mod ord">
          <ac:chgData name="Đức Thành Lê" userId="775589ddb43b4380" providerId="LiveId" clId="{9FD5E441-44C4-4DBD-A08F-38CC1D25082F}" dt="2026-10-17T07:59:11.575" v="30580" actId="1076"/>
          <ac:grpSpMkLst>
            <pc:docMk/>
            <pc:sldMk cId="2764447923" sldId="269"/>
            <ac:grpSpMk id="274" creationId="{C7040596-EF7D-D717-504E-7DAB1DF8DB19}"/>
          </ac:grpSpMkLst>
        </pc:grpChg>
        <pc:grpChg chg="add mod ord">
          <ac:chgData name="Đức Thành Lê" userId="775589ddb43b4380" providerId="LiveId" clId="{9FD5E441-44C4-4DBD-A08F-38CC1D25082F}" dt="2026-10-17T07:59:04.382" v="30578" actId="1076"/>
          <ac:grpSpMkLst>
            <pc:docMk/>
            <pc:sldMk cId="2764447923" sldId="269"/>
            <ac:grpSpMk id="275" creationId="{05C217A6-FA9C-8C59-8344-C3BCAE527271}"/>
          </ac:grpSpMkLst>
        </pc:grpChg>
        <pc:grpChg chg="add mod ord">
          <ac:chgData name="Đức Thành Lê" userId="775589ddb43b4380" providerId="LiveId" clId="{9FD5E441-44C4-4DBD-A08F-38CC1D25082F}" dt="2026-10-17T07:58:45.289" v="30572" actId="1076"/>
          <ac:grpSpMkLst>
            <pc:docMk/>
            <pc:sldMk cId="2764447923" sldId="269"/>
            <ac:grpSpMk id="276" creationId="{C71A2DA1-BEDD-0CDC-14BF-4A06D87C13C1}"/>
          </ac:grpSpMkLst>
        </pc:grpChg>
        <pc:grpChg chg="add mod">
          <ac:chgData name="Đức Thành Lê" userId="775589ddb43b4380" providerId="LiveId" clId="{9FD5E441-44C4-4DBD-A08F-38CC1D25082F}" dt="2026-10-17T07:59:08.281" v="30579" actId="1076"/>
          <ac:grpSpMkLst>
            <pc:docMk/>
            <pc:sldMk cId="2764447923" sldId="269"/>
            <ac:grpSpMk id="277" creationId="{5BBDB228-6EB2-1195-357C-28E929ACF55F}"/>
          </ac:grpSpMkLst>
        </pc:grpChg>
        <pc:grpChg chg="mod">
          <ac:chgData name="Đức Thành Lê" userId="775589ddb43b4380" providerId="LiveId" clId="{9FD5E441-44C4-4DBD-A08F-38CC1D25082F}" dt="2026-10-17T08:03:36.755" v="30655" actId="1076"/>
          <ac:grpSpMkLst>
            <pc:docMk/>
            <pc:sldMk cId="2764447923" sldId="269"/>
            <ac:grpSpMk id="287" creationId="{4FE656B2-F338-A2D1-2DBB-4C682A39C363}"/>
          </ac:grpSpMkLst>
        </pc:grpChg>
        <pc:grpChg chg="del mod">
          <ac:chgData name="Đức Thành Lê" userId="775589ddb43b4380" providerId="LiveId" clId="{9FD5E441-44C4-4DBD-A08F-38CC1D25082F}" dt="2026-10-17T08:07:17.682" v="30749" actId="165"/>
          <ac:grpSpMkLst>
            <pc:docMk/>
            <pc:sldMk cId="2764447923" sldId="269"/>
            <ac:grpSpMk id="295" creationId="{8437834B-1BB8-4167-4F07-62A98298DBC5}"/>
          </ac:grpSpMkLst>
        </pc:grpChg>
        <pc:grpChg chg="add mod">
          <ac:chgData name="Đức Thành Lê" userId="775589ddb43b4380" providerId="LiveId" clId="{9FD5E441-44C4-4DBD-A08F-38CC1D25082F}" dt="2026-10-17T08:05:08.719" v="30715" actId="164"/>
          <ac:grpSpMkLst>
            <pc:docMk/>
            <pc:sldMk cId="2764447923" sldId="269"/>
            <ac:grpSpMk id="311" creationId="{39F8A37B-B9EB-4668-E26C-FDC330B9EAB8}"/>
          </ac:grpSpMkLst>
        </pc:grpChg>
        <pc:grpChg chg="add mod">
          <ac:chgData name="Đức Thành Lê" userId="775589ddb43b4380" providerId="LiveId" clId="{9FD5E441-44C4-4DBD-A08F-38CC1D25082F}" dt="2026-10-17T08:05:53.057" v="30726"/>
          <ac:grpSpMkLst>
            <pc:docMk/>
            <pc:sldMk cId="2764447923" sldId="269"/>
            <ac:grpSpMk id="315" creationId="{5AF71413-74CD-3348-C506-31D528B3A63D}"/>
          </ac:grpSpMkLst>
        </pc:grpChg>
        <pc:grpChg chg="add mod">
          <ac:chgData name="Đức Thành Lê" userId="775589ddb43b4380" providerId="LiveId" clId="{9FD5E441-44C4-4DBD-A08F-38CC1D25082F}" dt="2026-10-17T08:28:43.514" v="31091" actId="164"/>
          <ac:grpSpMkLst>
            <pc:docMk/>
            <pc:sldMk cId="2764447923" sldId="269"/>
            <ac:grpSpMk id="321" creationId="{7DC5E036-ED18-6C59-AF3C-69AB2D548246}"/>
          </ac:grpSpMkLst>
        </pc:grpChg>
        <pc:grpChg chg="add mod topLvl">
          <ac:chgData name="Đức Thành Lê" userId="775589ddb43b4380" providerId="LiveId" clId="{9FD5E441-44C4-4DBD-A08F-38CC1D25082F}" dt="2026-10-17T08:30:21.428" v="31112" actId="164"/>
          <ac:grpSpMkLst>
            <pc:docMk/>
            <pc:sldMk cId="2764447923" sldId="269"/>
            <ac:grpSpMk id="327" creationId="{126A338C-017A-73ED-6ED8-CEE946EC29D1}"/>
          </ac:grpSpMkLst>
        </pc:grpChg>
        <pc:grpChg chg="mod">
          <ac:chgData name="Đức Thành Lê" userId="775589ddb43b4380" providerId="LiveId" clId="{9FD5E441-44C4-4DBD-A08F-38CC1D25082F}" dt="2026-10-17T08:14:23.107" v="30846" actId="164"/>
          <ac:grpSpMkLst>
            <pc:docMk/>
            <pc:sldMk cId="2764447923" sldId="269"/>
            <ac:grpSpMk id="394" creationId="{6212F26C-40AB-23EE-3154-753585FE832B}"/>
          </ac:grpSpMkLst>
        </pc:grpChg>
        <pc:grpChg chg="add mod">
          <ac:chgData name="Đức Thành Lê" userId="775589ddb43b4380" providerId="LiveId" clId="{9FD5E441-44C4-4DBD-A08F-38CC1D25082F}" dt="2026-10-17T08:28:43.514" v="31091" actId="164"/>
          <ac:grpSpMkLst>
            <pc:docMk/>
            <pc:sldMk cId="2764447923" sldId="269"/>
            <ac:grpSpMk id="401" creationId="{7E24F93F-C4ED-D8A1-F9F0-1D332FA45E93}"/>
          </ac:grpSpMkLst>
        </pc:grpChg>
        <pc:grpChg chg="add mod">
          <ac:chgData name="Đức Thành Lê" userId="775589ddb43b4380" providerId="LiveId" clId="{9FD5E441-44C4-4DBD-A08F-38CC1D25082F}" dt="2026-10-17T08:15:56.555" v="30875" actId="1037"/>
          <ac:grpSpMkLst>
            <pc:docMk/>
            <pc:sldMk cId="2764447923" sldId="269"/>
            <ac:grpSpMk id="408" creationId="{D26B37AC-686A-024D-2A0D-4795B6B017AD}"/>
          </ac:grpSpMkLst>
        </pc:grpChg>
        <pc:grpChg chg="add mod">
          <ac:chgData name="Đức Thành Lê" userId="775589ddb43b4380" providerId="LiveId" clId="{9FD5E441-44C4-4DBD-A08F-38CC1D25082F}" dt="2026-10-17T08:17:15.179" v="30887" actId="164"/>
          <ac:grpSpMkLst>
            <pc:docMk/>
            <pc:sldMk cId="2764447923" sldId="269"/>
            <ac:grpSpMk id="413" creationId="{332242EB-0DC1-77DD-FFAE-755B114BB2D8}"/>
          </ac:grpSpMkLst>
        </pc:grpChg>
        <pc:grpChg chg="add del mod">
          <ac:chgData name="Đức Thành Lê" userId="775589ddb43b4380" providerId="LiveId" clId="{9FD5E441-44C4-4DBD-A08F-38CC1D25082F}" dt="2026-10-17T08:30:00.534" v="31107" actId="165"/>
          <ac:grpSpMkLst>
            <pc:docMk/>
            <pc:sldMk cId="2764447923" sldId="269"/>
            <ac:grpSpMk id="414" creationId="{215C307E-1C01-8DC2-4322-AF54FCA423DD}"/>
          </ac:grpSpMkLst>
        </pc:grpChg>
        <pc:grpChg chg="add mod">
          <ac:chgData name="Đức Thành Lê" userId="775589ddb43b4380" providerId="LiveId" clId="{9FD5E441-44C4-4DBD-A08F-38CC1D25082F}" dt="2026-10-17T08:19:00.867" v="30928" actId="1076"/>
          <ac:grpSpMkLst>
            <pc:docMk/>
            <pc:sldMk cId="2764447923" sldId="269"/>
            <ac:grpSpMk id="417" creationId="{31139FD4-94E0-FA92-E012-529465A2453E}"/>
          </ac:grpSpMkLst>
        </pc:grpChg>
        <pc:grpChg chg="mod">
          <ac:chgData name="Đức Thành Lê" userId="775589ddb43b4380" providerId="LiveId" clId="{9FD5E441-44C4-4DBD-A08F-38CC1D25082F}" dt="2026-10-17T08:25:49.028" v="31046" actId="1076"/>
          <ac:grpSpMkLst>
            <pc:docMk/>
            <pc:sldMk cId="2764447923" sldId="269"/>
            <ac:grpSpMk id="420" creationId="{FDB9A531-427B-5C38-7EA6-175FAAD2C680}"/>
          </ac:grpSpMkLst>
        </pc:grpChg>
        <pc:grpChg chg="add mod">
          <ac:chgData name="Đức Thành Lê" userId="775589ddb43b4380" providerId="LiveId" clId="{9FD5E441-44C4-4DBD-A08F-38CC1D25082F}" dt="2026-10-17T08:28:43.514" v="31091" actId="164"/>
          <ac:grpSpMkLst>
            <pc:docMk/>
            <pc:sldMk cId="2764447923" sldId="269"/>
            <ac:grpSpMk id="430" creationId="{D2314F64-0265-821D-063C-470348D61403}"/>
          </ac:grpSpMkLst>
        </pc:grpChg>
        <pc:grpChg chg="add mod">
          <ac:chgData name="Đức Thành Lê" userId="775589ddb43b4380" providerId="LiveId" clId="{9FD5E441-44C4-4DBD-A08F-38CC1D25082F}" dt="2026-10-17T08:30:21.428" v="31112" actId="164"/>
          <ac:grpSpMkLst>
            <pc:docMk/>
            <pc:sldMk cId="2764447923" sldId="269"/>
            <ac:grpSpMk id="439" creationId="{997D06CD-7B3C-CBCE-C071-37469D74C97A}"/>
          </ac:grpSpMkLst>
        </pc:grpChg>
        <pc:grpChg chg="add mod">
          <ac:chgData name="Đức Thành Lê" userId="775589ddb43b4380" providerId="LiveId" clId="{9FD5E441-44C4-4DBD-A08F-38CC1D25082F}" dt="2026-10-17T08:32:09.482" v="31171" actId="1035"/>
          <ac:grpSpMkLst>
            <pc:docMk/>
            <pc:sldMk cId="2764447923" sldId="269"/>
            <ac:grpSpMk id="440" creationId="{4F662F8F-BB8D-2A7C-7F14-6DF5670DAE72}"/>
          </ac:grpSpMkLst>
        </pc:grpChg>
        <pc:grpChg chg="mod">
          <ac:chgData name="Đức Thành Lê" userId="775589ddb43b4380" providerId="LiveId" clId="{9FD5E441-44C4-4DBD-A08F-38CC1D25082F}" dt="2026-10-17T08:35:59.572" v="31243" actId="164"/>
          <ac:grpSpMkLst>
            <pc:docMk/>
            <pc:sldMk cId="2764447923" sldId="269"/>
            <ac:grpSpMk id="451" creationId="{95202399-BCBD-7F92-5175-40CF85E43FF4}"/>
          </ac:grpSpMkLst>
        </pc:grpChg>
        <pc:grpChg chg="add mod">
          <ac:chgData name="Đức Thành Lê" userId="775589ddb43b4380" providerId="LiveId" clId="{9FD5E441-44C4-4DBD-A08F-38CC1D25082F}" dt="2026-10-17T08:37:09.703" v="31247" actId="164"/>
          <ac:grpSpMkLst>
            <pc:docMk/>
            <pc:sldMk cId="2764447923" sldId="269"/>
            <ac:grpSpMk id="452" creationId="{284F2E81-9320-A451-A162-080527B7428D}"/>
          </ac:grpSpMkLst>
        </pc:grpChg>
        <pc:grpChg chg="mod">
          <ac:chgData name="Đức Thành Lê" userId="775589ddb43b4380" providerId="LiveId" clId="{9FD5E441-44C4-4DBD-A08F-38CC1D25082F}" dt="2026-10-17T08:37:09.703" v="31247" actId="164"/>
          <ac:grpSpMkLst>
            <pc:docMk/>
            <pc:sldMk cId="2764447923" sldId="269"/>
            <ac:grpSpMk id="454" creationId="{E861C521-016B-D25B-9F79-001D2D648410}"/>
          </ac:grpSpMkLst>
        </pc:grpChg>
        <pc:grpChg chg="add mod">
          <ac:chgData name="Đức Thành Lê" userId="775589ddb43b4380" providerId="LiveId" clId="{9FD5E441-44C4-4DBD-A08F-38CC1D25082F}" dt="2026-10-17T08:39:26.711" v="31282" actId="164"/>
          <ac:grpSpMkLst>
            <pc:docMk/>
            <pc:sldMk cId="2764447923" sldId="269"/>
            <ac:grpSpMk id="455" creationId="{243E0EF8-B703-433B-7747-7D256366E56A}"/>
          </ac:grpSpMkLst>
        </pc:grpChg>
        <pc:grpChg chg="mod">
          <ac:chgData name="Đức Thành Lê" userId="775589ddb43b4380" providerId="LiveId" clId="{9FD5E441-44C4-4DBD-A08F-38CC1D25082F}" dt="2026-10-17T08:39:26.711" v="31282" actId="164"/>
          <ac:grpSpMkLst>
            <pc:docMk/>
            <pc:sldMk cId="2764447923" sldId="269"/>
            <ac:grpSpMk id="456" creationId="{9AF2F7EC-1ECF-90AC-B80B-4CEFC859C167}"/>
          </ac:grpSpMkLst>
        </pc:grpChg>
        <pc:grpChg chg="add mod">
          <ac:chgData name="Đức Thành Lê" userId="775589ddb43b4380" providerId="LiveId" clId="{9FD5E441-44C4-4DBD-A08F-38CC1D25082F}" dt="2026-10-17T08:47:54.565" v="31421" actId="1036"/>
          <ac:grpSpMkLst>
            <pc:docMk/>
            <pc:sldMk cId="2764447923" sldId="269"/>
            <ac:grpSpMk id="502" creationId="{6320465C-2DCD-357D-C723-8D58DC53E387}"/>
          </ac:grpSpMkLst>
        </pc:grpChg>
        <pc:grpChg chg="add del mod">
          <ac:chgData name="Đức Thành Lê" userId="775589ddb43b4380" providerId="LiveId" clId="{9FD5E441-44C4-4DBD-A08F-38CC1D25082F}" dt="2026-10-17T08:41:30.608" v="31291" actId="165"/>
          <ac:grpSpMkLst>
            <pc:docMk/>
            <pc:sldMk cId="2764447923" sldId="269"/>
            <ac:grpSpMk id="503" creationId="{D096B53B-749F-D599-314E-5DEB4F48EB98}"/>
          </ac:grpSpMkLst>
        </pc:grpChg>
        <pc:grpChg chg="add del mod">
          <ac:chgData name="Đức Thành Lê" userId="775589ddb43b4380" providerId="LiveId" clId="{9FD5E441-44C4-4DBD-A08F-38CC1D25082F}" dt="2026-10-17T08:42:15.183" v="31307" actId="165"/>
          <ac:grpSpMkLst>
            <pc:docMk/>
            <pc:sldMk cId="2764447923" sldId="269"/>
            <ac:grpSpMk id="506" creationId="{944A2F83-9249-1D33-DDF0-B8E3BDAFAD74}"/>
          </ac:grpSpMkLst>
        </pc:grpChg>
        <pc:grpChg chg="add del mod">
          <ac:chgData name="Đức Thành Lê" userId="775589ddb43b4380" providerId="LiveId" clId="{9FD5E441-44C4-4DBD-A08F-38CC1D25082F}" dt="2026-10-17T08:43:52.037" v="31332" actId="165"/>
          <ac:grpSpMkLst>
            <pc:docMk/>
            <pc:sldMk cId="2764447923" sldId="269"/>
            <ac:grpSpMk id="509" creationId="{D3961D22-8163-DD19-0F30-8DC110F623DB}"/>
          </ac:grpSpMkLst>
        </pc:grpChg>
        <pc:grpChg chg="add mod">
          <ac:chgData name="Đức Thành Lê" userId="775589ddb43b4380" providerId="LiveId" clId="{9FD5E441-44C4-4DBD-A08F-38CC1D25082F}" dt="2026-10-17T08:44:51.652" v="31349" actId="1036"/>
          <ac:grpSpMkLst>
            <pc:docMk/>
            <pc:sldMk cId="2764447923" sldId="269"/>
            <ac:grpSpMk id="513" creationId="{14F94F11-DBC4-9827-2838-DBCCBECCD9C3}"/>
          </ac:grpSpMkLst>
        </pc:grpChg>
        <pc:grpChg chg="mod">
          <ac:chgData name="Đức Thành Lê" userId="775589ddb43b4380" providerId="LiveId" clId="{9FD5E441-44C4-4DBD-A08F-38CC1D25082F}" dt="2026-10-17T08:46:35.536" v="31380" actId="408"/>
          <ac:grpSpMkLst>
            <pc:docMk/>
            <pc:sldMk cId="2764447923" sldId="269"/>
            <ac:grpSpMk id="514" creationId="{FE3E5980-C526-D5ED-B79C-F6BCFEEE3443}"/>
          </ac:grpSpMkLst>
        </pc:grpChg>
        <pc:grpChg chg="mod">
          <ac:chgData name="Đức Thành Lê" userId="775589ddb43b4380" providerId="LiveId" clId="{9FD5E441-44C4-4DBD-A08F-38CC1D25082F}" dt="2026-10-17T08:46:35.536" v="31380" actId="408"/>
          <ac:grpSpMkLst>
            <pc:docMk/>
            <pc:sldMk cId="2764447923" sldId="269"/>
            <ac:grpSpMk id="517" creationId="{626DCAB0-794F-4D54-ACD2-D92196CC41D2}"/>
          </ac:grpSpMkLst>
        </pc:grpChg>
        <pc:grpChg chg="mod">
          <ac:chgData name="Đức Thành Lê" userId="775589ddb43b4380" providerId="LiveId" clId="{9FD5E441-44C4-4DBD-A08F-38CC1D25082F}" dt="2026-10-17T08:46:35.536" v="31380" actId="408"/>
          <ac:grpSpMkLst>
            <pc:docMk/>
            <pc:sldMk cId="2764447923" sldId="269"/>
            <ac:grpSpMk id="520" creationId="{130ED578-D94D-A95C-71A3-857F1C8C84F3}"/>
          </ac:grpSpMkLst>
        </pc:grpChg>
        <pc:grpChg chg="mod">
          <ac:chgData name="Đức Thành Lê" userId="775589ddb43b4380" providerId="LiveId" clId="{9FD5E441-44C4-4DBD-A08F-38CC1D25082F}" dt="2026-10-17T08:46:35.536" v="31380" actId="408"/>
          <ac:grpSpMkLst>
            <pc:docMk/>
            <pc:sldMk cId="2764447923" sldId="269"/>
            <ac:grpSpMk id="523" creationId="{AFAD77F0-CAF6-FD92-1144-EA04F2A56B6A}"/>
          </ac:grpSpMkLst>
        </pc:grpChg>
        <pc:grpChg chg="mod">
          <ac:chgData name="Đức Thành Lê" userId="775589ddb43b4380" providerId="LiveId" clId="{9FD5E441-44C4-4DBD-A08F-38CC1D25082F}" dt="2026-10-17T08:46:35.536" v="31380" actId="408"/>
          <ac:grpSpMkLst>
            <pc:docMk/>
            <pc:sldMk cId="2764447923" sldId="269"/>
            <ac:grpSpMk id="526" creationId="{67008BEC-5F53-6B43-EFC1-533EDCF8766F}"/>
          </ac:grpSpMkLst>
        </pc:grpChg>
        <pc:grpChg chg="mod">
          <ac:chgData name="Đức Thành Lê" userId="775589ddb43b4380" providerId="LiveId" clId="{9FD5E441-44C4-4DBD-A08F-38CC1D25082F}" dt="2026-10-17T08:46:19.695" v="31374" actId="1076"/>
          <ac:grpSpMkLst>
            <pc:docMk/>
            <pc:sldMk cId="2764447923" sldId="269"/>
            <ac:grpSpMk id="529" creationId="{28C5AC8D-2DE6-F402-348C-A7CEE5077D49}"/>
          </ac:grpSpMkLst>
        </pc:grpChg>
        <pc:grpChg chg="mod">
          <ac:chgData name="Đức Thành Lê" userId="775589ddb43b4380" providerId="LiveId" clId="{9FD5E441-44C4-4DBD-A08F-38CC1D25082F}" dt="2026-10-17T08:50:25.642" v="31487" actId="1076"/>
          <ac:grpSpMkLst>
            <pc:docMk/>
            <pc:sldMk cId="2764447923" sldId="269"/>
            <ac:grpSpMk id="534" creationId="{0878861C-14B8-600E-9F35-92E817DF64C0}"/>
          </ac:grpSpMkLst>
        </pc:grpChg>
        <pc:grpChg chg="mod">
          <ac:chgData name="Đức Thành Lê" userId="775589ddb43b4380" providerId="LiveId" clId="{9FD5E441-44C4-4DBD-A08F-38CC1D25082F}" dt="2026-10-17T08:52:09.115" v="31535" actId="164"/>
          <ac:grpSpMkLst>
            <pc:docMk/>
            <pc:sldMk cId="2764447923" sldId="269"/>
            <ac:grpSpMk id="535" creationId="{B27AE3B3-D923-57CD-9313-D119525B27F2}"/>
          </ac:grpSpMkLst>
        </pc:grpChg>
        <pc:grpChg chg="mod">
          <ac:chgData name="Đức Thành Lê" userId="775589ddb43b4380" providerId="LiveId" clId="{9FD5E441-44C4-4DBD-A08F-38CC1D25082F}" dt="2026-10-17T08:52:09.115" v="31535" actId="164"/>
          <ac:grpSpMkLst>
            <pc:docMk/>
            <pc:sldMk cId="2764447923" sldId="269"/>
            <ac:grpSpMk id="536" creationId="{7321F712-B023-E15B-83D9-505761F8F9A5}"/>
          </ac:grpSpMkLst>
        </pc:grpChg>
        <pc:grpChg chg="mod">
          <ac:chgData name="Đức Thành Lê" userId="775589ddb43b4380" providerId="LiveId" clId="{9FD5E441-44C4-4DBD-A08F-38CC1D25082F}" dt="2026-10-17T08:48:10.701" v="31449" actId="1035"/>
          <ac:grpSpMkLst>
            <pc:docMk/>
            <pc:sldMk cId="2764447923" sldId="269"/>
            <ac:grpSpMk id="661" creationId="{3B89FBFF-48BE-95A2-26BA-DD712C511985}"/>
          </ac:grpSpMkLst>
        </pc:grpChg>
        <pc:grpChg chg="mod">
          <ac:chgData name="Đức Thành Lê" userId="775589ddb43b4380" providerId="LiveId" clId="{9FD5E441-44C4-4DBD-A08F-38CC1D25082F}" dt="2026-10-17T08:49:19.764" v="31475" actId="14861"/>
          <ac:grpSpMkLst>
            <pc:docMk/>
            <pc:sldMk cId="2764447923" sldId="269"/>
            <ac:grpSpMk id="688" creationId="{6E0B8B4F-3405-8A6B-734C-12EF9A92ADD2}"/>
          </ac:grpSpMkLst>
        </pc:grpChg>
        <pc:grpChg chg="mod">
          <ac:chgData name="Đức Thành Lê" userId="775589ddb43b4380" providerId="LiveId" clId="{9FD5E441-44C4-4DBD-A08F-38CC1D25082F}" dt="2026-10-17T08:48:50.470" v="31460" actId="1076"/>
          <ac:grpSpMkLst>
            <pc:docMk/>
            <pc:sldMk cId="2764447923" sldId="269"/>
            <ac:grpSpMk id="692" creationId="{42338819-0282-A1D0-D037-02042A69366B}"/>
          </ac:grpSpMkLst>
        </pc:grpChg>
        <pc:grpChg chg="add mod">
          <ac:chgData name="Đức Thành Lê" userId="775589ddb43b4380" providerId="LiveId" clId="{9FD5E441-44C4-4DBD-A08F-38CC1D25082F}" dt="2026-10-17T08:47:48.945" v="31407" actId="1036"/>
          <ac:grpSpMkLst>
            <pc:docMk/>
            <pc:sldMk cId="2764447923" sldId="269"/>
            <ac:grpSpMk id="862" creationId="{6F3E1793-A27C-17E8-7418-36375F100A71}"/>
          </ac:grpSpMkLst>
        </pc:grpChg>
        <pc:grpChg chg="add mod">
          <ac:chgData name="Đức Thành Lê" userId="775589ddb43b4380" providerId="LiveId" clId="{9FD5E441-44C4-4DBD-A08F-38CC1D25082F}" dt="2026-10-17T08:48:03.963" v="31439" actId="1036"/>
          <ac:grpSpMkLst>
            <pc:docMk/>
            <pc:sldMk cId="2764447923" sldId="269"/>
            <ac:grpSpMk id="863" creationId="{DB8F289D-CAA5-0678-A21B-C3A34A533426}"/>
          </ac:grpSpMkLst>
        </pc:grpChg>
        <pc:grpChg chg="add mod">
          <ac:chgData name="Đức Thành Lê" userId="775589ddb43b4380" providerId="LiveId" clId="{9FD5E441-44C4-4DBD-A08F-38CC1D25082F}" dt="2026-10-17T08:52:12.415" v="31539" actId="1035"/>
          <ac:grpSpMkLst>
            <pc:docMk/>
            <pc:sldMk cId="2764447923" sldId="269"/>
            <ac:grpSpMk id="872" creationId="{7A4ABAFC-A3E7-96A5-14CB-56D9835EC1A7}"/>
          </ac:grpSpMkLst>
        </pc:grpChg>
        <pc:picChg chg="mod">
          <ac:chgData name="Đức Thành Lê" userId="775589ddb43b4380" providerId="LiveId" clId="{9FD5E441-44C4-4DBD-A08F-38CC1D25082F}" dt="2026-10-17T07:39:50.146" v="30409" actId="165"/>
          <ac:picMkLst>
            <pc:docMk/>
            <pc:sldMk cId="2764447923" sldId="269"/>
            <ac:picMk id="38" creationId="{50B671AF-2DC9-F7F2-30A8-EDD9D1A3D432}"/>
          </ac:picMkLst>
        </pc:picChg>
        <pc:picChg chg="mod">
          <ac:chgData name="Đức Thành Lê" userId="775589ddb43b4380" providerId="LiveId" clId="{9FD5E441-44C4-4DBD-A08F-38CC1D25082F}" dt="2026-10-17T08:34:16.442" v="31202" actId="255"/>
          <ac:picMkLst>
            <pc:docMk/>
            <pc:sldMk cId="2764447923" sldId="269"/>
            <ac:picMk id="40" creationId="{77F777E7-DECE-FE19-A638-57E6E68914CF}"/>
          </ac:picMkLst>
        </pc:picChg>
        <pc:picChg chg="mod">
          <ac:chgData name="Đức Thành Lê" userId="775589ddb43b4380" providerId="LiveId" clId="{9FD5E441-44C4-4DBD-A08F-38CC1D25082F}" dt="2026-10-17T08:33:51.989" v="31195" actId="255"/>
          <ac:picMkLst>
            <pc:docMk/>
            <pc:sldMk cId="2764447923" sldId="269"/>
            <ac:picMk id="48" creationId="{E3432A27-6A8A-CE31-C95C-DDB2326D2E8A}"/>
          </ac:picMkLst>
        </pc:picChg>
        <pc:picChg chg="mod">
          <ac:chgData name="Đức Thành Lê" userId="775589ddb43b4380" providerId="LiveId" clId="{9FD5E441-44C4-4DBD-A08F-38CC1D25082F}" dt="2026-10-17T08:33:51.989" v="31195" actId="255"/>
          <ac:picMkLst>
            <pc:docMk/>
            <pc:sldMk cId="2764447923" sldId="269"/>
            <ac:picMk id="49" creationId="{944A301D-31E3-4CA6-C400-61EEF5A9BC60}"/>
          </ac:picMkLst>
        </pc:picChg>
        <pc:picChg chg="mod">
          <ac:chgData name="Đức Thành Lê" userId="775589ddb43b4380" providerId="LiveId" clId="{9FD5E441-44C4-4DBD-A08F-38CC1D25082F}" dt="2026-10-17T08:32:53.479" v="31181" actId="165"/>
          <ac:picMkLst>
            <pc:docMk/>
            <pc:sldMk cId="2764447923" sldId="269"/>
            <ac:picMk id="53" creationId="{6BA18C37-0183-417C-B99F-F292B9F0F9F9}"/>
          </ac:picMkLst>
        </pc:picChg>
        <pc:picChg chg="mod">
          <ac:chgData name="Đức Thành Lê" userId="775589ddb43b4380" providerId="LiveId" clId="{9FD5E441-44C4-4DBD-A08F-38CC1D25082F}" dt="2026-10-17T08:32:53.479" v="31181" actId="165"/>
          <ac:picMkLst>
            <pc:docMk/>
            <pc:sldMk cId="2764447923" sldId="269"/>
            <ac:picMk id="54" creationId="{3621A2D5-9ACD-B1D3-3896-0CC30C13E0CA}"/>
          </ac:picMkLst>
        </pc:picChg>
        <pc:picChg chg="del">
          <ac:chgData name="Đức Thành Lê" userId="775589ddb43b4380" providerId="LiveId" clId="{9FD5E441-44C4-4DBD-A08F-38CC1D25082F}" dt="2026-10-17T07:43:03.641" v="30437" actId="478"/>
          <ac:picMkLst>
            <pc:docMk/>
            <pc:sldMk cId="2764447923" sldId="269"/>
            <ac:picMk id="55" creationId="{1B3C596A-A471-9141-B0B7-0AEF0966878D}"/>
          </ac:picMkLst>
        </pc:picChg>
        <pc:picChg chg="add del mod">
          <ac:chgData name="Đức Thành Lê" userId="775589ddb43b4380" providerId="LiveId" clId="{9FD5E441-44C4-4DBD-A08F-38CC1D25082F}" dt="2026-10-17T07:39:45.987" v="30407" actId="165"/>
          <ac:picMkLst>
            <pc:docMk/>
            <pc:sldMk cId="2764447923" sldId="269"/>
            <ac:picMk id="63" creationId="{89BCE8F6-BF03-F169-B0DB-A03624E5A5C7}"/>
          </ac:picMkLst>
        </pc:picChg>
        <pc:picChg chg="mod">
          <ac:chgData name="Đức Thành Lê" userId="775589ddb43b4380" providerId="LiveId" clId="{9FD5E441-44C4-4DBD-A08F-38CC1D25082F}" dt="2026-10-17T08:34:15.100" v="31201" actId="255"/>
          <ac:picMkLst>
            <pc:docMk/>
            <pc:sldMk cId="2764447923" sldId="269"/>
            <ac:picMk id="65" creationId="{890DD72E-2A2A-E310-FA86-C30D145BAA65}"/>
          </ac:picMkLst>
        </pc:picChg>
        <pc:picChg chg="mod">
          <ac:chgData name="Đức Thành Lê" userId="775589ddb43b4380" providerId="LiveId" clId="{9FD5E441-44C4-4DBD-A08F-38CC1D25082F}" dt="2026-10-17T08:33:50.927" v="31194" actId="255"/>
          <ac:picMkLst>
            <pc:docMk/>
            <pc:sldMk cId="2764447923" sldId="269"/>
            <ac:picMk id="74" creationId="{8EDEF52E-BD1E-70C7-8D61-BF23F3911BA2}"/>
          </ac:picMkLst>
        </pc:picChg>
        <pc:picChg chg="mod">
          <ac:chgData name="Đức Thành Lê" userId="775589ddb43b4380" providerId="LiveId" clId="{9FD5E441-44C4-4DBD-A08F-38CC1D25082F}" dt="2026-10-17T08:33:50.927" v="31194" actId="255"/>
          <ac:picMkLst>
            <pc:docMk/>
            <pc:sldMk cId="2764447923" sldId="269"/>
            <ac:picMk id="75" creationId="{947AFD37-AA81-FA01-D834-5918C9C0BA68}"/>
          </ac:picMkLst>
        </pc:picChg>
        <pc:picChg chg="mod">
          <ac:chgData name="Đức Thành Lê" userId="775589ddb43b4380" providerId="LiveId" clId="{9FD5E441-44C4-4DBD-A08F-38CC1D25082F}" dt="2026-10-17T08:33:50.927" v="31194" actId="255"/>
          <ac:picMkLst>
            <pc:docMk/>
            <pc:sldMk cId="2764447923" sldId="269"/>
            <ac:picMk id="76" creationId="{B9DDD3B8-AA71-04C6-7070-7C25DEFBC41B}"/>
          </ac:picMkLst>
        </pc:picChg>
        <pc:picChg chg="mod">
          <ac:chgData name="Đức Thành Lê" userId="775589ddb43b4380" providerId="LiveId" clId="{9FD5E441-44C4-4DBD-A08F-38CC1D25082F}" dt="2026-10-17T07:38:33.085" v="30389" actId="165"/>
          <ac:picMkLst>
            <pc:docMk/>
            <pc:sldMk cId="2764447923" sldId="269"/>
            <ac:picMk id="91" creationId="{FD4A9572-C465-59FC-E5A1-9811492799C7}"/>
          </ac:picMkLst>
        </pc:picChg>
        <pc:picChg chg="mod">
          <ac:chgData name="Đức Thành Lê" userId="775589ddb43b4380" providerId="LiveId" clId="{9FD5E441-44C4-4DBD-A08F-38CC1D25082F}" dt="2026-10-17T08:34:04.781" v="31198" actId="255"/>
          <ac:picMkLst>
            <pc:docMk/>
            <pc:sldMk cId="2764447923" sldId="269"/>
            <ac:picMk id="96" creationId="{DA6C75EE-DCB1-1428-6F8C-2EA0DA63C3EA}"/>
          </ac:picMkLst>
        </pc:picChg>
        <pc:picChg chg="mod">
          <ac:chgData name="Đức Thành Lê" userId="775589ddb43b4380" providerId="LiveId" clId="{9FD5E441-44C4-4DBD-A08F-38CC1D25082F}" dt="2026-10-17T08:33:47.773" v="31192" actId="255"/>
          <ac:picMkLst>
            <pc:docMk/>
            <pc:sldMk cId="2764447923" sldId="269"/>
            <ac:picMk id="104" creationId="{26ADC57D-A09F-0922-DE35-9F1EB721759E}"/>
          </ac:picMkLst>
        </pc:picChg>
        <pc:picChg chg="mod">
          <ac:chgData name="Đức Thành Lê" userId="775589ddb43b4380" providerId="LiveId" clId="{9FD5E441-44C4-4DBD-A08F-38CC1D25082F}" dt="2026-10-17T08:33:47.773" v="31192" actId="255"/>
          <ac:picMkLst>
            <pc:docMk/>
            <pc:sldMk cId="2764447923" sldId="269"/>
            <ac:picMk id="105" creationId="{86BADBFA-0171-C477-4A0B-9EC3C4BE5A39}"/>
          </ac:picMkLst>
        </pc:picChg>
        <pc:picChg chg="mod">
          <ac:chgData name="Đức Thành Lê" userId="775589ddb43b4380" providerId="LiveId" clId="{9FD5E441-44C4-4DBD-A08F-38CC1D25082F}" dt="2026-10-17T07:39:28.054" v="30401" actId="165"/>
          <ac:picMkLst>
            <pc:docMk/>
            <pc:sldMk cId="2764447923" sldId="269"/>
            <ac:picMk id="110" creationId="{C1DB1595-9713-BE7E-F98F-038FD1C00111}"/>
          </ac:picMkLst>
        </pc:picChg>
        <pc:picChg chg="del mod">
          <ac:chgData name="Đức Thành Lê" userId="775589ddb43b4380" providerId="LiveId" clId="{9FD5E441-44C4-4DBD-A08F-38CC1D25082F}" dt="2026-10-17T07:42:38.251" v="30429" actId="478"/>
          <ac:picMkLst>
            <pc:docMk/>
            <pc:sldMk cId="2764447923" sldId="269"/>
            <ac:picMk id="119" creationId="{65958D55-67C4-B2AA-7078-B1E2A5656575}"/>
          </ac:picMkLst>
        </pc:picChg>
        <pc:picChg chg="mod">
          <ac:chgData name="Đức Thành Lê" userId="775589ddb43b4380" providerId="LiveId" clId="{9FD5E441-44C4-4DBD-A08F-38CC1D25082F}" dt="2026-10-17T08:32:48.374" v="31179" actId="165"/>
          <ac:picMkLst>
            <pc:docMk/>
            <pc:sldMk cId="2764447923" sldId="269"/>
            <ac:picMk id="120" creationId="{26B25CCC-8BFF-6EF9-B957-B536C562EA4F}"/>
          </ac:picMkLst>
        </pc:picChg>
        <pc:picChg chg="mod">
          <ac:chgData name="Đức Thành Lê" userId="775589ddb43b4380" providerId="LiveId" clId="{9FD5E441-44C4-4DBD-A08F-38CC1D25082F}" dt="2026-10-17T08:32:48.374" v="31179" actId="165"/>
          <ac:picMkLst>
            <pc:docMk/>
            <pc:sldMk cId="2764447923" sldId="269"/>
            <ac:picMk id="122" creationId="{3655AC05-35ED-666E-03D7-A8527B910D53}"/>
          </ac:picMkLst>
        </pc:picChg>
        <pc:picChg chg="mod">
          <ac:chgData name="Đức Thành Lê" userId="775589ddb43b4380" providerId="LiveId" clId="{9FD5E441-44C4-4DBD-A08F-38CC1D25082F}" dt="2026-10-17T08:34:12.260" v="31200" actId="255"/>
          <ac:picMkLst>
            <pc:docMk/>
            <pc:sldMk cId="2764447923" sldId="269"/>
            <ac:picMk id="124" creationId="{F1776069-11D3-2878-02B1-4B0565201F07}"/>
          </ac:picMkLst>
        </pc:picChg>
        <pc:picChg chg="mod">
          <ac:chgData name="Đức Thành Lê" userId="775589ddb43b4380" providerId="LiveId" clId="{9FD5E441-44C4-4DBD-A08F-38CC1D25082F}" dt="2026-10-17T08:33:49.338" v="31193" actId="255"/>
          <ac:picMkLst>
            <pc:docMk/>
            <pc:sldMk cId="2764447923" sldId="269"/>
            <ac:picMk id="132" creationId="{21EF3810-2D21-061A-27EA-2122B3244DF6}"/>
          </ac:picMkLst>
        </pc:picChg>
        <pc:picChg chg="mod">
          <ac:chgData name="Đức Thành Lê" userId="775589ddb43b4380" providerId="LiveId" clId="{9FD5E441-44C4-4DBD-A08F-38CC1D25082F}" dt="2026-10-17T08:33:49.338" v="31193" actId="255"/>
          <ac:picMkLst>
            <pc:docMk/>
            <pc:sldMk cId="2764447923" sldId="269"/>
            <ac:picMk id="133" creationId="{95E121AC-7C9D-422C-7E6E-B0572637D9E1}"/>
          </ac:picMkLst>
        </pc:picChg>
        <pc:picChg chg="del">
          <ac:chgData name="Đức Thành Lê" userId="775589ddb43b4380" providerId="LiveId" clId="{9FD5E441-44C4-4DBD-A08F-38CC1D25082F}" dt="2026-10-17T07:42:58.761" v="30435" actId="478"/>
          <ac:picMkLst>
            <pc:docMk/>
            <pc:sldMk cId="2764447923" sldId="269"/>
            <ac:picMk id="137" creationId="{FC20ED81-7258-4294-0EB1-09127253E99F}"/>
          </ac:picMkLst>
        </pc:picChg>
        <pc:picChg chg="mod">
          <ac:chgData name="Đức Thành Lê" userId="775589ddb43b4380" providerId="LiveId" clId="{9FD5E441-44C4-4DBD-A08F-38CC1D25082F}" dt="2026-10-17T08:32:48.374" v="31179" actId="165"/>
          <ac:picMkLst>
            <pc:docMk/>
            <pc:sldMk cId="2764447923" sldId="269"/>
            <ac:picMk id="139" creationId="{87ABC098-4F1F-F539-2FA0-7C4C7FFB9952}"/>
          </ac:picMkLst>
        </pc:picChg>
        <pc:picChg chg="mod">
          <ac:chgData name="Đức Thành Lê" userId="775589ddb43b4380" providerId="LiveId" clId="{9FD5E441-44C4-4DBD-A08F-38CC1D25082F}" dt="2026-10-17T08:32:48.374" v="31179" actId="165"/>
          <ac:picMkLst>
            <pc:docMk/>
            <pc:sldMk cId="2764447923" sldId="269"/>
            <ac:picMk id="140" creationId="{446E0982-4C89-9FD8-B80E-2C2D14F8CABD}"/>
          </ac:picMkLst>
        </pc:picChg>
        <pc:picChg chg="mod">
          <ac:chgData name="Đức Thành Lê" userId="775589ddb43b4380" providerId="LiveId" clId="{9FD5E441-44C4-4DBD-A08F-38CC1D25082F}" dt="2026-10-17T08:32:51.029" v="31180" actId="165"/>
          <ac:picMkLst>
            <pc:docMk/>
            <pc:sldMk cId="2764447923" sldId="269"/>
            <ac:picMk id="143" creationId="{C8C896D6-D1D3-E5B5-BAEB-27C144CA0CFF}"/>
          </ac:picMkLst>
        </pc:picChg>
        <pc:picChg chg="mod">
          <ac:chgData name="Đức Thành Lê" userId="775589ddb43b4380" providerId="LiveId" clId="{9FD5E441-44C4-4DBD-A08F-38CC1D25082F}" dt="2026-10-17T08:32:51.029" v="31180" actId="165"/>
          <ac:picMkLst>
            <pc:docMk/>
            <pc:sldMk cId="2764447923" sldId="269"/>
            <ac:picMk id="144" creationId="{B930F524-51DB-9909-00C3-8D59100C2DC1}"/>
          </ac:picMkLst>
        </pc:picChg>
        <pc:picChg chg="del">
          <ac:chgData name="Đức Thành Lê" userId="775589ddb43b4380" providerId="LiveId" clId="{9FD5E441-44C4-4DBD-A08F-38CC1D25082F}" dt="2026-10-17T07:43:02.290" v="30436" actId="478"/>
          <ac:picMkLst>
            <pc:docMk/>
            <pc:sldMk cId="2764447923" sldId="269"/>
            <ac:picMk id="145" creationId="{420FCA9E-0445-F2DC-110C-46A76CC41F03}"/>
          </ac:picMkLst>
        </pc:picChg>
        <pc:picChg chg="mod">
          <ac:chgData name="Đức Thành Lê" userId="775589ddb43b4380" providerId="LiveId" clId="{9FD5E441-44C4-4DBD-A08F-38CC1D25082F}" dt="2026-10-17T08:22:41.856" v="30992" actId="1076"/>
          <ac:picMkLst>
            <pc:docMk/>
            <pc:sldMk cId="2764447923" sldId="269"/>
            <ac:picMk id="176" creationId="{BFF04F2C-1351-074B-595A-5DABA9D143C3}"/>
          </ac:picMkLst>
        </pc:picChg>
        <pc:picChg chg="mod">
          <ac:chgData name="Đức Thành Lê" userId="775589ddb43b4380" providerId="LiveId" clId="{9FD5E441-44C4-4DBD-A08F-38CC1D25082F}" dt="2026-10-17T07:39:53.006" v="30411"/>
          <ac:picMkLst>
            <pc:docMk/>
            <pc:sldMk cId="2764447923" sldId="269"/>
            <ac:picMk id="230" creationId="{63ACA9BC-D0AA-2253-57A2-06311FCF9673}"/>
          </ac:picMkLst>
        </pc:picChg>
        <pc:picChg chg="mod">
          <ac:chgData name="Đức Thành Lê" userId="775589ddb43b4380" providerId="LiveId" clId="{9FD5E441-44C4-4DBD-A08F-38CC1D25082F}" dt="2026-10-17T07:39:56.232" v="30413"/>
          <ac:picMkLst>
            <pc:docMk/>
            <pc:sldMk cId="2764447923" sldId="269"/>
            <ac:picMk id="233" creationId="{EE84A294-218D-BF94-60D0-72BFB9F23944}"/>
          </ac:picMkLst>
        </pc:picChg>
        <pc:picChg chg="mod">
          <ac:chgData name="Đức Thành Lê" userId="775589ddb43b4380" providerId="LiveId" clId="{9FD5E441-44C4-4DBD-A08F-38CC1D25082F}" dt="2026-10-17T07:39:58.742" v="30415"/>
          <ac:picMkLst>
            <pc:docMk/>
            <pc:sldMk cId="2764447923" sldId="269"/>
            <ac:picMk id="236" creationId="{48005DE9-8003-4E5C-50B6-9A492702C26F}"/>
          </ac:picMkLst>
        </pc:picChg>
        <pc:picChg chg="add mod">
          <ac:chgData name="Đức Thành Lê" userId="775589ddb43b4380" providerId="LiveId" clId="{9FD5E441-44C4-4DBD-A08F-38CC1D25082F}" dt="2026-10-17T07:43:48.502" v="30455" actId="164"/>
          <ac:picMkLst>
            <pc:docMk/>
            <pc:sldMk cId="2764447923" sldId="269"/>
            <ac:picMk id="242" creationId="{B085164D-D31F-6362-2039-99EB56243BFE}"/>
          </ac:picMkLst>
        </pc:picChg>
        <pc:picChg chg="add mod">
          <ac:chgData name="Đức Thành Lê" userId="775589ddb43b4380" providerId="LiveId" clId="{9FD5E441-44C4-4DBD-A08F-38CC1D25082F}" dt="2026-10-17T07:43:41.474" v="30453" actId="164"/>
          <ac:picMkLst>
            <pc:docMk/>
            <pc:sldMk cId="2764447923" sldId="269"/>
            <ac:picMk id="244" creationId="{5CA0D2A4-DC86-C72E-83F0-C0D098876876}"/>
          </ac:picMkLst>
        </pc:picChg>
        <pc:picChg chg="add mod">
          <ac:chgData name="Đức Thành Lê" userId="775589ddb43b4380" providerId="LiveId" clId="{9FD5E441-44C4-4DBD-A08F-38CC1D25082F}" dt="2026-10-17T07:43:37.869" v="30452" actId="164"/>
          <ac:picMkLst>
            <pc:docMk/>
            <pc:sldMk cId="2764447923" sldId="269"/>
            <ac:picMk id="246" creationId="{B142C25E-8014-3DC9-B725-5AD789A918DB}"/>
          </ac:picMkLst>
        </pc:picChg>
        <pc:picChg chg="add mod">
          <ac:chgData name="Đức Thành Lê" userId="775589ddb43b4380" providerId="LiveId" clId="{9FD5E441-44C4-4DBD-A08F-38CC1D25082F}" dt="2026-10-17T07:43:44.965" v="30454" actId="164"/>
          <ac:picMkLst>
            <pc:docMk/>
            <pc:sldMk cId="2764447923" sldId="269"/>
            <ac:picMk id="248" creationId="{D58B7FF0-B3E7-F7C7-378E-AB918DFCF3A1}"/>
          </ac:picMkLst>
        </pc:picChg>
        <pc:picChg chg="add mod">
          <ac:chgData name="Đức Thành Lê" userId="775589ddb43b4380" providerId="LiveId" clId="{9FD5E441-44C4-4DBD-A08F-38CC1D25082F}" dt="2026-10-17T08:06:17.896" v="30740" actId="164"/>
          <ac:picMkLst>
            <pc:docMk/>
            <pc:sldMk cId="2764447923" sldId="269"/>
            <ac:picMk id="279" creationId="{267FDB69-BA2B-39BB-E813-1783C49C00EE}"/>
          </ac:picMkLst>
        </pc:picChg>
        <pc:picChg chg="mod">
          <ac:chgData name="Đức Thành Lê" userId="775589ddb43b4380" providerId="LiveId" clId="{9FD5E441-44C4-4DBD-A08F-38CC1D25082F}" dt="2026-10-17T08:45:05.398" v="31351"/>
          <ac:picMkLst>
            <pc:docMk/>
            <pc:sldMk cId="2764447923" sldId="269"/>
            <ac:picMk id="521" creationId="{B7147E7D-E060-3530-3880-1A05E8A603B9}"/>
          </ac:picMkLst>
        </pc:picChg>
        <pc:cxnChg chg="mod">
          <ac:chgData name="Đức Thành Lê" userId="775589ddb43b4380" providerId="LiveId" clId="{9FD5E441-44C4-4DBD-A08F-38CC1D25082F}" dt="2026-10-17T08:07:46.609" v="30754" actId="552"/>
          <ac:cxnSpMkLst>
            <pc:docMk/>
            <pc:sldMk cId="2764447923" sldId="269"/>
            <ac:cxnSpMk id="180" creationId="{7E9A0809-5563-797C-BB00-8989A028E99E}"/>
          </ac:cxnSpMkLst>
        </pc:cxnChg>
        <pc:cxnChg chg="mod">
          <ac:chgData name="Đức Thành Lê" userId="775589ddb43b4380" providerId="LiveId" clId="{9FD5E441-44C4-4DBD-A08F-38CC1D25082F}" dt="2026-10-17T08:07:46.609" v="30754" actId="552"/>
          <ac:cxnSpMkLst>
            <pc:docMk/>
            <pc:sldMk cId="2764447923" sldId="269"/>
            <ac:cxnSpMk id="181" creationId="{79FF16A5-36DA-C02C-4978-6B4E26077EC6}"/>
          </ac:cxnSpMkLst>
        </pc:cxnChg>
        <pc:cxnChg chg="mod">
          <ac:chgData name="Đức Thành Lê" userId="775589ddb43b4380" providerId="LiveId" clId="{9FD5E441-44C4-4DBD-A08F-38CC1D25082F}" dt="2026-10-17T08:30:21.428" v="31112" actId="164"/>
          <ac:cxnSpMkLst>
            <pc:docMk/>
            <pc:sldMk cId="2764447923" sldId="269"/>
            <ac:cxnSpMk id="186" creationId="{A73F62D4-F24E-B4C9-DC9E-739259109FC1}"/>
          </ac:cxnSpMkLst>
        </pc:cxnChg>
        <pc:cxnChg chg="mod topLvl">
          <ac:chgData name="Đức Thành Lê" userId="775589ddb43b4380" providerId="LiveId" clId="{9FD5E441-44C4-4DBD-A08F-38CC1D25082F}" dt="2026-10-17T08:30:21.428" v="31112" actId="164"/>
          <ac:cxnSpMkLst>
            <pc:docMk/>
            <pc:sldMk cId="2764447923" sldId="269"/>
            <ac:cxnSpMk id="187" creationId="{DFB51FCE-B7C1-F324-D123-32B4C3181AB7}"/>
          </ac:cxnSpMkLst>
        </pc:cxnChg>
        <pc:cxnChg chg="add mod ord">
          <ac:chgData name="Đức Thành Lê" userId="775589ddb43b4380" providerId="LiveId" clId="{9FD5E441-44C4-4DBD-A08F-38CC1D25082F}" dt="2026-10-17T08:35:59.572" v="31243" actId="164"/>
          <ac:cxnSpMkLst>
            <pc:docMk/>
            <pc:sldMk cId="2764447923" sldId="269"/>
            <ac:cxnSpMk id="227" creationId="{5BAC0832-3552-9740-6AF0-A78E361AB0CE}"/>
          </ac:cxnSpMkLst>
        </pc:cxnChg>
        <pc:cxnChg chg="add del mod">
          <ac:chgData name="Đức Thành Lê" userId="775589ddb43b4380" providerId="LiveId" clId="{9FD5E441-44C4-4DBD-A08F-38CC1D25082F}" dt="2026-10-17T08:01:12.836" v="30607" actId="11529"/>
          <ac:cxnSpMkLst>
            <pc:docMk/>
            <pc:sldMk cId="2764447923" sldId="269"/>
            <ac:cxnSpMk id="281" creationId="{026A9321-B93A-68B2-951D-F4A41D2518A8}"/>
          </ac:cxnSpMkLst>
        </pc:cxnChg>
        <pc:cxnChg chg="add mod ord">
          <ac:chgData name="Đức Thành Lê" userId="775589ddb43b4380" providerId="LiveId" clId="{9FD5E441-44C4-4DBD-A08F-38CC1D25082F}" dt="2026-10-17T08:14:28.211" v="30848" actId="167"/>
          <ac:cxnSpMkLst>
            <pc:docMk/>
            <pc:sldMk cId="2764447923" sldId="269"/>
            <ac:cxnSpMk id="396" creationId="{68746B87-ACF2-84B8-4079-4B14B9F8868D}"/>
          </ac:cxnSpMkLst>
        </pc:cxnChg>
        <pc:cxnChg chg="add mod">
          <ac:chgData name="Đức Thành Lê" userId="775589ddb43b4380" providerId="LiveId" clId="{9FD5E441-44C4-4DBD-A08F-38CC1D25082F}" dt="2026-10-17T08:28:59.034" v="31094" actId="14100"/>
          <ac:cxnSpMkLst>
            <pc:docMk/>
            <pc:sldMk cId="2764447923" sldId="269"/>
            <ac:cxnSpMk id="402" creationId="{8A80A70F-77B9-0502-F03E-974A03B54891}"/>
          </ac:cxnSpMkLst>
        </pc:cxnChg>
        <pc:cxnChg chg="add mod">
          <ac:chgData name="Đức Thành Lê" userId="775589ddb43b4380" providerId="LiveId" clId="{9FD5E441-44C4-4DBD-A08F-38CC1D25082F}" dt="2026-10-17T08:29:11.840" v="31096" actId="14100"/>
          <ac:cxnSpMkLst>
            <pc:docMk/>
            <pc:sldMk cId="2764447923" sldId="269"/>
            <ac:cxnSpMk id="405" creationId="{A0E7DCF4-8763-FD74-7204-FA94C285D278}"/>
          </ac:cxnSpMkLst>
        </pc:cxnChg>
        <pc:cxnChg chg="add mod ord">
          <ac:chgData name="Đức Thành Lê" userId="775589ddb43b4380" providerId="LiveId" clId="{9FD5E441-44C4-4DBD-A08F-38CC1D25082F}" dt="2026-10-17T08:37:09.703" v="31247" actId="164"/>
          <ac:cxnSpMkLst>
            <pc:docMk/>
            <pc:sldMk cId="2764447923" sldId="269"/>
            <ac:cxnSpMk id="422" creationId="{135C3B2B-E0C1-8F6F-0129-19670984B00D}"/>
          </ac:cxnSpMkLst>
        </pc:cxnChg>
        <pc:cxnChg chg="mod">
          <ac:chgData name="Đức Thành Lê" userId="775589ddb43b4380" providerId="LiveId" clId="{9FD5E441-44C4-4DBD-A08F-38CC1D25082F}" dt="2026-10-17T08:48:50.470" v="31460" actId="1076"/>
          <ac:cxnSpMkLst>
            <pc:docMk/>
            <pc:sldMk cId="2764447923" sldId="269"/>
            <ac:cxnSpMk id="689" creationId="{F5236321-BB36-848D-3CAA-F6900C92EAF6}"/>
          </ac:cxnSpMkLst>
        </pc:cxnChg>
        <pc:cxnChg chg="mod">
          <ac:chgData name="Đức Thành Lê" userId="775589ddb43b4380" providerId="LiveId" clId="{9FD5E441-44C4-4DBD-A08F-38CC1D25082F}" dt="2026-10-17T08:48:59.450" v="31462" actId="14100"/>
          <ac:cxnSpMkLst>
            <pc:docMk/>
            <pc:sldMk cId="2764447923" sldId="269"/>
            <ac:cxnSpMk id="690" creationId="{41A20586-42EB-F929-8D1B-B071B55C830C}"/>
          </ac:cxnSpMkLst>
        </pc:cxnChg>
        <pc:cxnChg chg="mod">
          <ac:chgData name="Đức Thành Lê" userId="775589ddb43b4380" providerId="LiveId" clId="{9FD5E441-44C4-4DBD-A08F-38CC1D25082F}" dt="2026-10-17T08:48:57.888" v="31461" actId="14100"/>
          <ac:cxnSpMkLst>
            <pc:docMk/>
            <pc:sldMk cId="2764447923" sldId="269"/>
            <ac:cxnSpMk id="691" creationId="{72B338AC-0A81-9A6E-396C-49925541AD27}"/>
          </ac:cxnSpMkLst>
        </pc:cxnChg>
      </pc:sldChg>
      <pc:sldChg chg="add del">
        <pc:chgData name="Đức Thành Lê" userId="775589ddb43b4380" providerId="LiveId" clId="{9FD5E441-44C4-4DBD-A08F-38CC1D25082F}" dt="2026-10-17T07:34:01.459" v="30197"/>
        <pc:sldMkLst>
          <pc:docMk/>
          <pc:sldMk cId="3729261254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CBF14-E8F0-4689-8F4B-9AD268A39B1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11175" y="1143000"/>
            <a:ext cx="58356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A8C77-2970-4DFE-BFF3-2CFAFCA75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5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7480" y="1646133"/>
            <a:ext cx="14264879" cy="3501813"/>
          </a:xfrm>
        </p:spPr>
        <p:txBody>
          <a:bodyPr anchor="b"/>
          <a:lstStyle>
            <a:lvl1pPr algn="ctr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7480" y="5282989"/>
            <a:ext cx="14264879" cy="2428451"/>
          </a:xfrm>
        </p:spPr>
        <p:txBody>
          <a:bodyPr/>
          <a:lstStyle>
            <a:lvl1pPr marL="0" indent="0" algn="ctr">
              <a:buNone/>
              <a:defRPr sz="3520"/>
            </a:lvl1pPr>
            <a:lvl2pPr marL="670575" indent="0" algn="ctr">
              <a:buNone/>
              <a:defRPr sz="2933"/>
            </a:lvl2pPr>
            <a:lvl3pPr marL="1341150" indent="0" algn="ctr">
              <a:buNone/>
              <a:defRPr sz="2640"/>
            </a:lvl3pPr>
            <a:lvl4pPr marL="2011726" indent="0" algn="ctr">
              <a:buNone/>
              <a:defRPr sz="2347"/>
            </a:lvl4pPr>
            <a:lvl5pPr marL="2682301" indent="0" algn="ctr">
              <a:buNone/>
              <a:defRPr sz="2347"/>
            </a:lvl5pPr>
            <a:lvl6pPr marL="3352876" indent="0" algn="ctr">
              <a:buNone/>
              <a:defRPr sz="2347"/>
            </a:lvl6pPr>
            <a:lvl7pPr marL="4023451" indent="0" algn="ctr">
              <a:buNone/>
              <a:defRPr sz="2347"/>
            </a:lvl7pPr>
            <a:lvl8pPr marL="4694027" indent="0" algn="ctr">
              <a:buNone/>
              <a:defRPr sz="2347"/>
            </a:lvl8pPr>
            <a:lvl9pPr marL="5364602" indent="0" algn="ctr">
              <a:buNone/>
              <a:defRPr sz="23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1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2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708" y="2507617"/>
            <a:ext cx="16404610" cy="4184014"/>
          </a:xfrm>
        </p:spPr>
        <p:txBody>
          <a:bodyPr anchor="b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708" y="6731213"/>
            <a:ext cx="16404610" cy="2200274"/>
          </a:xfrm>
        </p:spPr>
        <p:txBody>
          <a:bodyPr/>
          <a:lstStyle>
            <a:lvl1pPr marL="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1pPr>
            <a:lvl2pPr marL="670575" indent="0">
              <a:buNone/>
              <a:defRPr sz="2933">
                <a:solidFill>
                  <a:schemeClr val="tx1">
                    <a:tint val="82000"/>
                  </a:schemeClr>
                </a:solidFill>
              </a:defRPr>
            </a:lvl2pPr>
            <a:lvl3pPr marL="134115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3pPr>
            <a:lvl4pPr marL="2011726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4pPr>
            <a:lvl5pPr marL="2682301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5pPr>
            <a:lvl6pPr marL="3352876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6pPr>
            <a:lvl7pPr marL="4023451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7pPr>
            <a:lvl8pPr marL="4694027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8pPr>
            <a:lvl9pPr marL="5364602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9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7614" y="2677584"/>
            <a:ext cx="8083431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8793" y="2677584"/>
            <a:ext cx="8083431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6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0091" y="535517"/>
            <a:ext cx="1640461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0092" y="2465706"/>
            <a:ext cx="8046282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0092" y="3674110"/>
            <a:ext cx="8046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8793" y="2465706"/>
            <a:ext cx="8085908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8793" y="3674110"/>
            <a:ext cx="8085908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4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6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6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0092" y="670560"/>
            <a:ext cx="6134392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5908" y="1448224"/>
            <a:ext cx="9628793" cy="7147983"/>
          </a:xfrm>
        </p:spPr>
        <p:txBody>
          <a:bodyPr/>
          <a:lstStyle>
            <a:lvl1pPr>
              <a:defRPr sz="4693"/>
            </a:lvl1pPr>
            <a:lvl2pPr>
              <a:defRPr sz="4107"/>
            </a:lvl2pPr>
            <a:lvl3pPr>
              <a:defRPr sz="3520"/>
            </a:lvl3pPr>
            <a:lvl4pPr>
              <a:defRPr sz="2933"/>
            </a:lvl4pPr>
            <a:lvl5pPr>
              <a:defRPr sz="2933"/>
            </a:lvl5pPr>
            <a:lvl6pPr>
              <a:defRPr sz="2933"/>
            </a:lvl6pPr>
            <a:lvl7pPr>
              <a:defRPr sz="2933"/>
            </a:lvl7pPr>
            <a:lvl8pPr>
              <a:defRPr sz="2933"/>
            </a:lvl8pPr>
            <a:lvl9pPr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0092" y="3017520"/>
            <a:ext cx="6134392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9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0092" y="670560"/>
            <a:ext cx="6134392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5908" y="1448224"/>
            <a:ext cx="9628793" cy="7147983"/>
          </a:xfrm>
        </p:spPr>
        <p:txBody>
          <a:bodyPr anchor="t"/>
          <a:lstStyle>
            <a:lvl1pPr marL="0" indent="0">
              <a:buNone/>
              <a:defRPr sz="4693"/>
            </a:lvl1pPr>
            <a:lvl2pPr marL="670575" indent="0">
              <a:buNone/>
              <a:defRPr sz="4107"/>
            </a:lvl2pPr>
            <a:lvl3pPr marL="1341150" indent="0">
              <a:buNone/>
              <a:defRPr sz="3520"/>
            </a:lvl3pPr>
            <a:lvl4pPr marL="2011726" indent="0">
              <a:buNone/>
              <a:defRPr sz="2933"/>
            </a:lvl4pPr>
            <a:lvl5pPr marL="2682301" indent="0">
              <a:buNone/>
              <a:defRPr sz="2933"/>
            </a:lvl5pPr>
            <a:lvl6pPr marL="3352876" indent="0">
              <a:buNone/>
              <a:defRPr sz="2933"/>
            </a:lvl6pPr>
            <a:lvl7pPr marL="4023451" indent="0">
              <a:buNone/>
              <a:defRPr sz="2933"/>
            </a:lvl7pPr>
            <a:lvl8pPr marL="4694027" indent="0">
              <a:buNone/>
              <a:defRPr sz="2933"/>
            </a:lvl8pPr>
            <a:lvl9pPr marL="5364602" indent="0">
              <a:buNone/>
              <a:defRPr sz="2933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0092" y="3017520"/>
            <a:ext cx="6134392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44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9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11071" y="535517"/>
            <a:ext cx="4101153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7614" y="535517"/>
            <a:ext cx="12065710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31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7614" y="535517"/>
            <a:ext cx="1640461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7614" y="2677584"/>
            <a:ext cx="1640461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7614" y="9322647"/>
            <a:ext cx="4279464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23CB7-BF89-4EBE-9FAE-2DDB881F3F8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00322" y="9322647"/>
            <a:ext cx="641919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32760" y="9322647"/>
            <a:ext cx="4279464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09463-4FD8-46A3-A96C-2DBAD705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1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341150" rtl="0" eaLnBrk="1" latinLnBrk="0" hangingPunct="1">
        <a:lnSpc>
          <a:spcPct val="90000"/>
        </a:lnSpc>
        <a:spcBef>
          <a:spcPct val="0"/>
        </a:spcBef>
        <a:buNone/>
        <a:defRPr sz="64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5288" indent="-335288" algn="l" defTabSz="134115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1pPr>
      <a:lvl2pPr marL="100586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3520" kern="1200">
          <a:solidFill>
            <a:schemeClr val="tx1"/>
          </a:solidFill>
          <a:latin typeface="+mn-lt"/>
          <a:ea typeface="+mn-ea"/>
          <a:cs typeface="+mn-cs"/>
        </a:defRPr>
      </a:lvl2pPr>
      <a:lvl3pPr marL="1676438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+mn-ea"/>
          <a:cs typeface="+mn-cs"/>
        </a:defRPr>
      </a:lvl3pPr>
      <a:lvl4pPr marL="234701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301758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68816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35873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502931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699890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9" Type="http://schemas.openxmlformats.org/officeDocument/2006/relationships/image" Target="../media/image33.png"/><Relationship Id="rId21" Type="http://schemas.openxmlformats.org/officeDocument/2006/relationships/image" Target="../media/image15.svg"/><Relationship Id="rId34" Type="http://schemas.openxmlformats.org/officeDocument/2006/relationships/image" Target="../media/image28.png"/><Relationship Id="rId42" Type="http://schemas.openxmlformats.org/officeDocument/2006/relationships/image" Target="../media/image36.png"/><Relationship Id="rId47" Type="http://schemas.openxmlformats.org/officeDocument/2006/relationships/image" Target="../media/image41.png"/><Relationship Id="rId50" Type="http://schemas.openxmlformats.org/officeDocument/2006/relationships/image" Target="../media/image44.png"/><Relationship Id="rId55" Type="http://schemas.openxmlformats.org/officeDocument/2006/relationships/image" Target="../media/image49.png"/><Relationship Id="rId63" Type="http://schemas.openxmlformats.org/officeDocument/2006/relationships/image" Target="../media/image57.png"/><Relationship Id="rId68" Type="http://schemas.openxmlformats.org/officeDocument/2006/relationships/image" Target="../media/image60.png"/><Relationship Id="rId76" Type="http://schemas.openxmlformats.org/officeDocument/2006/relationships/image" Target="../media/image68.png"/><Relationship Id="rId84" Type="http://schemas.openxmlformats.org/officeDocument/2006/relationships/image" Target="../media/image72.svg"/><Relationship Id="rId89" Type="http://schemas.openxmlformats.org/officeDocument/2006/relationships/image" Target="../media/image76.png"/><Relationship Id="rId97" Type="http://schemas.openxmlformats.org/officeDocument/2006/relationships/image" Target="../media/image89.png"/><Relationship Id="rId71" Type="http://schemas.openxmlformats.org/officeDocument/2006/relationships/image" Target="../media/image63.png"/><Relationship Id="rId92" Type="http://schemas.openxmlformats.org/officeDocument/2006/relationships/image" Target="../media/image82.svg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29" Type="http://schemas.openxmlformats.org/officeDocument/2006/relationships/image" Target="../media/image23.svg"/><Relationship Id="rId11" Type="http://schemas.openxmlformats.org/officeDocument/2006/relationships/image" Target="../media/image9.png"/><Relationship Id="rId24" Type="http://schemas.openxmlformats.org/officeDocument/2006/relationships/image" Target="../media/image18.png"/><Relationship Id="rId32" Type="http://schemas.openxmlformats.org/officeDocument/2006/relationships/image" Target="../media/image26.svg"/><Relationship Id="rId37" Type="http://schemas.openxmlformats.org/officeDocument/2006/relationships/image" Target="../media/image31.png"/><Relationship Id="rId40" Type="http://schemas.openxmlformats.org/officeDocument/2006/relationships/image" Target="../media/image34.png"/><Relationship Id="rId45" Type="http://schemas.openxmlformats.org/officeDocument/2006/relationships/image" Target="../media/image39.png"/><Relationship Id="rId53" Type="http://schemas.openxmlformats.org/officeDocument/2006/relationships/image" Target="../media/image47.png"/><Relationship Id="rId58" Type="http://schemas.openxmlformats.org/officeDocument/2006/relationships/image" Target="../media/image52.png"/><Relationship Id="rId66" Type="http://schemas.openxmlformats.org/officeDocument/2006/relationships/image" Target="../media/image60.svg"/><Relationship Id="rId74" Type="http://schemas.openxmlformats.org/officeDocument/2006/relationships/image" Target="../media/image66.png"/><Relationship Id="rId79" Type="http://schemas.openxmlformats.org/officeDocument/2006/relationships/image" Target="../media/image71.png"/><Relationship Id="rId87" Type="http://schemas.openxmlformats.org/officeDocument/2006/relationships/image" Target="../media/image79.png"/><Relationship Id="rId5" Type="http://schemas.openxmlformats.org/officeDocument/2006/relationships/image" Target="../media/image4.png"/><Relationship Id="rId61" Type="http://schemas.openxmlformats.org/officeDocument/2006/relationships/image" Target="../media/image55.png"/><Relationship Id="rId82" Type="http://schemas.openxmlformats.org/officeDocument/2006/relationships/image" Target="../media/image74.png"/><Relationship Id="rId90" Type="http://schemas.openxmlformats.org/officeDocument/2006/relationships/image" Target="../media/image81.png"/><Relationship Id="rId95" Type="http://schemas.openxmlformats.org/officeDocument/2006/relationships/image" Target="../media/image85.svg"/><Relationship Id="rId19" Type="http://schemas.openxmlformats.org/officeDocument/2006/relationships/image" Target="../media/image13.png"/><Relationship Id="rId14" Type="http://schemas.openxmlformats.org/officeDocument/2006/relationships/image" Target="../media/image7.png"/><Relationship Id="rId22" Type="http://schemas.openxmlformats.org/officeDocument/2006/relationships/image" Target="../media/image16.svg"/><Relationship Id="rId27" Type="http://schemas.openxmlformats.org/officeDocument/2006/relationships/image" Target="../media/image21.svg"/><Relationship Id="rId30" Type="http://schemas.openxmlformats.org/officeDocument/2006/relationships/image" Target="../media/image24.png"/><Relationship Id="rId35" Type="http://schemas.openxmlformats.org/officeDocument/2006/relationships/image" Target="../media/image29.svg"/><Relationship Id="rId43" Type="http://schemas.openxmlformats.org/officeDocument/2006/relationships/image" Target="../media/image37.svg"/><Relationship Id="rId48" Type="http://schemas.openxmlformats.org/officeDocument/2006/relationships/image" Target="../media/image42.png"/><Relationship Id="rId56" Type="http://schemas.openxmlformats.org/officeDocument/2006/relationships/image" Target="../media/image50.png"/><Relationship Id="rId64" Type="http://schemas.openxmlformats.org/officeDocument/2006/relationships/image" Target="../media/image58.png"/><Relationship Id="rId69" Type="http://schemas.openxmlformats.org/officeDocument/2006/relationships/image" Target="../media/image610.png"/><Relationship Id="rId77" Type="http://schemas.openxmlformats.org/officeDocument/2006/relationships/image" Target="../media/image69.png"/><Relationship Id="rId51" Type="http://schemas.openxmlformats.org/officeDocument/2006/relationships/image" Target="../media/image45.svg"/><Relationship Id="rId72" Type="http://schemas.openxmlformats.org/officeDocument/2006/relationships/image" Target="../media/image64.png"/><Relationship Id="rId80" Type="http://schemas.openxmlformats.org/officeDocument/2006/relationships/image" Target="../media/image72.png"/><Relationship Id="rId85" Type="http://schemas.openxmlformats.org/officeDocument/2006/relationships/image" Target="../media/image77.png"/><Relationship Id="rId93" Type="http://schemas.openxmlformats.org/officeDocument/2006/relationships/image" Target="../media/image85.png"/><Relationship Id="rId98" Type="http://schemas.openxmlformats.org/officeDocument/2006/relationships/image" Target="../media/image90.png"/><Relationship Id="rId3" Type="http://schemas.openxmlformats.org/officeDocument/2006/relationships/image" Target="../media/image2.png"/><Relationship Id="rId12" Type="http://schemas.openxmlformats.org/officeDocument/2006/relationships/image" Target="../media/image5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33" Type="http://schemas.openxmlformats.org/officeDocument/2006/relationships/image" Target="../media/image27.svg"/><Relationship Id="rId38" Type="http://schemas.openxmlformats.org/officeDocument/2006/relationships/image" Target="../media/image32.png"/><Relationship Id="rId46" Type="http://schemas.openxmlformats.org/officeDocument/2006/relationships/image" Target="../media/image40.png"/><Relationship Id="rId59" Type="http://schemas.openxmlformats.org/officeDocument/2006/relationships/image" Target="../media/image53.png"/><Relationship Id="rId67" Type="http://schemas.openxmlformats.org/officeDocument/2006/relationships/image" Target="../media/image61.png"/><Relationship Id="rId20" Type="http://schemas.openxmlformats.org/officeDocument/2006/relationships/image" Target="../media/image14.png"/><Relationship Id="rId41" Type="http://schemas.openxmlformats.org/officeDocument/2006/relationships/image" Target="../media/image35.svg"/><Relationship Id="rId54" Type="http://schemas.openxmlformats.org/officeDocument/2006/relationships/image" Target="../media/image48.png"/><Relationship Id="rId62" Type="http://schemas.openxmlformats.org/officeDocument/2006/relationships/image" Target="../media/image56.png"/><Relationship Id="rId70" Type="http://schemas.openxmlformats.org/officeDocument/2006/relationships/image" Target="../media/image62.png"/><Relationship Id="rId75" Type="http://schemas.openxmlformats.org/officeDocument/2006/relationships/image" Target="../media/image67.png"/><Relationship Id="rId83" Type="http://schemas.openxmlformats.org/officeDocument/2006/relationships/image" Target="../media/image75.png"/><Relationship Id="rId88" Type="http://schemas.openxmlformats.org/officeDocument/2006/relationships/image" Target="../media/image80.png"/><Relationship Id="rId91" Type="http://schemas.openxmlformats.org/officeDocument/2006/relationships/image" Target="../media/image83.png"/><Relationship Id="rId96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8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36" Type="http://schemas.openxmlformats.org/officeDocument/2006/relationships/image" Target="../media/image30.png"/><Relationship Id="rId49" Type="http://schemas.openxmlformats.org/officeDocument/2006/relationships/image" Target="../media/image43.svg"/><Relationship Id="rId57" Type="http://schemas.openxmlformats.org/officeDocument/2006/relationships/image" Target="../media/image51.svg"/><Relationship Id="rId31" Type="http://schemas.openxmlformats.org/officeDocument/2006/relationships/image" Target="../media/image25.png"/><Relationship Id="rId44" Type="http://schemas.openxmlformats.org/officeDocument/2006/relationships/image" Target="../media/image38.png"/><Relationship Id="rId52" Type="http://schemas.openxmlformats.org/officeDocument/2006/relationships/image" Target="../media/image46.png"/><Relationship Id="rId60" Type="http://schemas.openxmlformats.org/officeDocument/2006/relationships/image" Target="../media/image54.png"/><Relationship Id="rId65" Type="http://schemas.openxmlformats.org/officeDocument/2006/relationships/image" Target="../media/image59.png"/><Relationship Id="rId73" Type="http://schemas.openxmlformats.org/officeDocument/2006/relationships/image" Target="../media/image65.png"/><Relationship Id="rId78" Type="http://schemas.openxmlformats.org/officeDocument/2006/relationships/image" Target="../media/image70.png"/><Relationship Id="rId81" Type="http://schemas.openxmlformats.org/officeDocument/2006/relationships/image" Target="../media/image73.png"/><Relationship Id="rId86" Type="http://schemas.openxmlformats.org/officeDocument/2006/relationships/image" Target="../media/image78.png"/><Relationship Id="rId94" Type="http://schemas.openxmlformats.org/officeDocument/2006/relationships/image" Target="../media/image84.png"/><Relationship Id="rId99" Type="http://schemas.openxmlformats.org/officeDocument/2006/relationships/image" Target="../media/image9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3" name="Group 872">
            <a:extLst>
              <a:ext uri="{FF2B5EF4-FFF2-40B4-BE49-F238E27FC236}">
                <a16:creationId xmlns:a16="http://schemas.microsoft.com/office/drawing/2014/main" id="{B4A6485C-1A2B-0674-C77A-514D4D4EECCB}"/>
              </a:ext>
            </a:extLst>
          </p:cNvPr>
          <p:cNvGrpSpPr/>
          <p:nvPr/>
        </p:nvGrpSpPr>
        <p:grpSpPr>
          <a:xfrm>
            <a:off x="-32484" y="20105"/>
            <a:ext cx="19145289" cy="9999948"/>
            <a:chOff x="-32484" y="20105"/>
            <a:chExt cx="19145289" cy="9999948"/>
          </a:xfrm>
        </p:grpSpPr>
        <p:grpSp>
          <p:nvGrpSpPr>
            <p:cNvPr id="502" name="Group 501">
              <a:extLst>
                <a:ext uri="{FF2B5EF4-FFF2-40B4-BE49-F238E27FC236}">
                  <a16:creationId xmlns:a16="http://schemas.microsoft.com/office/drawing/2014/main" id="{6320465C-2DCD-357D-C723-8D58DC53E387}"/>
                </a:ext>
              </a:extLst>
            </p:cNvPr>
            <p:cNvGrpSpPr/>
            <p:nvPr/>
          </p:nvGrpSpPr>
          <p:grpSpPr>
            <a:xfrm>
              <a:off x="108468" y="4776609"/>
              <a:ext cx="18802902" cy="3711595"/>
              <a:chOff x="0" y="2947800"/>
              <a:chExt cx="18802902" cy="3711595"/>
            </a:xfrm>
          </p:grpSpPr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243E0EF8-B703-433B-7747-7D256366E56A}"/>
                  </a:ext>
                </a:extLst>
              </p:cNvPr>
              <p:cNvGrpSpPr/>
              <p:nvPr/>
            </p:nvGrpSpPr>
            <p:grpSpPr>
              <a:xfrm>
                <a:off x="0" y="2947800"/>
                <a:ext cx="14285949" cy="3711595"/>
                <a:chOff x="914401" y="2902080"/>
                <a:chExt cx="14285949" cy="3711595"/>
              </a:xfrm>
            </p:grpSpPr>
            <p:grpSp>
              <p:nvGrpSpPr>
                <p:cNvPr id="454" name="Group 453">
                  <a:extLst>
                    <a:ext uri="{FF2B5EF4-FFF2-40B4-BE49-F238E27FC236}">
                      <a16:creationId xmlns:a16="http://schemas.microsoft.com/office/drawing/2014/main" id="{E861C521-016B-D25B-9F79-001D2D648410}"/>
                    </a:ext>
                  </a:extLst>
                </p:cNvPr>
                <p:cNvGrpSpPr/>
                <p:nvPr/>
              </p:nvGrpSpPr>
              <p:grpSpPr>
                <a:xfrm>
                  <a:off x="8295305" y="2902080"/>
                  <a:ext cx="6905045" cy="3673891"/>
                  <a:chOff x="8295305" y="2902080"/>
                  <a:chExt cx="6905045" cy="3673891"/>
                </a:xfrm>
              </p:grpSpPr>
              <p:sp>
                <p:nvSpPr>
                  <p:cNvPr id="224" name="Rectangle: Rounded Corners 223">
                    <a:extLst>
                      <a:ext uri="{FF2B5EF4-FFF2-40B4-BE49-F238E27FC236}">
                        <a16:creationId xmlns:a16="http://schemas.microsoft.com/office/drawing/2014/main" id="{FB45C309-A9F0-0CFC-63FA-8D254E7676F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963060" y="1338681"/>
                    <a:ext cx="3569535" cy="6905045"/>
                  </a:xfrm>
                  <a:prstGeom prst="roundRect">
                    <a:avLst>
                      <a:gd name="adj" fmla="val 3840"/>
                    </a:avLst>
                  </a:prstGeom>
                  <a:solidFill>
                    <a:srgbClr val="F4FCF2"/>
                  </a:solidFill>
                  <a:ln w="28575">
                    <a:noFill/>
                    <a:prstDash val="sysDash"/>
                  </a:ln>
                  <a:effectLst>
                    <a:outerShdw blurRad="203200" dist="50800" dir="3600000" algn="ctr" rotWithShape="0">
                      <a:srgbClr val="000000">
                        <a:alpha val="99000"/>
                      </a:srgbClr>
                    </a:outerShdw>
                  </a:effectLst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67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FA38A48C-D86D-1706-EFE6-3033153963F7}"/>
                      </a:ext>
                    </a:extLst>
                  </p:cNvPr>
                  <p:cNvSpPr txBox="1"/>
                  <p:nvPr/>
                </p:nvSpPr>
                <p:spPr>
                  <a:xfrm>
                    <a:off x="11076916" y="2902080"/>
                    <a:ext cx="411944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2400" i="1" dirty="0">
                        <a:solidFill>
                          <a:schemeClr val="accent3">
                            <a:lumMod val="75000"/>
                          </a:schemeClr>
                        </a:solidFill>
                      </a:rPr>
                      <a:t>Continual Model Merging</a:t>
                    </a:r>
                  </a:p>
                </p:txBody>
              </p:sp>
              <p:grpSp>
                <p:nvGrpSpPr>
                  <p:cNvPr id="155" name="Group 154">
                    <a:extLst>
                      <a:ext uri="{FF2B5EF4-FFF2-40B4-BE49-F238E27FC236}">
                        <a16:creationId xmlns:a16="http://schemas.microsoft.com/office/drawing/2014/main" id="{FFBF050D-49BC-D5DD-E5B6-67EF79E1F8EC}"/>
                      </a:ext>
                    </a:extLst>
                  </p:cNvPr>
                  <p:cNvGrpSpPr/>
                  <p:nvPr/>
                </p:nvGrpSpPr>
                <p:grpSpPr>
                  <a:xfrm>
                    <a:off x="12483191" y="3384487"/>
                    <a:ext cx="2583037" cy="805602"/>
                    <a:chOff x="9849040" y="5586189"/>
                    <a:chExt cx="1661732" cy="508031"/>
                  </a:xfrm>
                </p:grpSpPr>
                <p:sp>
                  <p:nvSpPr>
                    <p:cNvPr id="217" name="Rectangle: Rounded Corners 216">
                      <a:extLst>
                        <a:ext uri="{FF2B5EF4-FFF2-40B4-BE49-F238E27FC236}">
                          <a16:creationId xmlns:a16="http://schemas.microsoft.com/office/drawing/2014/main" id="{319979A6-038A-2C41-14C9-F3A2453F2D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49040" y="5586189"/>
                      <a:ext cx="1661732" cy="503957"/>
                    </a:xfrm>
                    <a:prstGeom prst="roundRect">
                      <a:avLst>
                        <a:gd name="adj" fmla="val 5822"/>
                      </a:avLst>
                    </a:prstGeom>
                    <a:solidFill>
                      <a:schemeClr val="bg1"/>
                    </a:solidFill>
                    <a:ln w="28575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218" name="Group 217">
                      <a:extLst>
                        <a:ext uri="{FF2B5EF4-FFF2-40B4-BE49-F238E27FC236}">
                          <a16:creationId xmlns:a16="http://schemas.microsoft.com/office/drawing/2014/main" id="{98E175C9-35DE-D519-2FE5-2759209D67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22738" y="5601325"/>
                      <a:ext cx="1505635" cy="252319"/>
                      <a:chOff x="8343874" y="5796997"/>
                      <a:chExt cx="1505635" cy="252319"/>
                    </a:xfrm>
                  </p:grpSpPr>
                  <p:sp>
                    <p:nvSpPr>
                      <p:cNvPr id="222" name="TextBox 221">
                        <a:extLst>
                          <a:ext uri="{FF2B5EF4-FFF2-40B4-BE49-F238E27FC236}">
                            <a16:creationId xmlns:a16="http://schemas.microsoft.com/office/drawing/2014/main" id="{3FDF3A9A-A63E-AC86-E5A6-7E656B5CF29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63888" y="5796997"/>
                        <a:ext cx="1285621" cy="25231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2000" i="1" dirty="0"/>
                          <a:t>New information</a:t>
                        </a:r>
                      </a:p>
                    </p:txBody>
                  </p:sp>
                  <p:sp>
                    <p:nvSpPr>
                      <p:cNvPr id="223" name="Cube 222">
                        <a:extLst>
                          <a:ext uri="{FF2B5EF4-FFF2-40B4-BE49-F238E27FC236}">
                            <a16:creationId xmlns:a16="http://schemas.microsoft.com/office/drawing/2014/main" id="{097CC56D-5EFC-029C-F8BA-CD0D669A13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43874" y="5821420"/>
                        <a:ext cx="213897" cy="185459"/>
                      </a:xfrm>
                      <a:prstGeom prst="cube">
                        <a:avLst>
                          <a:gd name="adj" fmla="val 60802"/>
                        </a:avLst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19" name="Group 218">
                      <a:extLst>
                        <a:ext uri="{FF2B5EF4-FFF2-40B4-BE49-F238E27FC236}">
                          <a16:creationId xmlns:a16="http://schemas.microsoft.com/office/drawing/2014/main" id="{A4658618-61CB-7FFE-5E44-0AF4D08145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12041" y="5841901"/>
                      <a:ext cx="1581858" cy="252319"/>
                      <a:chOff x="8333177" y="6083293"/>
                      <a:chExt cx="1581858" cy="252319"/>
                    </a:xfrm>
                  </p:grpSpPr>
                  <p:sp>
                    <p:nvSpPr>
                      <p:cNvPr id="220" name="TextBox 219">
                        <a:extLst>
                          <a:ext uri="{FF2B5EF4-FFF2-40B4-BE49-F238E27FC236}">
                            <a16:creationId xmlns:a16="http://schemas.microsoft.com/office/drawing/2014/main" id="{8B957DB4-A53C-213C-0E35-C90A96623E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53265" y="6083293"/>
                        <a:ext cx="1361770" cy="25231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2000" i="1" dirty="0"/>
                          <a:t>Old information</a:t>
                        </a:r>
                      </a:p>
                    </p:txBody>
                  </p:sp>
                  <p:sp>
                    <p:nvSpPr>
                      <p:cNvPr id="221" name="Cube 220">
                        <a:extLst>
                          <a:ext uri="{FF2B5EF4-FFF2-40B4-BE49-F238E27FC236}">
                            <a16:creationId xmlns:a16="http://schemas.microsoft.com/office/drawing/2014/main" id="{3E21B221-BF5C-B906-D52B-9CB49E3B15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33177" y="6101566"/>
                        <a:ext cx="213897" cy="185459"/>
                      </a:xfrm>
                      <a:prstGeom prst="cube">
                        <a:avLst>
                          <a:gd name="adj" fmla="val 58510"/>
                        </a:avLst>
                      </a:prstGeom>
                      <a:gradFill flip="none" rotWithShape="1">
                        <a:gsLst>
                          <a:gs pos="19000">
                            <a:schemeClr val="accent1">
                              <a:lumMod val="0"/>
                              <a:lumOff val="100000"/>
                            </a:schemeClr>
                          </a:gs>
                          <a:gs pos="92000">
                            <a:srgbClr val="FF0000"/>
                          </a:gs>
                        </a:gsLst>
                        <a:path path="circle">
                          <a:fillToRect l="100000" b="100000"/>
                        </a:path>
                        <a:tileRect t="-100000" r="-100000"/>
                      </a:gra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sp>
                <p:nvSpPr>
                  <p:cNvPr id="161" name="Arrow: Bent 160">
                    <a:extLst>
                      <a:ext uri="{FF2B5EF4-FFF2-40B4-BE49-F238E27FC236}">
                        <a16:creationId xmlns:a16="http://schemas.microsoft.com/office/drawing/2014/main" id="{8A41A626-95FF-52A5-4A0B-12951C914E30}"/>
                      </a:ext>
                    </a:extLst>
                  </p:cNvPr>
                  <p:cNvSpPr/>
                  <p:nvPr/>
                </p:nvSpPr>
                <p:spPr>
                  <a:xfrm>
                    <a:off x="8548413" y="4703004"/>
                    <a:ext cx="1393384" cy="704760"/>
                  </a:xfrm>
                  <a:prstGeom prst="bentArrow">
                    <a:avLst>
                      <a:gd name="adj1" fmla="val 11287"/>
                      <a:gd name="adj2" fmla="val 14404"/>
                      <a:gd name="adj3" fmla="val 12527"/>
                      <a:gd name="adj4" fmla="val 55707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62" name="TextBox 161">
                        <a:extLst>
                          <a:ext uri="{FF2B5EF4-FFF2-40B4-BE49-F238E27FC236}">
                            <a16:creationId xmlns:a16="http://schemas.microsoft.com/office/drawing/2014/main" id="{7AC2BF24-5602-90A6-47C4-9C0A896E01C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810266" y="6063738"/>
                        <a:ext cx="855574" cy="484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i="1" dirty="0">
                          <a:solidFill>
                            <a:srgbClr val="390AE4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62" name="TextBox 161">
                        <a:extLst>
                          <a:ext uri="{FF2B5EF4-FFF2-40B4-BE49-F238E27FC236}">
                            <a16:creationId xmlns:a16="http://schemas.microsoft.com/office/drawing/2014/main" id="{7AC2BF24-5602-90A6-47C4-9C0A896E01C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810266" y="6063738"/>
                        <a:ext cx="855574" cy="48439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1429" t="-7500" r="-5714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68" name="TextBox 167">
                        <a:extLst>
                          <a:ext uri="{FF2B5EF4-FFF2-40B4-BE49-F238E27FC236}">
                            <a16:creationId xmlns:a16="http://schemas.microsoft.com/office/drawing/2014/main" id="{96C38D8D-122C-E06F-A0E7-4C2918A00FE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249408" y="5131148"/>
                        <a:ext cx="623352" cy="377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FF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SVD</m:t>
                              </m:r>
                            </m:oMath>
                          </m:oMathPara>
                        </a14:m>
                        <a:endParaRPr lang="en-US" i="1" dirty="0">
                          <a:solidFill>
                            <a:srgbClr val="390AE4"/>
                          </a:solidFill>
                          <a:latin typeface="Aptos (Body)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68" name="TextBox 167">
                        <a:extLst>
                          <a:ext uri="{FF2B5EF4-FFF2-40B4-BE49-F238E27FC236}">
                            <a16:creationId xmlns:a16="http://schemas.microsoft.com/office/drawing/2014/main" id="{96C38D8D-122C-E06F-A0E7-4C2918A00FE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249408" y="5131148"/>
                        <a:ext cx="623352" cy="377552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r="-98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69" name="TextBox 168">
                        <a:extLst>
                          <a:ext uri="{FF2B5EF4-FFF2-40B4-BE49-F238E27FC236}">
                            <a16:creationId xmlns:a16="http://schemas.microsoft.com/office/drawing/2014/main" id="{DCF5F9C5-670C-50EE-A546-2C958F05063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384617" y="4226440"/>
                        <a:ext cx="1063807" cy="5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3200" i="1" dirty="0">
                          <a:solidFill>
                            <a:srgbClr val="0000FF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69" name="TextBox 168">
                        <a:extLst>
                          <a:ext uri="{FF2B5EF4-FFF2-40B4-BE49-F238E27FC236}">
                            <a16:creationId xmlns:a16="http://schemas.microsoft.com/office/drawing/2014/main" id="{DCF5F9C5-670C-50EE-A546-2C958F05063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384617" y="4226440"/>
                        <a:ext cx="1063807" cy="58477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70" name="TextBox 169">
                        <a:extLst>
                          <a:ext uri="{FF2B5EF4-FFF2-40B4-BE49-F238E27FC236}">
                            <a16:creationId xmlns:a16="http://schemas.microsoft.com/office/drawing/2014/main" id="{8C13AA30-64FE-374D-FF55-098871CD9DE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442620" y="5812317"/>
                        <a:ext cx="427246" cy="5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i="1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70" name="TextBox 169">
                        <a:extLst>
                          <a:ext uri="{FF2B5EF4-FFF2-40B4-BE49-F238E27FC236}">
                            <a16:creationId xmlns:a16="http://schemas.microsoft.com/office/drawing/2014/main" id="{8C13AA30-64FE-374D-FF55-098871CD9DE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442620" y="5812317"/>
                        <a:ext cx="427246" cy="58477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r="-17143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71" name="Group 170">
                    <a:extLst>
                      <a:ext uri="{FF2B5EF4-FFF2-40B4-BE49-F238E27FC236}">
                        <a16:creationId xmlns:a16="http://schemas.microsoft.com/office/drawing/2014/main" id="{F5D21230-8BAE-885B-A8CB-47DE178473DD}"/>
                      </a:ext>
                    </a:extLst>
                  </p:cNvPr>
                  <p:cNvGrpSpPr/>
                  <p:nvPr/>
                </p:nvGrpSpPr>
                <p:grpSpPr>
                  <a:xfrm>
                    <a:off x="13261616" y="5351274"/>
                    <a:ext cx="855574" cy="504712"/>
                    <a:chOff x="-85072" y="1060563"/>
                    <a:chExt cx="855574" cy="508793"/>
                  </a:xfrm>
                </p:grpSpPr>
                <p:sp>
                  <p:nvSpPr>
                    <p:cNvPr id="211" name="Rectangle: Rounded Corners 210">
                      <a:extLst>
                        <a:ext uri="{FF2B5EF4-FFF2-40B4-BE49-F238E27FC236}">
                          <a16:creationId xmlns:a16="http://schemas.microsoft.com/office/drawing/2014/main" id="{9E49ECEC-0A38-8C44-95A8-B28D07B8251A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85970" y="1097022"/>
                      <a:ext cx="486193" cy="472334"/>
                    </a:xfrm>
                    <a:prstGeom prst="roundRect">
                      <a:avLst>
                        <a:gd name="adj" fmla="val 4198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67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12" name="TextBox 211">
                          <a:extLst>
                            <a:ext uri="{FF2B5EF4-FFF2-40B4-BE49-F238E27FC236}">
                              <a16:creationId xmlns:a16="http://schemas.microsoft.com/office/drawing/2014/main" id="{CA7100A9-C45E-2542-4113-E43F2FDE4C5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-85072" y="1060563"/>
                          <a:ext cx="855574" cy="488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1: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i="1" dirty="0">
                            <a:solidFill>
                              <a:srgbClr val="390AE4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536" name="TextBox 4535">
                          <a:extLst>
                            <a:ext uri="{FF2B5EF4-FFF2-40B4-BE49-F238E27FC236}">
                              <a16:creationId xmlns:a16="http://schemas.microsoft.com/office/drawing/2014/main" id="{0E6AD74A-23B1-82E1-1476-860ED4FC35E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-85072" y="1060563"/>
                          <a:ext cx="855574" cy="488312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 t="-7500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72" name="Arrow: Bent 171">
                    <a:extLst>
                      <a:ext uri="{FF2B5EF4-FFF2-40B4-BE49-F238E27FC236}">
                        <a16:creationId xmlns:a16="http://schemas.microsoft.com/office/drawing/2014/main" id="{5463D7E7-A7AD-E044-110E-7EB3B8A3F825}"/>
                      </a:ext>
                    </a:extLst>
                  </p:cNvPr>
                  <p:cNvSpPr/>
                  <p:nvPr/>
                </p:nvSpPr>
                <p:spPr>
                  <a:xfrm rot="16200000" flipH="1" flipV="1">
                    <a:off x="11964902" y="4441744"/>
                    <a:ext cx="551583" cy="1132330"/>
                  </a:xfrm>
                  <a:prstGeom prst="bentArrow">
                    <a:avLst>
                      <a:gd name="adj1" fmla="val 14741"/>
                      <a:gd name="adj2" fmla="val 16796"/>
                      <a:gd name="adj3" fmla="val 19082"/>
                      <a:gd name="adj4" fmla="val 55707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417" name="Group 416">
                    <a:extLst>
                      <a:ext uri="{FF2B5EF4-FFF2-40B4-BE49-F238E27FC236}">
                        <a16:creationId xmlns:a16="http://schemas.microsoft.com/office/drawing/2014/main" id="{31139FD4-94E0-FA92-E012-529465A2453E}"/>
                      </a:ext>
                    </a:extLst>
                  </p:cNvPr>
                  <p:cNvGrpSpPr/>
                  <p:nvPr/>
                </p:nvGrpSpPr>
                <p:grpSpPr>
                  <a:xfrm>
                    <a:off x="12440103" y="5249123"/>
                    <a:ext cx="578859" cy="707886"/>
                    <a:chOff x="15463578" y="4913817"/>
                    <a:chExt cx="578859" cy="707886"/>
                  </a:xfrm>
                </p:grpSpPr>
                <p:sp>
                  <p:nvSpPr>
                    <p:cNvPr id="209" name="Oval 208">
                      <a:extLst>
                        <a:ext uri="{FF2B5EF4-FFF2-40B4-BE49-F238E27FC236}">
                          <a16:creationId xmlns:a16="http://schemas.microsoft.com/office/drawing/2014/main" id="{01FCDE6D-D415-9CC9-0DBA-9B3CCD76B2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5503849" y="5061327"/>
                      <a:ext cx="462834" cy="457200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210" name="TextBox 209">
                          <a:extLst>
                            <a:ext uri="{FF2B5EF4-FFF2-40B4-BE49-F238E27FC236}">
                              <a16:creationId xmlns:a16="http://schemas.microsoft.com/office/drawing/2014/main" id="{70C2D3A3-5AC8-6C47-D49F-9E7E86C0FEE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463578" y="4913817"/>
                          <a:ext cx="578859" cy="707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sz="2800" i="1" dirty="0">
                            <a:solidFill>
                              <a:srgbClr val="390AE4"/>
                            </a:solidFill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210" name="TextBox 209">
                          <a:extLst>
                            <a:ext uri="{FF2B5EF4-FFF2-40B4-BE49-F238E27FC236}">
                              <a16:creationId xmlns:a16="http://schemas.microsoft.com/office/drawing/2014/main" id="{70C2D3A3-5AC8-6C47-D49F-9E7E86C0FEE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463578" y="4913817"/>
                          <a:ext cx="578859" cy="707886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75" name="Arrow: Right 174">
                    <a:extLst>
                      <a:ext uri="{FF2B5EF4-FFF2-40B4-BE49-F238E27FC236}">
                        <a16:creationId xmlns:a16="http://schemas.microsoft.com/office/drawing/2014/main" id="{C4CBB1C3-60A0-E1F3-07AE-FEC5CAB91F57}"/>
                      </a:ext>
                    </a:extLst>
                  </p:cNvPr>
                  <p:cNvSpPr/>
                  <p:nvPr/>
                </p:nvSpPr>
                <p:spPr>
                  <a:xfrm flipV="1">
                    <a:off x="13042161" y="5528404"/>
                    <a:ext cx="312795" cy="152221"/>
                  </a:xfrm>
                  <a:prstGeom prst="rightArrow">
                    <a:avLst>
                      <a:gd name="adj1" fmla="val 50000"/>
                      <a:gd name="adj2" fmla="val 47899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pic>
                <p:nvPicPr>
                  <p:cNvPr id="176" name="Picture 175">
                    <a:extLst>
                      <a:ext uri="{FF2B5EF4-FFF2-40B4-BE49-F238E27FC236}">
                        <a16:creationId xmlns:a16="http://schemas.microsoft.com/office/drawing/2014/main" id="{BFF04F2C-1351-074B-595A-5DABA9D143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rcRect l="33006" t="10921" r="31162" b="17937"/>
                  <a:stretch>
                    <a:fillRect/>
                  </a:stretch>
                </p:blipFill>
                <p:spPr>
                  <a:xfrm rot="16200000" flipH="1">
                    <a:off x="14058130" y="5433665"/>
                    <a:ext cx="195578" cy="407763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77" name="TextBox 176">
                        <a:extLst>
                          <a:ext uri="{FF2B5EF4-FFF2-40B4-BE49-F238E27FC236}">
                            <a16:creationId xmlns:a16="http://schemas.microsoft.com/office/drawing/2014/main" id="{29D96539-BF01-ABD0-F586-2B8DAFB3C05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350291" y="5393816"/>
                        <a:ext cx="578859" cy="463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390AE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390AE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390AE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𝑏𝑎𝑠𝑒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i="1" dirty="0">
                          <a:solidFill>
                            <a:srgbClr val="390AE4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77" name="TextBox 176">
                        <a:extLst>
                          <a:ext uri="{FF2B5EF4-FFF2-40B4-BE49-F238E27FC236}">
                            <a16:creationId xmlns:a16="http://schemas.microsoft.com/office/drawing/2014/main" id="{29D96539-BF01-ABD0-F586-2B8DAFB3C05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4350291" y="5393816"/>
                        <a:ext cx="578859" cy="463653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l="-3158" r="-44211" b="-1316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8" name="Arrow: Bent 177">
                    <a:extLst>
                      <a:ext uri="{FF2B5EF4-FFF2-40B4-BE49-F238E27FC236}">
                        <a16:creationId xmlns:a16="http://schemas.microsoft.com/office/drawing/2014/main" id="{556D98CB-6A62-8FE2-7B03-FF270A3EB74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3480293" y="5415660"/>
                    <a:ext cx="339023" cy="1292009"/>
                  </a:xfrm>
                  <a:prstGeom prst="bentArrow">
                    <a:avLst>
                      <a:gd name="adj1" fmla="val 27971"/>
                      <a:gd name="adj2" fmla="val 34409"/>
                      <a:gd name="adj3" fmla="val 29901"/>
                      <a:gd name="adj4" fmla="val 55707"/>
                    </a:avLst>
                  </a:prstGeom>
                  <a:gradFill flip="none" rotWithShape="1">
                    <a:gsLst>
                      <a:gs pos="0">
                        <a:srgbClr val="FF0000"/>
                      </a:gs>
                      <a:gs pos="90000">
                        <a:schemeClr val="bg2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9" name="Arrow: Bent 178">
                    <a:extLst>
                      <a:ext uri="{FF2B5EF4-FFF2-40B4-BE49-F238E27FC236}">
                        <a16:creationId xmlns:a16="http://schemas.microsoft.com/office/drawing/2014/main" id="{E1CC1F67-6DB1-65B1-B30A-80C96EC6410A}"/>
                      </a:ext>
                    </a:extLst>
                  </p:cNvPr>
                  <p:cNvSpPr/>
                  <p:nvPr/>
                </p:nvSpPr>
                <p:spPr>
                  <a:xfrm rot="16200000" flipH="1" flipV="1">
                    <a:off x="13460727" y="4454680"/>
                    <a:ext cx="785822" cy="884341"/>
                  </a:xfrm>
                  <a:prstGeom prst="bentArrow">
                    <a:avLst>
                      <a:gd name="adj1" fmla="val 16500"/>
                      <a:gd name="adj2" fmla="val 17201"/>
                      <a:gd name="adj3" fmla="val 19421"/>
                      <a:gd name="adj4" fmla="val 55707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90000">
                        <a:schemeClr val="bg2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8" name="Arrow: Right 187">
                    <a:extLst>
                      <a:ext uri="{FF2B5EF4-FFF2-40B4-BE49-F238E27FC236}">
                        <a16:creationId xmlns:a16="http://schemas.microsoft.com/office/drawing/2014/main" id="{C9B4BC14-5E21-08C1-1F46-893388E23138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0070157" y="5242533"/>
                    <a:ext cx="377551" cy="128668"/>
                  </a:xfrm>
                  <a:prstGeom prst="rightArrow">
                    <a:avLst>
                      <a:gd name="adj1" fmla="val 50000"/>
                      <a:gd name="adj2" fmla="val 47899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439" name="Group 438">
                    <a:extLst>
                      <a:ext uri="{FF2B5EF4-FFF2-40B4-BE49-F238E27FC236}">
                        <a16:creationId xmlns:a16="http://schemas.microsoft.com/office/drawing/2014/main" id="{997D06CD-7B3C-CBCE-C071-37469D74C97A}"/>
                      </a:ext>
                    </a:extLst>
                  </p:cNvPr>
                  <p:cNvGrpSpPr/>
                  <p:nvPr/>
                </p:nvGrpSpPr>
                <p:grpSpPr>
                  <a:xfrm>
                    <a:off x="10961864" y="3848418"/>
                    <a:ext cx="1040019" cy="1130427"/>
                    <a:chOff x="10047463" y="3848417"/>
                    <a:chExt cx="1040019" cy="1130427"/>
                  </a:xfrm>
                </p:grpSpPr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84" name="TextBox 183">
                          <a:extLst>
                            <a:ext uri="{FF2B5EF4-FFF2-40B4-BE49-F238E27FC236}">
                              <a16:creationId xmlns:a16="http://schemas.microsoft.com/office/drawing/2014/main" id="{4BB1699B-A537-AD18-05BB-48B080AAB86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047463" y="4506903"/>
                          <a:ext cx="728148" cy="4719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𝒢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(∙)</m:t>
                                </m:r>
                              </m:oMath>
                            </m:oMathPara>
                          </a14:m>
                          <a:endParaRPr lang="en-US" sz="2400" i="1" dirty="0">
                            <a:solidFill>
                              <a:srgbClr val="390AE4"/>
                            </a:solidFill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184" name="TextBox 183">
                          <a:extLst>
                            <a:ext uri="{FF2B5EF4-FFF2-40B4-BE49-F238E27FC236}">
                              <a16:creationId xmlns:a16="http://schemas.microsoft.com/office/drawing/2014/main" id="{4BB1699B-A537-AD18-05BB-48B080AAB86A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047463" y="4506903"/>
                          <a:ext cx="728148" cy="471941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l="-4202" r="-5882" b="-14286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86" name="Straight Connector 185">
                      <a:extLst>
                        <a:ext uri="{FF2B5EF4-FFF2-40B4-BE49-F238E27FC236}">
                          <a16:creationId xmlns:a16="http://schemas.microsoft.com/office/drawing/2014/main" id="{A73F62D4-F24E-B4C9-DC9E-739259109FC1}"/>
                        </a:ext>
                      </a:extLst>
                    </p:cNvPr>
                    <p:cNvCxnSpPr>
                      <a:cxnSpLocks/>
                      <a:stCxn id="301" idx="4"/>
                    </p:cNvCxnSpPr>
                    <p:nvPr/>
                  </p:nvCxnSpPr>
                  <p:spPr>
                    <a:xfrm flipH="1">
                      <a:off x="10588576" y="4216082"/>
                      <a:ext cx="381536" cy="463699"/>
                    </a:xfrm>
                    <a:prstGeom prst="line">
                      <a:avLst/>
                    </a:prstGeom>
                    <a:ln>
                      <a:prstDash val="sysDash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" name="Straight Connector 186">
                      <a:extLst>
                        <a:ext uri="{FF2B5EF4-FFF2-40B4-BE49-F238E27FC236}">
                          <a16:creationId xmlns:a16="http://schemas.microsoft.com/office/drawing/2014/main" id="{DFB51FCE-B7C1-F324-D123-32B4C3181AB7}"/>
                        </a:ext>
                      </a:extLst>
                    </p:cNvPr>
                    <p:cNvCxnSpPr>
                      <a:cxnSpLocks/>
                      <a:stCxn id="184" idx="0"/>
                      <a:endCxn id="299" idx="2"/>
                    </p:cNvCxnSpPr>
                    <p:nvPr/>
                  </p:nvCxnSpPr>
                  <p:spPr>
                    <a:xfrm flipV="1">
                      <a:off x="10411537" y="4219906"/>
                      <a:ext cx="25905" cy="286997"/>
                    </a:xfrm>
                    <a:prstGeom prst="line">
                      <a:avLst/>
                    </a:prstGeom>
                    <a:ln>
                      <a:prstDash val="sysDash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27" name="Group 326">
                      <a:extLst>
                        <a:ext uri="{FF2B5EF4-FFF2-40B4-BE49-F238E27FC236}">
                          <a16:creationId xmlns:a16="http://schemas.microsoft.com/office/drawing/2014/main" id="{126A338C-017A-73ED-6ED8-CEE946EC29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37442" y="3848417"/>
                      <a:ext cx="650040" cy="428887"/>
                      <a:chOff x="9446237" y="5583001"/>
                      <a:chExt cx="650040" cy="428887"/>
                    </a:xfrm>
                  </p:grpSpPr>
                  <p:sp>
                    <p:nvSpPr>
                      <p:cNvPr id="299" name="Cube 298">
                        <a:extLst>
                          <a:ext uri="{FF2B5EF4-FFF2-40B4-BE49-F238E27FC236}">
                            <a16:creationId xmlns:a16="http://schemas.microsoft.com/office/drawing/2014/main" id="{65C6C60E-9A79-8461-B2A7-0E91456A46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46237" y="5780223"/>
                        <a:ext cx="254286" cy="231665"/>
                      </a:xfrm>
                      <a:prstGeom prst="cube">
                        <a:avLst>
                          <a:gd name="adj" fmla="val 50447"/>
                        </a:avLst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00" name="Cube 299">
                        <a:extLst>
                          <a:ext uri="{FF2B5EF4-FFF2-40B4-BE49-F238E27FC236}">
                            <a16:creationId xmlns:a16="http://schemas.microsoft.com/office/drawing/2014/main" id="{A2254FCA-A416-20C2-7138-881BA1CBAF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40039" y="5780223"/>
                        <a:ext cx="254286" cy="231665"/>
                      </a:xfrm>
                      <a:prstGeom prst="cube">
                        <a:avLst>
                          <a:gd name="adj" fmla="val 48796"/>
                        </a:avLst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01" name="Cube 300">
                        <a:extLst>
                          <a:ext uri="{FF2B5EF4-FFF2-40B4-BE49-F238E27FC236}">
                            <a16:creationId xmlns:a16="http://schemas.microsoft.com/office/drawing/2014/main" id="{6E0D91BD-1490-0AB1-3E85-942ACCC33D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33842" y="5780223"/>
                        <a:ext cx="254286" cy="231665"/>
                      </a:xfrm>
                      <a:prstGeom prst="cube">
                        <a:avLst>
                          <a:gd name="adj" fmla="val 47146"/>
                        </a:avLst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05" name="Cube 304">
                        <a:extLst>
                          <a:ext uri="{FF2B5EF4-FFF2-40B4-BE49-F238E27FC236}">
                            <a16:creationId xmlns:a16="http://schemas.microsoft.com/office/drawing/2014/main" id="{19316E36-A864-775B-335B-70F79D50A8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54386" y="5583001"/>
                        <a:ext cx="254286" cy="231665"/>
                      </a:xfrm>
                      <a:prstGeom prst="cube">
                        <a:avLst>
                          <a:gd name="adj" fmla="val 53748"/>
                        </a:avLst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06" name="Cube 305">
                        <a:extLst>
                          <a:ext uri="{FF2B5EF4-FFF2-40B4-BE49-F238E27FC236}">
                            <a16:creationId xmlns:a16="http://schemas.microsoft.com/office/drawing/2014/main" id="{F4673132-1C29-640F-E921-6BCC6653BA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48189" y="5583001"/>
                        <a:ext cx="254286" cy="231665"/>
                      </a:xfrm>
                      <a:prstGeom prst="cube">
                        <a:avLst>
                          <a:gd name="adj" fmla="val 50447"/>
                        </a:avLst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07" name="Cube 306">
                        <a:extLst>
                          <a:ext uri="{FF2B5EF4-FFF2-40B4-BE49-F238E27FC236}">
                            <a16:creationId xmlns:a16="http://schemas.microsoft.com/office/drawing/2014/main" id="{0A3AC1C5-A89D-CA39-7D20-30ECDE3CB9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41991" y="5583001"/>
                        <a:ext cx="254286" cy="231665"/>
                      </a:xfrm>
                      <a:prstGeom prst="cube">
                        <a:avLst>
                          <a:gd name="adj" fmla="val 50447"/>
                        </a:avLst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57" name="TextBox 156">
                        <a:extLst>
                          <a:ext uri="{FF2B5EF4-FFF2-40B4-BE49-F238E27FC236}">
                            <a16:creationId xmlns:a16="http://schemas.microsoft.com/office/drawing/2014/main" id="{8F539DEC-2C72-C698-C705-BF760E4EF28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83534" y="6081268"/>
                        <a:ext cx="790291" cy="471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390AE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390AE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390AE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𝑏𝑎𝑠𝑒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i="1" dirty="0">
                          <a:solidFill>
                            <a:srgbClr val="390AE4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57" name="TextBox 156">
                        <a:extLst>
                          <a:ext uri="{FF2B5EF4-FFF2-40B4-BE49-F238E27FC236}">
                            <a16:creationId xmlns:a16="http://schemas.microsoft.com/office/drawing/2014/main" id="{8F539DEC-2C72-C698-C705-BF760E4EF28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983534" y="6081268"/>
                        <a:ext cx="790291" cy="471941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1538" r="-5385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59" name="Arrow: Right 158">
                    <a:extLst>
                      <a:ext uri="{FF2B5EF4-FFF2-40B4-BE49-F238E27FC236}">
                        <a16:creationId xmlns:a16="http://schemas.microsoft.com/office/drawing/2014/main" id="{02A8A4BC-1E96-99A1-A14E-134E1D72FEC5}"/>
                      </a:ext>
                    </a:extLst>
                  </p:cNvPr>
                  <p:cNvSpPr/>
                  <p:nvPr/>
                </p:nvSpPr>
                <p:spPr>
                  <a:xfrm flipV="1">
                    <a:off x="9794712" y="6264179"/>
                    <a:ext cx="312795" cy="127637"/>
                  </a:xfrm>
                  <a:prstGeom prst="rightArrow">
                    <a:avLst>
                      <a:gd name="adj1" fmla="val 50000"/>
                      <a:gd name="adj2" fmla="val 47899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0" name="Arrow: Right 159">
                    <a:extLst>
                      <a:ext uri="{FF2B5EF4-FFF2-40B4-BE49-F238E27FC236}">
                        <a16:creationId xmlns:a16="http://schemas.microsoft.com/office/drawing/2014/main" id="{6E3D7C6C-6CA9-6726-5A0B-0B50B7059864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8420578" y="5885782"/>
                    <a:ext cx="310287" cy="128668"/>
                  </a:xfrm>
                  <a:prstGeom prst="rightArrow">
                    <a:avLst>
                      <a:gd name="adj1" fmla="val 50000"/>
                      <a:gd name="adj2" fmla="val 47899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163" name="Group 162">
                    <a:extLst>
                      <a:ext uri="{FF2B5EF4-FFF2-40B4-BE49-F238E27FC236}">
                        <a16:creationId xmlns:a16="http://schemas.microsoft.com/office/drawing/2014/main" id="{A72A895A-6BB4-9031-BECC-6D03E4E97B54}"/>
                      </a:ext>
                    </a:extLst>
                  </p:cNvPr>
                  <p:cNvGrpSpPr/>
                  <p:nvPr/>
                </p:nvGrpSpPr>
                <p:grpSpPr>
                  <a:xfrm>
                    <a:off x="8395072" y="6109743"/>
                    <a:ext cx="383058" cy="409671"/>
                    <a:chOff x="4304866" y="21658"/>
                    <a:chExt cx="383058" cy="412981"/>
                  </a:xfrm>
                </p:grpSpPr>
                <p:sp>
                  <p:nvSpPr>
                    <p:cNvPr id="213" name="Oval 212">
                      <a:extLst>
                        <a:ext uri="{FF2B5EF4-FFF2-40B4-BE49-F238E27FC236}">
                          <a16:creationId xmlns:a16="http://schemas.microsoft.com/office/drawing/2014/main" id="{1EEAF8E8-9027-F6A8-9BCC-400E72A9AE5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82098" y="117922"/>
                      <a:ext cx="217003" cy="225818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214" name="TextBox 213">
                          <a:extLst>
                            <a:ext uri="{FF2B5EF4-FFF2-40B4-BE49-F238E27FC236}">
                              <a16:creationId xmlns:a16="http://schemas.microsoft.com/office/drawing/2014/main" id="{42F01BDB-C787-AB07-A833-E1D838709BE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304866" y="21658"/>
                          <a:ext cx="383058" cy="4129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4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400" i="1" dirty="0">
                            <a:solidFill>
                              <a:srgbClr val="390AE4"/>
                            </a:solidFill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214" name="TextBox 213">
                          <a:extLst>
                            <a:ext uri="{FF2B5EF4-FFF2-40B4-BE49-F238E27FC236}">
                              <a16:creationId xmlns:a16="http://schemas.microsoft.com/office/drawing/2014/main" id="{42F01BDB-C787-AB07-A833-E1D838709BE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304866" y="21658"/>
                          <a:ext cx="383058" cy="412981"/>
                        </a:xfrm>
                        <a:prstGeom prst="rect">
                          <a:avLst/>
                        </a:prstGeom>
                        <a:blipFill>
                          <a:blip r:embed="rId17"/>
                          <a:stretch>
                            <a:fillRect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64" name="Arrow: Right 163">
                    <a:extLst>
                      <a:ext uri="{FF2B5EF4-FFF2-40B4-BE49-F238E27FC236}">
                        <a16:creationId xmlns:a16="http://schemas.microsoft.com/office/drawing/2014/main" id="{0F7B5EDB-D989-B34B-BF18-F271EC122B8B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10441258" y="6264178"/>
                    <a:ext cx="312795" cy="127637"/>
                  </a:xfrm>
                  <a:prstGeom prst="rightArrow">
                    <a:avLst>
                      <a:gd name="adj1" fmla="val 50000"/>
                      <a:gd name="adj2" fmla="val 47899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5" name="Arrow: Right 164">
                    <a:extLst>
                      <a:ext uri="{FF2B5EF4-FFF2-40B4-BE49-F238E27FC236}">
                        <a16:creationId xmlns:a16="http://schemas.microsoft.com/office/drawing/2014/main" id="{13E67B45-8B76-B3BB-A55D-D3D0BE923362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8738012" y="6253419"/>
                    <a:ext cx="312795" cy="127637"/>
                  </a:xfrm>
                  <a:prstGeom prst="rightArrow">
                    <a:avLst>
                      <a:gd name="adj1" fmla="val 50000"/>
                      <a:gd name="adj2" fmla="val 47899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6" name="Arrow: Right 165">
                    <a:extLst>
                      <a:ext uri="{FF2B5EF4-FFF2-40B4-BE49-F238E27FC236}">
                        <a16:creationId xmlns:a16="http://schemas.microsoft.com/office/drawing/2014/main" id="{4775D1F2-F292-47DE-C6A7-E07B5FE04C8D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0139927" y="5927727"/>
                    <a:ext cx="272501" cy="128668"/>
                  </a:xfrm>
                  <a:prstGeom prst="rightArrow">
                    <a:avLst>
                      <a:gd name="adj1" fmla="val 50000"/>
                      <a:gd name="adj2" fmla="val 47899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67" name="TextBox 166">
                        <a:extLst>
                          <a:ext uri="{FF2B5EF4-FFF2-40B4-BE49-F238E27FC236}">
                            <a16:creationId xmlns:a16="http://schemas.microsoft.com/office/drawing/2014/main" id="{0195A210-7509-5987-3AF1-1709680CB73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759719" y="5370813"/>
                        <a:ext cx="1063807" cy="471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˜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i="1" dirty="0">
                          <a:solidFill>
                            <a:srgbClr val="390AE4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67" name="TextBox 166">
                        <a:extLst>
                          <a:ext uri="{FF2B5EF4-FFF2-40B4-BE49-F238E27FC236}">
                            <a16:creationId xmlns:a16="http://schemas.microsoft.com/office/drawing/2014/main" id="{0195A210-7509-5987-3AF1-1709680CB73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759719" y="5370813"/>
                        <a:ext cx="1063807" cy="471941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80" name="Straight Connector 179">
                    <a:extLst>
                      <a:ext uri="{FF2B5EF4-FFF2-40B4-BE49-F238E27FC236}">
                        <a16:creationId xmlns:a16="http://schemas.microsoft.com/office/drawing/2014/main" id="{7E9A0809-5563-797C-BB00-8989A028E99E}"/>
                      </a:ext>
                    </a:extLst>
                  </p:cNvPr>
                  <p:cNvCxnSpPr>
                    <a:cxnSpLocks/>
                    <a:stCxn id="182" idx="3"/>
                    <a:endCxn id="198" idx="2"/>
                  </p:cNvCxnSpPr>
                  <p:nvPr/>
                </p:nvCxnSpPr>
                <p:spPr>
                  <a:xfrm flipV="1">
                    <a:off x="8784978" y="5466533"/>
                    <a:ext cx="193396" cy="120712"/>
                  </a:xfrm>
                  <a:prstGeom prst="line">
                    <a:avLst/>
                  </a:prstGeom>
                  <a:ln>
                    <a:prstDash val="sysDash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Straight Connector 180">
                    <a:extLst>
                      <a:ext uri="{FF2B5EF4-FFF2-40B4-BE49-F238E27FC236}">
                        <a16:creationId xmlns:a16="http://schemas.microsoft.com/office/drawing/2014/main" id="{79FF16A5-36DA-C02C-4978-6B4E26077EC6}"/>
                      </a:ext>
                    </a:extLst>
                  </p:cNvPr>
                  <p:cNvCxnSpPr>
                    <a:cxnSpLocks/>
                    <a:endCxn id="203" idx="2"/>
                  </p:cNvCxnSpPr>
                  <p:nvPr/>
                </p:nvCxnSpPr>
                <p:spPr>
                  <a:xfrm>
                    <a:off x="8804798" y="5656376"/>
                    <a:ext cx="173577" cy="260653"/>
                  </a:xfrm>
                  <a:prstGeom prst="line">
                    <a:avLst/>
                  </a:prstGeom>
                  <a:ln>
                    <a:prstDash val="sysDash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82" name="TextBox 181">
                        <a:extLst>
                          <a:ext uri="{FF2B5EF4-FFF2-40B4-BE49-F238E27FC236}">
                            <a16:creationId xmlns:a16="http://schemas.microsoft.com/office/drawing/2014/main" id="{8611E44B-C32A-9CC8-FFDB-F47FB1B89C1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401920" y="5351275"/>
                        <a:ext cx="383058" cy="471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i="1" dirty="0">
                          <a:solidFill>
                            <a:srgbClr val="390AE4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82" name="TextBox 181">
                        <a:extLst>
                          <a:ext uri="{FF2B5EF4-FFF2-40B4-BE49-F238E27FC236}">
                            <a16:creationId xmlns:a16="http://schemas.microsoft.com/office/drawing/2014/main" id="{8611E44B-C32A-9CC8-FFDB-F47FB1B89C1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401920" y="5351275"/>
                        <a:ext cx="383058" cy="471941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r="-4762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326" name="Group 325">
                    <a:extLst>
                      <a:ext uri="{FF2B5EF4-FFF2-40B4-BE49-F238E27FC236}">
                        <a16:creationId xmlns:a16="http://schemas.microsoft.com/office/drawing/2014/main" id="{360C6B1A-8284-431A-F4B2-5ED50E0A5CF1}"/>
                      </a:ext>
                    </a:extLst>
                  </p:cNvPr>
                  <p:cNvGrpSpPr/>
                  <p:nvPr/>
                </p:nvGrpSpPr>
                <p:grpSpPr>
                  <a:xfrm>
                    <a:off x="8978374" y="5283701"/>
                    <a:ext cx="650750" cy="691527"/>
                    <a:chOff x="11891576" y="5218404"/>
                    <a:chExt cx="650750" cy="691527"/>
                  </a:xfrm>
                </p:grpSpPr>
                <p:sp>
                  <p:nvSpPr>
                    <p:cNvPr id="203" name="Cube 202">
                      <a:extLst>
                        <a:ext uri="{FF2B5EF4-FFF2-40B4-BE49-F238E27FC236}">
                          <a16:creationId xmlns:a16="http://schemas.microsoft.com/office/drawing/2014/main" id="{A5C3EB5B-5649-1658-5C03-04C345DCC4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91576" y="5675554"/>
                      <a:ext cx="254286" cy="231665"/>
                    </a:xfrm>
                    <a:prstGeom prst="cube">
                      <a:avLst>
                        <a:gd name="adj" fmla="val 52097"/>
                      </a:avLst>
                    </a:prstGeom>
                    <a:gradFill flip="none" rotWithShape="1">
                      <a:gsLst>
                        <a:gs pos="19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000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4" name="Cube 203">
                      <a:extLst>
                        <a:ext uri="{FF2B5EF4-FFF2-40B4-BE49-F238E27FC236}">
                          <a16:creationId xmlns:a16="http://schemas.microsoft.com/office/drawing/2014/main" id="{9B7FD6F3-FD75-2712-7737-C94EA6FB6A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92013" y="5678266"/>
                      <a:ext cx="254286" cy="231665"/>
                    </a:xfrm>
                    <a:prstGeom prst="cube">
                      <a:avLst>
                        <a:gd name="adj" fmla="val 52097"/>
                      </a:avLst>
                    </a:prstGeom>
                    <a:gradFill flip="none" rotWithShape="1">
                      <a:gsLst>
                        <a:gs pos="19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000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5" name="Cube 204">
                      <a:extLst>
                        <a:ext uri="{FF2B5EF4-FFF2-40B4-BE49-F238E27FC236}">
                          <a16:creationId xmlns:a16="http://schemas.microsoft.com/office/drawing/2014/main" id="{731B60AE-26BC-98D4-4BE1-1708C806AF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88040" y="5670811"/>
                      <a:ext cx="254286" cy="231665"/>
                    </a:xfrm>
                    <a:prstGeom prst="cube">
                      <a:avLst>
                        <a:gd name="adj" fmla="val 48796"/>
                      </a:avLst>
                    </a:prstGeom>
                    <a:gradFill flip="none" rotWithShape="1">
                      <a:gsLst>
                        <a:gs pos="19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000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7" name="Cube 196">
                      <a:extLst>
                        <a:ext uri="{FF2B5EF4-FFF2-40B4-BE49-F238E27FC236}">
                          <a16:creationId xmlns:a16="http://schemas.microsoft.com/office/drawing/2014/main" id="{D6C7FC81-0748-17C0-2EF8-24B5360359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91576" y="5524751"/>
                      <a:ext cx="254286" cy="231665"/>
                    </a:xfrm>
                    <a:prstGeom prst="cube">
                      <a:avLst>
                        <a:gd name="adj" fmla="val 50447"/>
                      </a:avLst>
                    </a:pr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9" name="Cube 198">
                      <a:extLst>
                        <a:ext uri="{FF2B5EF4-FFF2-40B4-BE49-F238E27FC236}">
                          <a16:creationId xmlns:a16="http://schemas.microsoft.com/office/drawing/2014/main" id="{7F63BF37-D161-7D40-44BF-4B4376C2D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92013" y="5527463"/>
                      <a:ext cx="254286" cy="231665"/>
                    </a:xfrm>
                    <a:prstGeom prst="cube">
                      <a:avLst>
                        <a:gd name="adj" fmla="val 48796"/>
                      </a:avLst>
                    </a:pr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1" name="Cube 200">
                      <a:extLst>
                        <a:ext uri="{FF2B5EF4-FFF2-40B4-BE49-F238E27FC236}">
                          <a16:creationId xmlns:a16="http://schemas.microsoft.com/office/drawing/2014/main" id="{F37ABF0C-A7A6-0863-637F-2D47FECFB2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88040" y="5520008"/>
                      <a:ext cx="254286" cy="231665"/>
                    </a:xfrm>
                    <a:prstGeom prst="cube">
                      <a:avLst>
                        <a:gd name="adj" fmla="val 47146"/>
                      </a:avLst>
                    </a:pr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6" name="Cube 205">
                      <a:extLst>
                        <a:ext uri="{FF2B5EF4-FFF2-40B4-BE49-F238E27FC236}">
                          <a16:creationId xmlns:a16="http://schemas.microsoft.com/office/drawing/2014/main" id="{BCD429DE-2DB4-94F8-3802-465B777DAF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91576" y="5373949"/>
                      <a:ext cx="254286" cy="231665"/>
                    </a:xfrm>
                    <a:prstGeom prst="cube">
                      <a:avLst>
                        <a:gd name="adj" fmla="val 48796"/>
                      </a:avLst>
                    </a:prstGeom>
                    <a:gradFill flip="none" rotWithShape="1">
                      <a:gsLst>
                        <a:gs pos="19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000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7" name="Cube 206">
                      <a:extLst>
                        <a:ext uri="{FF2B5EF4-FFF2-40B4-BE49-F238E27FC236}">
                          <a16:creationId xmlns:a16="http://schemas.microsoft.com/office/drawing/2014/main" id="{216352C3-BDFF-404F-267E-F91D0C344D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92013" y="5376661"/>
                      <a:ext cx="254286" cy="231665"/>
                    </a:xfrm>
                    <a:prstGeom prst="cube">
                      <a:avLst>
                        <a:gd name="adj" fmla="val 50447"/>
                      </a:avLst>
                    </a:prstGeom>
                    <a:gradFill flip="none" rotWithShape="1">
                      <a:gsLst>
                        <a:gs pos="19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000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8" name="Cube 207">
                      <a:extLst>
                        <a:ext uri="{FF2B5EF4-FFF2-40B4-BE49-F238E27FC236}">
                          <a16:creationId xmlns:a16="http://schemas.microsoft.com/office/drawing/2014/main" id="{571E9844-3733-D3A5-5541-A1099A9388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88040" y="5369206"/>
                      <a:ext cx="254286" cy="231665"/>
                    </a:xfrm>
                    <a:prstGeom prst="cube">
                      <a:avLst>
                        <a:gd name="adj" fmla="val 50447"/>
                      </a:avLst>
                    </a:prstGeom>
                    <a:gradFill flip="none" rotWithShape="1">
                      <a:gsLst>
                        <a:gs pos="19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000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8" name="Cube 197">
                      <a:extLst>
                        <a:ext uri="{FF2B5EF4-FFF2-40B4-BE49-F238E27FC236}">
                          <a16:creationId xmlns:a16="http://schemas.microsoft.com/office/drawing/2014/main" id="{BB74C18C-02F5-017B-8DDE-F4167606E9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91576" y="5223147"/>
                      <a:ext cx="254286" cy="231665"/>
                    </a:xfrm>
                    <a:prstGeom prst="cube">
                      <a:avLst>
                        <a:gd name="adj" fmla="val 53748"/>
                      </a:avLst>
                    </a:pr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0" name="Cube 199">
                      <a:extLst>
                        <a:ext uri="{FF2B5EF4-FFF2-40B4-BE49-F238E27FC236}">
                          <a16:creationId xmlns:a16="http://schemas.microsoft.com/office/drawing/2014/main" id="{A186A807-ECC3-46DF-0F56-C366267CED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92013" y="5225859"/>
                      <a:ext cx="254286" cy="231665"/>
                    </a:xfrm>
                    <a:prstGeom prst="cube">
                      <a:avLst>
                        <a:gd name="adj" fmla="val 50447"/>
                      </a:avLst>
                    </a:pr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2" name="Cube 201">
                      <a:extLst>
                        <a:ext uri="{FF2B5EF4-FFF2-40B4-BE49-F238E27FC236}">
                          <a16:creationId xmlns:a16="http://schemas.microsoft.com/office/drawing/2014/main" id="{64826E4B-AC7D-BD67-2D21-9F7F8BE66D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88040" y="5218404"/>
                      <a:ext cx="254286" cy="231665"/>
                    </a:xfrm>
                    <a:prstGeom prst="cube">
                      <a:avLst>
                        <a:gd name="adj" fmla="val 50447"/>
                      </a:avLst>
                    </a:pr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311" name="Group 310">
                    <a:extLst>
                      <a:ext uri="{FF2B5EF4-FFF2-40B4-BE49-F238E27FC236}">
                        <a16:creationId xmlns:a16="http://schemas.microsoft.com/office/drawing/2014/main" id="{39F8A37B-B9EB-4668-E26C-FDC330B9EAB8}"/>
                      </a:ext>
                    </a:extLst>
                  </p:cNvPr>
                  <p:cNvGrpSpPr/>
                  <p:nvPr/>
                </p:nvGrpSpPr>
                <p:grpSpPr>
                  <a:xfrm>
                    <a:off x="10086400" y="6109743"/>
                    <a:ext cx="383058" cy="409671"/>
                    <a:chOff x="4304866" y="21658"/>
                    <a:chExt cx="383058" cy="412981"/>
                  </a:xfrm>
                </p:grpSpPr>
                <p:sp>
                  <p:nvSpPr>
                    <p:cNvPr id="312" name="Oval 311">
                      <a:extLst>
                        <a:ext uri="{FF2B5EF4-FFF2-40B4-BE49-F238E27FC236}">
                          <a16:creationId xmlns:a16="http://schemas.microsoft.com/office/drawing/2014/main" id="{FE9140D0-C62F-56B7-3A3E-7C8334E0415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82098" y="117922"/>
                      <a:ext cx="217003" cy="225818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313" name="TextBox 312">
                          <a:extLst>
                            <a:ext uri="{FF2B5EF4-FFF2-40B4-BE49-F238E27FC236}">
                              <a16:creationId xmlns:a16="http://schemas.microsoft.com/office/drawing/2014/main" id="{219C1896-A88A-42ED-F17D-2846AB21A47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304866" y="21658"/>
                          <a:ext cx="383058" cy="4129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4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400" i="1" dirty="0">
                            <a:solidFill>
                              <a:srgbClr val="390AE4"/>
                            </a:solidFill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313" name="TextBox 312">
                          <a:extLst>
                            <a:ext uri="{FF2B5EF4-FFF2-40B4-BE49-F238E27FC236}">
                              <a16:creationId xmlns:a16="http://schemas.microsoft.com/office/drawing/2014/main" id="{219C1896-A88A-42ED-F17D-2846AB21A47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304866" y="21658"/>
                          <a:ext cx="383058" cy="412981"/>
                        </a:xfrm>
                        <a:prstGeom prst="rect">
                          <a:avLst/>
                        </a:prstGeom>
                        <a:blipFill>
                          <a:blip r:embed="rId20"/>
                          <a:stretch>
                            <a:fillRect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430" name="Group 429">
                    <a:extLst>
                      <a:ext uri="{FF2B5EF4-FFF2-40B4-BE49-F238E27FC236}">
                        <a16:creationId xmlns:a16="http://schemas.microsoft.com/office/drawing/2014/main" id="{D2314F64-0265-821D-063C-470348D61403}"/>
                      </a:ext>
                    </a:extLst>
                  </p:cNvPr>
                  <p:cNvGrpSpPr/>
                  <p:nvPr/>
                </p:nvGrpSpPr>
                <p:grpSpPr>
                  <a:xfrm>
                    <a:off x="8336524" y="3121619"/>
                    <a:ext cx="2189731" cy="1901930"/>
                    <a:chOff x="7422123" y="3121619"/>
                    <a:chExt cx="2189731" cy="1901930"/>
                  </a:xfrm>
                </p:grpSpPr>
                <p:grpSp>
                  <p:nvGrpSpPr>
                    <p:cNvPr id="321" name="Group 320">
                      <a:extLst>
                        <a:ext uri="{FF2B5EF4-FFF2-40B4-BE49-F238E27FC236}">
                          <a16:creationId xmlns:a16="http://schemas.microsoft.com/office/drawing/2014/main" id="{7DC5E036-ED18-6C59-AF3C-69AB2D5482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89526" y="4503938"/>
                      <a:ext cx="522328" cy="519611"/>
                      <a:chOff x="12905553" y="4438642"/>
                      <a:chExt cx="522328" cy="519611"/>
                    </a:xfrm>
                  </p:grpSpPr>
                  <p:sp>
                    <p:nvSpPr>
                      <p:cNvPr id="319" name="Rectangle: Rounded Corners 318">
                        <a:extLst>
                          <a:ext uri="{FF2B5EF4-FFF2-40B4-BE49-F238E27FC236}">
                            <a16:creationId xmlns:a16="http://schemas.microsoft.com/office/drawing/2014/main" id="{22DB2DE3-445A-7D06-E9FC-986F64058B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905553" y="4438642"/>
                        <a:ext cx="522328" cy="519611"/>
                      </a:xfrm>
                      <a:prstGeom prst="roundRect">
                        <a:avLst>
                          <a:gd name="adj" fmla="val 5822"/>
                        </a:avLst>
                      </a:prstGeom>
                      <a:solidFill>
                        <a:schemeClr val="bg1"/>
                      </a:solidFill>
                      <a:ln w="28575">
                        <a:solidFill>
                          <a:schemeClr val="tx1"/>
                        </a:solidFill>
                        <a:prstDash val="solid"/>
                      </a:ln>
                      <a:effectLst>
                        <a:outerShdw blurRad="50800" dist="50800" dir="3600000" algn="ctr" rotWithShape="0">
                          <a:srgbClr val="000000">
                            <a:alpha val="99000"/>
                          </a:srgbClr>
                        </a:outerShd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pic>
                    <p:nvPicPr>
                      <p:cNvPr id="279" name="Graphic 278">
                        <a:extLst>
                          <a:ext uri="{FF2B5EF4-FFF2-40B4-BE49-F238E27FC236}">
                            <a16:creationId xmlns:a16="http://schemas.microsoft.com/office/drawing/2014/main" id="{267FDB69-BA2B-39BB-E813-1783C49C00E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1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2999602" y="4519937"/>
                        <a:ext cx="319725" cy="391100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401" name="Group 400">
                      <a:extLst>
                        <a:ext uri="{FF2B5EF4-FFF2-40B4-BE49-F238E27FC236}">
                          <a16:creationId xmlns:a16="http://schemas.microsoft.com/office/drawing/2014/main" id="{7E24F93F-C4ED-D8A1-F9F0-1D332FA45E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22123" y="3121619"/>
                      <a:ext cx="1537987" cy="1287310"/>
                      <a:chOff x="14183597" y="4018206"/>
                      <a:chExt cx="1537987" cy="1287310"/>
                    </a:xfrm>
                    <a:effectLst>
                      <a:outerShdw blurRad="50800" dist="50800" dir="4200000" algn="ctr" rotWithShape="0">
                        <a:srgbClr val="000000">
                          <a:alpha val="99000"/>
                        </a:srgbClr>
                      </a:outerShdw>
                    </a:effectLst>
                  </p:grpSpPr>
                  <p:grpSp>
                    <p:nvGrpSpPr>
                      <p:cNvPr id="394" name="Group 393">
                        <a:extLst>
                          <a:ext uri="{FF2B5EF4-FFF2-40B4-BE49-F238E27FC236}">
                            <a16:creationId xmlns:a16="http://schemas.microsoft.com/office/drawing/2014/main" id="{6212F26C-40AB-23EE-3154-753585FE83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83597" y="4018206"/>
                        <a:ext cx="1537987" cy="1287310"/>
                        <a:chOff x="14183597" y="4018206"/>
                        <a:chExt cx="1537987" cy="1287310"/>
                      </a:xfrm>
                    </p:grpSpPr>
                    <p:sp>
                      <p:nvSpPr>
                        <p:cNvPr id="323" name="Rectangle: Rounded Corners 322">
                          <a:extLst>
                            <a:ext uri="{FF2B5EF4-FFF2-40B4-BE49-F238E27FC236}">
                              <a16:creationId xmlns:a16="http://schemas.microsoft.com/office/drawing/2014/main" id="{27E756EA-8792-B2AE-C7D0-EE63CC90C8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183597" y="4018206"/>
                          <a:ext cx="1537987" cy="1287310"/>
                        </a:xfrm>
                        <a:prstGeom prst="roundRect">
                          <a:avLst>
                            <a:gd name="adj" fmla="val 5822"/>
                          </a:avLst>
                        </a:prstGeom>
                        <a:solidFill>
                          <a:schemeClr val="bg1"/>
                        </a:solidFill>
                        <a:ln w="28575"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31" name="Cube 330">
                          <a:extLst>
                            <a:ext uri="{FF2B5EF4-FFF2-40B4-BE49-F238E27FC236}">
                              <a16:creationId xmlns:a16="http://schemas.microsoft.com/office/drawing/2014/main" id="{F8338B1F-AC6B-302E-00BE-B04E13C4C2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273334" y="4909680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33" name="Cube 332">
                          <a:extLst>
                            <a:ext uri="{FF2B5EF4-FFF2-40B4-BE49-F238E27FC236}">
                              <a16:creationId xmlns:a16="http://schemas.microsoft.com/office/drawing/2014/main" id="{194EC3DB-7063-C295-A544-94F58538AA2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273334" y="4631339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35" name="Cube 334">
                          <a:extLst>
                            <a:ext uri="{FF2B5EF4-FFF2-40B4-BE49-F238E27FC236}">
                              <a16:creationId xmlns:a16="http://schemas.microsoft.com/office/drawing/2014/main" id="{FF299548-0C42-0479-3634-8D7BF63429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273334" y="4352998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37" name="Cube 336">
                          <a:extLst>
                            <a:ext uri="{FF2B5EF4-FFF2-40B4-BE49-F238E27FC236}">
                              <a16:creationId xmlns:a16="http://schemas.microsoft.com/office/drawing/2014/main" id="{82EFE8F9-9764-B97D-F25F-5F2DACF7CF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273334" y="4074657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rgbClr val="FFC000"/>
                        </a:solidFill>
                        <a:ln w="38100">
                          <a:solidFill>
                            <a:schemeClr val="bg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63" name="Cube 362">
                          <a:extLst>
                            <a:ext uri="{FF2B5EF4-FFF2-40B4-BE49-F238E27FC236}">
                              <a16:creationId xmlns:a16="http://schemas.microsoft.com/office/drawing/2014/main" id="{CB4A8C3F-C7DD-BE25-ECF1-67E84A7832D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614386" y="4900879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65" name="Cube 364">
                          <a:extLst>
                            <a:ext uri="{FF2B5EF4-FFF2-40B4-BE49-F238E27FC236}">
                              <a16:creationId xmlns:a16="http://schemas.microsoft.com/office/drawing/2014/main" id="{7AED4C2F-F273-D8F4-1DCB-55056304B3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614386" y="4622538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67" name="Cube 366">
                          <a:extLst>
                            <a:ext uri="{FF2B5EF4-FFF2-40B4-BE49-F238E27FC236}">
                              <a16:creationId xmlns:a16="http://schemas.microsoft.com/office/drawing/2014/main" id="{9F4CA4DE-6B90-88E1-0925-139879925A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614386" y="4344197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rgbClr val="FFC000"/>
                        </a:solidFill>
                        <a:ln w="38100">
                          <a:solidFill>
                            <a:schemeClr val="bg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69" name="Cube 368">
                          <a:extLst>
                            <a:ext uri="{FF2B5EF4-FFF2-40B4-BE49-F238E27FC236}">
                              <a16:creationId xmlns:a16="http://schemas.microsoft.com/office/drawing/2014/main" id="{A992A4CA-B2B8-3717-5966-70042E27C9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614386" y="4065856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75" name="Cube 374">
                          <a:extLst>
                            <a:ext uri="{FF2B5EF4-FFF2-40B4-BE49-F238E27FC236}">
                              <a16:creationId xmlns:a16="http://schemas.microsoft.com/office/drawing/2014/main" id="{D16D2493-919A-72BF-DAE1-899B7EBBDF6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952102" y="4900879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77" name="Cube 376">
                          <a:extLst>
                            <a:ext uri="{FF2B5EF4-FFF2-40B4-BE49-F238E27FC236}">
                              <a16:creationId xmlns:a16="http://schemas.microsoft.com/office/drawing/2014/main" id="{5E988F2F-5EC3-2FEE-6754-3DBD54EE582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952102" y="4622538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rgbClr val="FFC000"/>
                        </a:solidFill>
                        <a:ln w="38100">
                          <a:solidFill>
                            <a:schemeClr val="bg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79" name="Cube 378">
                          <a:extLst>
                            <a:ext uri="{FF2B5EF4-FFF2-40B4-BE49-F238E27FC236}">
                              <a16:creationId xmlns:a16="http://schemas.microsoft.com/office/drawing/2014/main" id="{38EF3F43-38C0-FC68-970A-4E61848B95E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952102" y="4344197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81" name="Cube 380">
                          <a:extLst>
                            <a:ext uri="{FF2B5EF4-FFF2-40B4-BE49-F238E27FC236}">
                              <a16:creationId xmlns:a16="http://schemas.microsoft.com/office/drawing/2014/main" id="{901A556B-B945-882E-06A3-D595D16985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952102" y="4065856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87" name="Cube 386">
                          <a:extLst>
                            <a:ext uri="{FF2B5EF4-FFF2-40B4-BE49-F238E27FC236}">
                              <a16:creationId xmlns:a16="http://schemas.microsoft.com/office/drawing/2014/main" id="{28ADB695-8036-F6D2-BEDE-498D56FA43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300263" y="4905032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rgbClr val="FFC000"/>
                        </a:solidFill>
                        <a:ln w="38100">
                          <a:solidFill>
                            <a:schemeClr val="bg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89" name="Cube 388">
                          <a:extLst>
                            <a:ext uri="{FF2B5EF4-FFF2-40B4-BE49-F238E27FC236}">
                              <a16:creationId xmlns:a16="http://schemas.microsoft.com/office/drawing/2014/main" id="{61A9005F-607C-05FE-7EF9-2FB3BC523E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300263" y="4626691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91" name="Cube 390">
                          <a:extLst>
                            <a:ext uri="{FF2B5EF4-FFF2-40B4-BE49-F238E27FC236}">
                              <a16:creationId xmlns:a16="http://schemas.microsoft.com/office/drawing/2014/main" id="{F07D3451-A206-B803-138E-C40EC31367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300263" y="4348350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93" name="Cube 392">
                          <a:extLst>
                            <a:ext uri="{FF2B5EF4-FFF2-40B4-BE49-F238E27FC236}">
                              <a16:creationId xmlns:a16="http://schemas.microsoft.com/office/drawing/2014/main" id="{60BA9C6D-9D05-BA9B-0B10-C991C1BD408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300263" y="4070009"/>
                          <a:ext cx="348161" cy="353864"/>
                        </a:xfrm>
                        <a:prstGeom prst="cube">
                          <a:avLst>
                            <a:gd name="adj" fmla="val 55700"/>
                          </a:avLst>
                        </a:prstGeom>
                        <a:solidFill>
                          <a:schemeClr val="bg1">
                            <a:lumMod val="5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p:cxnSp>
                    <p:nvCxnSpPr>
                      <p:cNvPr id="396" name="Straight Connector 395">
                        <a:extLst>
                          <a:ext uri="{FF2B5EF4-FFF2-40B4-BE49-F238E27FC236}">
                            <a16:creationId xmlns:a16="http://schemas.microsoft.com/office/drawing/2014/main" id="{68746B87-ACF2-84B8-4079-4B14B9F8868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183597" y="4032683"/>
                        <a:ext cx="1537987" cy="1253295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  <a:prstDash val="lgDas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02" name="Straight Connector 401">
                      <a:extLst>
                        <a:ext uri="{FF2B5EF4-FFF2-40B4-BE49-F238E27FC236}">
                          <a16:creationId xmlns:a16="http://schemas.microsoft.com/office/drawing/2014/main" id="{8A80A70F-77B9-0502-F03E-974A03B54891}"/>
                        </a:ext>
                      </a:extLst>
                    </p:cNvPr>
                    <p:cNvCxnSpPr>
                      <a:cxnSpLocks/>
                      <a:stCxn id="319" idx="0"/>
                    </p:cNvCxnSpPr>
                    <p:nvPr/>
                  </p:nvCxnSpPr>
                  <p:spPr>
                    <a:xfrm flipH="1" flipV="1">
                      <a:off x="8947839" y="3164840"/>
                      <a:ext cx="402851" cy="1339098"/>
                    </a:xfrm>
                    <a:prstGeom prst="line">
                      <a:avLst/>
                    </a:prstGeom>
                    <a:ln w="28575">
                      <a:prstDash val="sysDash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5" name="Straight Connector 404">
                      <a:extLst>
                        <a:ext uri="{FF2B5EF4-FFF2-40B4-BE49-F238E27FC236}">
                          <a16:creationId xmlns:a16="http://schemas.microsoft.com/office/drawing/2014/main" id="{A0E7DCF4-8763-FD74-7204-FA94C285D2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8937380" y="4407693"/>
                      <a:ext cx="139564" cy="170403"/>
                    </a:xfrm>
                    <a:prstGeom prst="line">
                      <a:avLst/>
                    </a:prstGeom>
                    <a:ln w="28575">
                      <a:prstDash val="sysDash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16" name="Arrow: Right 415">
                    <a:extLst>
                      <a:ext uri="{FF2B5EF4-FFF2-40B4-BE49-F238E27FC236}">
                        <a16:creationId xmlns:a16="http://schemas.microsoft.com/office/drawing/2014/main" id="{744CADA1-53FF-FB10-A5C0-4A8B664D6CF6}"/>
                      </a:ext>
                    </a:extLst>
                  </p:cNvPr>
                  <p:cNvSpPr/>
                  <p:nvPr/>
                </p:nvSpPr>
                <p:spPr>
                  <a:xfrm flipV="1">
                    <a:off x="10667128" y="4716965"/>
                    <a:ext cx="312795" cy="127637"/>
                  </a:xfrm>
                  <a:prstGeom prst="rightArrow">
                    <a:avLst>
                      <a:gd name="adj1" fmla="val 50000"/>
                      <a:gd name="adj2" fmla="val 47899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9" name="Arrow: Right 418">
                    <a:extLst>
                      <a:ext uri="{FF2B5EF4-FFF2-40B4-BE49-F238E27FC236}">
                        <a16:creationId xmlns:a16="http://schemas.microsoft.com/office/drawing/2014/main" id="{AC3618E8-2C04-F971-B0D7-76E1F6DD5E7A}"/>
                      </a:ext>
                    </a:extLst>
                  </p:cNvPr>
                  <p:cNvSpPr/>
                  <p:nvPr/>
                </p:nvSpPr>
                <p:spPr>
                  <a:xfrm flipV="1">
                    <a:off x="10712828" y="5564058"/>
                    <a:ext cx="1709533" cy="127637"/>
                  </a:xfrm>
                  <a:prstGeom prst="rightArrow">
                    <a:avLst>
                      <a:gd name="adj1" fmla="val 50000"/>
                      <a:gd name="adj2" fmla="val 47899"/>
                    </a:avLst>
                  </a:prstGeom>
                  <a:gradFill flip="none" rotWithShape="1">
                    <a:gsLst>
                      <a:gs pos="0">
                        <a:schemeClr val="accent1">
                          <a:lumMod val="75000"/>
                        </a:schemeClr>
                      </a:gs>
                      <a:gs pos="90000">
                        <a:schemeClr val="bg2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452" name="Group 451">
                  <a:extLst>
                    <a:ext uri="{FF2B5EF4-FFF2-40B4-BE49-F238E27FC236}">
                      <a16:creationId xmlns:a16="http://schemas.microsoft.com/office/drawing/2014/main" id="{284F2E81-9320-A451-A162-080527B7428D}"/>
                    </a:ext>
                  </a:extLst>
                </p:cNvPr>
                <p:cNvGrpSpPr/>
                <p:nvPr/>
              </p:nvGrpSpPr>
              <p:grpSpPr>
                <a:xfrm>
                  <a:off x="914401" y="2995028"/>
                  <a:ext cx="7078765" cy="3618647"/>
                  <a:chOff x="0" y="2995027"/>
                  <a:chExt cx="7078765" cy="3618647"/>
                </a:xfrm>
              </p:grpSpPr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84CEBE19-6F2D-4423-0F8B-E9FF82827D29}"/>
                      </a:ext>
                    </a:extLst>
                  </p:cNvPr>
                  <p:cNvGrpSpPr/>
                  <p:nvPr/>
                </p:nvGrpSpPr>
                <p:grpSpPr>
                  <a:xfrm>
                    <a:off x="86275" y="5936369"/>
                    <a:ext cx="6992490" cy="677305"/>
                    <a:chOff x="2797107" y="3355593"/>
                    <a:chExt cx="7197606" cy="835441"/>
                  </a:xfrm>
                </p:grpSpPr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C91F39AE-3198-67A8-F9F9-EA566C0F10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98393" y="3355593"/>
                      <a:ext cx="6762857" cy="4555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“a histopathological image showing </a:t>
                      </a:r>
                      <a:r>
                        <a:rPr lang="en-US" b="1" dirty="0"/>
                        <a:t>invasive ductal carcinoma”</a:t>
                      </a:r>
                      <a:endParaRPr lang="en-US" dirty="0"/>
                    </a:p>
                  </p:txBody>
                </p:sp>
                <p:sp>
                  <p:nvSpPr>
                    <p:cNvPr id="148" name="TextBox 147">
                      <a:extLst>
                        <a:ext uri="{FF2B5EF4-FFF2-40B4-BE49-F238E27FC236}">
                          <a16:creationId xmlns:a16="http://schemas.microsoft.com/office/drawing/2014/main" id="{15ABBA81-A111-D395-40BE-2999CB0A34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13695" y="3735471"/>
                      <a:ext cx="6981018" cy="4555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“a histopathological image showing </a:t>
                      </a:r>
                      <a:r>
                        <a:rPr lang="en-US" b="1" dirty="0"/>
                        <a:t>invasive lobular carcinoma”</a:t>
                      </a:r>
                    </a:p>
                  </p:txBody>
                </p:sp>
                <p:pic>
                  <p:nvPicPr>
                    <p:cNvPr id="149" name="Graphic 148" descr="Document outline">
                      <a:extLst>
                        <a:ext uri="{FF2B5EF4-FFF2-40B4-BE49-F238E27FC236}">
                          <a16:creationId xmlns:a16="http://schemas.microsoft.com/office/drawing/2014/main" id="{9628AC78-B63B-FDC2-258C-3519BA18B70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2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797107" y="3365158"/>
                      <a:ext cx="355146" cy="392688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0" name="Graphic 149" descr="Document outline">
                      <a:extLst>
                        <a:ext uri="{FF2B5EF4-FFF2-40B4-BE49-F238E27FC236}">
                          <a16:creationId xmlns:a16="http://schemas.microsoft.com/office/drawing/2014/main" id="{BB78FEBB-8B91-70EF-6D71-FB826DA1733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2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797126" y="3725274"/>
                      <a:ext cx="355146" cy="39268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1" name="Rectangle: Rounded Corners 150">
                      <a:extLst>
                        <a:ext uri="{FF2B5EF4-FFF2-40B4-BE49-F238E27FC236}">
                          <a16:creationId xmlns:a16="http://schemas.microsoft.com/office/drawing/2014/main" id="{B1BC5155-BBAB-9C44-DC34-AD54091DB3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05228" y="3368520"/>
                      <a:ext cx="6981019" cy="753543"/>
                    </a:xfrm>
                    <a:prstGeom prst="roundRect">
                      <a:avLst>
                        <a:gd name="adj" fmla="val 0"/>
                      </a:avLst>
                    </a:prstGeom>
                    <a:noFill/>
                    <a:ln w="28575">
                      <a:solidFill>
                        <a:schemeClr val="accent2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451" name="Group 450">
                    <a:extLst>
                      <a:ext uri="{FF2B5EF4-FFF2-40B4-BE49-F238E27FC236}">
                        <a16:creationId xmlns:a16="http://schemas.microsoft.com/office/drawing/2014/main" id="{95202399-BCBD-7F92-5175-40CF85E43FF4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2995027"/>
                    <a:ext cx="6966716" cy="2533376"/>
                    <a:chOff x="0" y="2995027"/>
                    <a:chExt cx="6966716" cy="2533376"/>
                  </a:xfrm>
                </p:grpSpPr>
                <p:sp>
                  <p:nvSpPr>
                    <p:cNvPr id="152" name="Rectangle: Rounded Corners 151">
                      <a:extLst>
                        <a:ext uri="{FF2B5EF4-FFF2-40B4-BE49-F238E27FC236}">
                          <a16:creationId xmlns:a16="http://schemas.microsoft.com/office/drawing/2014/main" id="{F7D12651-294C-719C-0A6E-952E59F7489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255118" y="816805"/>
                      <a:ext cx="2518152" cy="6905044"/>
                    </a:xfrm>
                    <a:prstGeom prst="roundRect">
                      <a:avLst>
                        <a:gd name="adj" fmla="val 3840"/>
                      </a:avLst>
                    </a:prstGeom>
                    <a:solidFill>
                      <a:srgbClr val="F8FCFE"/>
                    </a:solidFill>
                    <a:ln w="28575">
                      <a:noFill/>
                      <a:prstDash val="sysDash"/>
                    </a:ln>
                    <a:effectLst>
                      <a:outerShdw blurRad="177800" dist="50800" dir="2340000" algn="ctr" rotWithShape="0">
                        <a:srgbClr val="000000">
                          <a:alpha val="98000"/>
                        </a:srgbClr>
                      </a:outerShdw>
                    </a:effectLst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67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3" name="TextBox 152">
                      <a:extLst>
                        <a:ext uri="{FF2B5EF4-FFF2-40B4-BE49-F238E27FC236}">
                          <a16:creationId xmlns:a16="http://schemas.microsoft.com/office/drawing/2014/main" id="{283C9637-F230-6CE6-48CF-984AC924DE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2995027"/>
                      <a:ext cx="422822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i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Task-specific Fine-Tuning</a:t>
                      </a:r>
                    </a:p>
                  </p:txBody>
                </p:sp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BF0BB33B-E5A2-56EA-381D-1904EE8262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57932" y="4160437"/>
                      <a:ext cx="738606" cy="5236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3" dirty="0"/>
                        <a:t>…</a:t>
                      </a:r>
                    </a:p>
                  </p:txBody>
                </p:sp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FDF88F46-E422-1E98-B9C8-E5F400AC4D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82054" y="3374872"/>
                      <a:ext cx="738606" cy="5236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3" dirty="0"/>
                        <a:t>…</a:t>
                      </a:r>
                    </a:p>
                  </p:txBody>
                </p:sp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075CD311-6AA8-9952-C678-192EC0FA00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505" y="3438248"/>
                      <a:ext cx="647179" cy="883675"/>
                      <a:chOff x="-11844" y="5057743"/>
                      <a:chExt cx="581919" cy="675834"/>
                    </a:xfrm>
                  </p:grpSpPr>
                  <p:sp>
                    <p:nvSpPr>
                      <p:cNvPr id="111" name="Arrow: Right 110">
                        <a:extLst>
                          <a:ext uri="{FF2B5EF4-FFF2-40B4-BE49-F238E27FC236}">
                            <a16:creationId xmlns:a16="http://schemas.microsoft.com/office/drawing/2014/main" id="{2A0B2D20-8752-8130-0110-8FB6A3417CB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05318" y="5546454"/>
                        <a:ext cx="257939" cy="116308"/>
                      </a:xfrm>
                      <a:prstGeom prst="rightArrow">
                        <a:avLst>
                          <a:gd name="adj1" fmla="val 50000"/>
                          <a:gd name="adj2" fmla="val 47899"/>
                        </a:avLst>
                      </a:prstGeom>
                      <a:gradFill>
                        <a:gsLst>
                          <a:gs pos="0">
                            <a:schemeClr val="accent1">
                              <a:lumMod val="75000"/>
                            </a:schemeClr>
                          </a:gs>
                          <a:gs pos="90000">
                            <a:schemeClr val="bg2"/>
                          </a:gs>
                        </a:gsLst>
                        <a:path path="circle">
                          <a:fillToRect l="100000" b="100000"/>
                        </a:path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grpSp>
                    <p:nvGrpSpPr>
                      <p:cNvPr id="112" name="Group 111">
                        <a:extLst>
                          <a:ext uri="{FF2B5EF4-FFF2-40B4-BE49-F238E27FC236}">
                            <a16:creationId xmlns:a16="http://schemas.microsoft.com/office/drawing/2014/main" id="{788BC549-FF61-5216-1193-175E1DC267F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419" y="5057743"/>
                        <a:ext cx="428656" cy="390488"/>
                        <a:chOff x="5533022" y="1086104"/>
                        <a:chExt cx="594916" cy="583756"/>
                      </a:xfrm>
                    </p:grpSpPr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114" name="TextBox 113">
                              <a:extLst>
                                <a:ext uri="{FF2B5EF4-FFF2-40B4-BE49-F238E27FC236}">
                                  <a16:creationId xmlns:a16="http://schemas.microsoft.com/office/drawing/2014/main" id="{11506778-961D-4049-28C6-39A424220AE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5533022" y="1142026"/>
                              <a:ext cx="383060" cy="52783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 lang="en-US" sz="2400" i="1" dirty="0">
                                <a:solidFill>
                                  <a:srgbClr val="390AE4"/>
                                </a:solidFill>
                              </a:endParaRPr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114" name="TextBox 113">
                              <a:extLst>
                                <a:ext uri="{FF2B5EF4-FFF2-40B4-BE49-F238E27FC236}">
                                  <a16:creationId xmlns:a16="http://schemas.microsoft.com/office/drawing/2014/main" id="{11506778-961D-4049-28C6-39A424220AEB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5533022" y="1142026"/>
                              <a:ext cx="383060" cy="527834"/>
                            </a:xfrm>
                            <a:prstGeom prst="rect">
                              <a:avLst/>
                            </a:prstGeom>
                            <a:blipFill>
                              <a:blip r:embed="rId23"/>
                              <a:stretch>
                                <a:fillRect l="-4000" r="-46000"/>
                              </a:stretch>
                            </a:blipFill>
                            <a:ln>
                              <a:noFill/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pic>
                      <p:nvPicPr>
                        <p:cNvPr id="115" name="Picture 114">
                          <a:extLst>
                            <a:ext uri="{FF2B5EF4-FFF2-40B4-BE49-F238E27FC236}">
                              <a16:creationId xmlns:a16="http://schemas.microsoft.com/office/drawing/2014/main" id="{F4E4596E-FE13-A655-BEC3-22A4E8843C6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/>
                      </p:blipFill>
                      <p:spPr>
                        <a:xfrm>
                          <a:off x="5811572" y="1086104"/>
                          <a:ext cx="316366" cy="315902"/>
                        </a:xfrm>
                        <a:prstGeom prst="rect">
                          <a:avLst/>
                        </a:prstGeom>
                      </p:spPr>
                    </p:pic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113" name="TextBox 112">
                            <a:extLst>
                              <a:ext uri="{FF2B5EF4-FFF2-40B4-BE49-F238E27FC236}">
                                <a16:creationId xmlns:a16="http://schemas.microsoft.com/office/drawing/2014/main" id="{E2D1DBB6-1C80-1AE9-65B3-ED974F60F04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-11844" y="5427005"/>
                            <a:ext cx="276006" cy="3060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𝑏𝑎𝑠𝑒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2000" i="1" dirty="0">
                              <a:solidFill>
                                <a:srgbClr val="390AE4"/>
                              </a:solidFill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113" name="TextBox 112">
                            <a:extLst>
                              <a:ext uri="{FF2B5EF4-FFF2-40B4-BE49-F238E27FC236}">
                                <a16:creationId xmlns:a16="http://schemas.microsoft.com/office/drawing/2014/main" id="{E2D1DBB6-1C80-1AE9-65B3-ED974F60F043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-11844" y="5427005"/>
                            <a:ext cx="276006" cy="306004"/>
                          </a:xfrm>
                          <a:prstGeom prst="rect">
                            <a:avLst/>
                          </a:prstGeom>
                          <a:blipFill>
                            <a:blip r:embed="rId25"/>
                            <a:stretch>
                              <a:fillRect r="-134000" b="-1538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118" name="Group 117">
                      <a:extLst>
                        <a:ext uri="{FF2B5EF4-FFF2-40B4-BE49-F238E27FC236}">
                          <a16:creationId xmlns:a16="http://schemas.microsoft.com/office/drawing/2014/main" id="{DFC04EA7-5411-F429-0C8E-E6CC3D5C3C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2680" y="4357677"/>
                      <a:ext cx="658633" cy="554939"/>
                      <a:chOff x="2634032" y="3106961"/>
                      <a:chExt cx="994229" cy="949615"/>
                    </a:xfrm>
                  </p:grpSpPr>
                  <p:pic>
                    <p:nvPicPr>
                      <p:cNvPr id="120" name="Picture 119">
                        <a:extLst>
                          <a:ext uri="{FF2B5EF4-FFF2-40B4-BE49-F238E27FC236}">
                            <a16:creationId xmlns:a16="http://schemas.microsoft.com/office/drawing/2014/main" id="{26B25CCC-8BFF-6EF9-B957-B536C562EA4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/>
                    </p:blipFill>
                    <p:spPr>
                      <a:xfrm>
                        <a:off x="2634033" y="3148933"/>
                        <a:ext cx="994228" cy="907643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21" name="Rectangle: Rounded Corners 120">
                        <a:extLst>
                          <a:ext uri="{FF2B5EF4-FFF2-40B4-BE49-F238E27FC236}">
                            <a16:creationId xmlns:a16="http://schemas.microsoft.com/office/drawing/2014/main" id="{284A320E-F49F-947B-5982-588F901A36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34032" y="3106961"/>
                        <a:ext cx="994227" cy="907644"/>
                      </a:xfrm>
                      <a:prstGeom prst="round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pic>
                    <p:nvPicPr>
                      <p:cNvPr id="122" name="Graphic 121">
                        <a:extLst>
                          <a:ext uri="{FF2B5EF4-FFF2-40B4-BE49-F238E27FC236}">
                            <a16:creationId xmlns:a16="http://schemas.microsoft.com/office/drawing/2014/main" id="{3655AC05-35ED-666E-03D7-A8527B910D5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7"/>
                          </a:ext>
                        </a:extLst>
                      </a:blip>
                      <a:srcRect l="19210" t="27108" r="16000" b="47336"/>
                      <a:stretch>
                        <a:fillRect/>
                      </a:stretch>
                    </p:blipFill>
                    <p:spPr>
                      <a:xfrm>
                        <a:off x="3011134" y="3710333"/>
                        <a:ext cx="617126" cy="304272"/>
                      </a:xfrm>
                      <a:prstGeom prst="rect">
                        <a:avLst/>
                      </a:prstGeom>
                    </p:spPr>
                  </p:pic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17" name="TextBox 116">
                          <a:extLst>
                            <a:ext uri="{FF2B5EF4-FFF2-40B4-BE49-F238E27FC236}">
                              <a16:creationId xmlns:a16="http://schemas.microsoft.com/office/drawing/2014/main" id="{39593E57-2B3F-D60F-AC93-680941CC6B6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6601" y="4965973"/>
                          <a:ext cx="613049" cy="48090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𝑡𝑟𝑎𝑖𝑛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>
                    <p:sp>
                      <p:nvSpPr>
                        <p:cNvPr id="117" name="TextBox 116">
                          <a:extLst>
                            <a:ext uri="{FF2B5EF4-FFF2-40B4-BE49-F238E27FC236}">
                              <a16:creationId xmlns:a16="http://schemas.microsoft.com/office/drawing/2014/main" id="{39593E57-2B3F-D60F-AC93-680941CC6B6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6601" y="4965973"/>
                          <a:ext cx="613049" cy="480901"/>
                        </a:xfrm>
                        <a:prstGeom prst="rect">
                          <a:avLst/>
                        </a:prstGeom>
                        <a:blipFill>
                          <a:blip r:embed="rId28"/>
                          <a:stretch>
                            <a:fillRect l="-1980" r="-61386" b="-253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107" name="Arrow: Circular 106">
                      <a:extLst>
                        <a:ext uri="{FF2B5EF4-FFF2-40B4-BE49-F238E27FC236}">
                          <a16:creationId xmlns:a16="http://schemas.microsoft.com/office/drawing/2014/main" id="{DEBEF8A3-45F0-51C4-BEB7-88D6ABE00924}"/>
                        </a:ext>
                      </a:extLst>
                    </p:cNvPr>
                    <p:cNvSpPr/>
                    <p:nvPr/>
                  </p:nvSpPr>
                  <p:spPr>
                    <a:xfrm rot="6882931" flipH="1">
                      <a:off x="804465" y="4240821"/>
                      <a:ext cx="396864" cy="392864"/>
                    </a:xfrm>
                    <a:prstGeom prst="circularArrow">
                      <a:avLst>
                        <a:gd name="adj1" fmla="val 15315"/>
                        <a:gd name="adj2" fmla="val 1051935"/>
                        <a:gd name="adj3" fmla="val 20543810"/>
                        <a:gd name="adj4" fmla="val 13949823"/>
                        <a:gd name="adj5" fmla="val 12500"/>
                      </a:avLst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grpSp>
                  <p:nvGrpSpPr>
                    <p:cNvPr id="108" name="Group 107">
                      <a:extLst>
                        <a:ext uri="{FF2B5EF4-FFF2-40B4-BE49-F238E27FC236}">
                          <a16:creationId xmlns:a16="http://schemas.microsoft.com/office/drawing/2014/main" id="{CD14605C-8C44-D741-DAF1-6E58F34A95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12549" y="4263832"/>
                      <a:ext cx="358638" cy="294171"/>
                      <a:chOff x="8820152" y="4250861"/>
                      <a:chExt cx="967734" cy="886562"/>
                    </a:xfrm>
                  </p:grpSpPr>
                  <p:sp>
                    <p:nvSpPr>
                      <p:cNvPr id="109" name="Flowchart: Manual Operation 108">
                        <a:extLst>
                          <a:ext uri="{FF2B5EF4-FFF2-40B4-BE49-F238E27FC236}">
                            <a16:creationId xmlns:a16="http://schemas.microsoft.com/office/drawing/2014/main" id="{8442AF9C-DCC4-0EE7-D9B8-C9AE04B91776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8820152" y="4293919"/>
                        <a:ext cx="967732" cy="800993"/>
                      </a:xfrm>
                      <a:prstGeom prst="flowChartManualOperation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pic>
                    <p:nvPicPr>
                      <p:cNvPr id="110" name="Graphic 109" descr="Document with solid fill">
                        <a:extLst>
                          <a:ext uri="{FF2B5EF4-FFF2-40B4-BE49-F238E27FC236}">
                            <a16:creationId xmlns:a16="http://schemas.microsoft.com/office/drawing/2014/main" id="{C1DB1595-9713-BE7E-F98F-038FD1C0011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9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873486" y="4250861"/>
                        <a:ext cx="914400" cy="886562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93" name="Group 92">
                      <a:extLst>
                        <a:ext uri="{FF2B5EF4-FFF2-40B4-BE49-F238E27FC236}">
                          <a16:creationId xmlns:a16="http://schemas.microsoft.com/office/drawing/2014/main" id="{19E710C9-B754-E979-1D64-CEC0DE8353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9209" y="4539294"/>
                      <a:ext cx="569948" cy="438828"/>
                      <a:chOff x="708120" y="5899832"/>
                      <a:chExt cx="512476" cy="335616"/>
                    </a:xfrm>
                  </p:grpSpPr>
                  <p:grpSp>
                    <p:nvGrpSpPr>
                      <p:cNvPr id="102" name="Group 101">
                        <a:extLst>
                          <a:ext uri="{FF2B5EF4-FFF2-40B4-BE49-F238E27FC236}">
                            <a16:creationId xmlns:a16="http://schemas.microsoft.com/office/drawing/2014/main" id="{638B92B7-AE38-5765-BD37-4DD44D7EB38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08120" y="5899832"/>
                        <a:ext cx="168102" cy="234190"/>
                        <a:chOff x="6055360" y="287542"/>
                        <a:chExt cx="233303" cy="350100"/>
                      </a:xfrm>
                    </p:grpSpPr>
                    <p:pic>
                      <p:nvPicPr>
                        <p:cNvPr id="104" name="Graphic 103" descr="Document outline">
                          <a:extLst>
                            <a:ext uri="{FF2B5EF4-FFF2-40B4-BE49-F238E27FC236}">
                              <a16:creationId xmlns:a16="http://schemas.microsoft.com/office/drawing/2014/main" id="{26ADC57D-A09F-0922-DE35-9F1EB721759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22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55360" y="291935"/>
                          <a:ext cx="233303" cy="18033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5" name="Graphic 104" descr="Document outline">
                          <a:extLst>
                            <a:ext uri="{FF2B5EF4-FFF2-40B4-BE49-F238E27FC236}">
                              <a16:creationId xmlns:a16="http://schemas.microsoft.com/office/drawing/2014/main" id="{86BADBFA-0171-C477-4A0B-9EC3C4BE5A3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22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55360" y="457309"/>
                          <a:ext cx="233303" cy="180333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06" name="Rectangle: Rounded Corners 105">
                          <a:extLst>
                            <a:ext uri="{FF2B5EF4-FFF2-40B4-BE49-F238E27FC236}">
                              <a16:creationId xmlns:a16="http://schemas.microsoft.com/office/drawing/2014/main" id="{8696D5BB-2357-4660-042F-3EBE96B7C6A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78876" y="287542"/>
                          <a:ext cx="188574" cy="346048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noFill/>
                        <a:ln>
                          <a:solidFill>
                            <a:schemeClr val="accent2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103" name="TextBox 102">
                            <a:extLst>
                              <a:ext uri="{FF2B5EF4-FFF2-40B4-BE49-F238E27FC236}">
                                <a16:creationId xmlns:a16="http://schemas.microsoft.com/office/drawing/2014/main" id="{54D943CF-5790-AE02-7219-99AE947A0DF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824277" y="5928660"/>
                            <a:ext cx="396319" cy="3067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,1</m:t>
                                      </m:r>
                                    </m:sup>
                                  </m:sSup>
                                </m:oMath>
                              </m:oMathPara>
                            </a14:m>
                            <a:endParaRPr lang="en-US" sz="20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103" name="TextBox 102">
                            <a:extLst>
                              <a:ext uri="{FF2B5EF4-FFF2-40B4-BE49-F238E27FC236}">
                                <a16:creationId xmlns:a16="http://schemas.microsoft.com/office/drawing/2014/main" id="{54D943CF-5790-AE02-7219-99AE947A0DFE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824277" y="5928660"/>
                            <a:ext cx="396319" cy="306788"/>
                          </a:xfrm>
                          <a:prstGeom prst="rect">
                            <a:avLst/>
                          </a:prstGeom>
                          <a:blipFill>
                            <a:blip r:embed="rId30"/>
                            <a:stretch>
                              <a:fillRect r="-31944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94" name="Group 93">
                      <a:extLst>
                        <a:ext uri="{FF2B5EF4-FFF2-40B4-BE49-F238E27FC236}">
                          <a16:creationId xmlns:a16="http://schemas.microsoft.com/office/drawing/2014/main" id="{2497B54F-6D2C-8977-E334-BF8A7B3660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42779" y="3766187"/>
                      <a:ext cx="644516" cy="516262"/>
                      <a:chOff x="6758056" y="5452234"/>
                      <a:chExt cx="804302" cy="590259"/>
                    </a:xfrm>
                  </p:grpSpPr>
                  <p:grpSp>
                    <p:nvGrpSpPr>
                      <p:cNvPr id="95" name="Group 94">
                        <a:extLst>
                          <a:ext uri="{FF2B5EF4-FFF2-40B4-BE49-F238E27FC236}">
                            <a16:creationId xmlns:a16="http://schemas.microsoft.com/office/drawing/2014/main" id="{3BA27BCB-9749-6D83-8CFA-20738BE6B61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758056" y="5583862"/>
                        <a:ext cx="804302" cy="458631"/>
                        <a:chOff x="5975346" y="952753"/>
                        <a:chExt cx="804302" cy="458631"/>
                      </a:xfrm>
                    </p:grpSpPr>
                    <p:grpSp>
                      <p:nvGrpSpPr>
                        <p:cNvPr id="97" name="Group 96">
                          <a:extLst>
                            <a:ext uri="{FF2B5EF4-FFF2-40B4-BE49-F238E27FC236}">
                              <a16:creationId xmlns:a16="http://schemas.microsoft.com/office/drawing/2014/main" id="{A2BFD4D5-1239-2014-3AE5-131281CFDDF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75346" y="1022255"/>
                          <a:ext cx="345427" cy="327404"/>
                          <a:chOff x="8817139" y="630617"/>
                          <a:chExt cx="351563" cy="473848"/>
                        </a:xfrm>
                      </p:grpSpPr>
                      <p:sp>
                        <p:nvSpPr>
                          <p:cNvPr id="99" name="Cube 98">
                            <a:extLst>
                              <a:ext uri="{FF2B5EF4-FFF2-40B4-BE49-F238E27FC236}">
                                <a16:creationId xmlns:a16="http://schemas.microsoft.com/office/drawing/2014/main" id="{F9D40132-3E86-6E69-31E4-F8D5EA66A2E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66154" y="690254"/>
                            <a:ext cx="260580" cy="152593"/>
                          </a:xfrm>
                          <a:prstGeom prst="cube">
                            <a:avLst>
                              <a:gd name="adj" fmla="val 52933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solidFill>
                              <a:schemeClr val="accent2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100" name="Cube 99">
                            <a:extLst>
                              <a:ext uri="{FF2B5EF4-FFF2-40B4-BE49-F238E27FC236}">
                                <a16:creationId xmlns:a16="http://schemas.microsoft.com/office/drawing/2014/main" id="{00A9655B-6298-C4F9-0687-F3C1717A4EC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66154" y="907366"/>
                            <a:ext cx="260580" cy="152593"/>
                          </a:xfrm>
                          <a:prstGeom prst="cube">
                            <a:avLst>
                              <a:gd name="adj" fmla="val 52933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solidFill>
                              <a:schemeClr val="accent2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101" name="Rectangle: Rounded Corners 100">
                            <a:extLst>
                              <a:ext uri="{FF2B5EF4-FFF2-40B4-BE49-F238E27FC236}">
                                <a16:creationId xmlns:a16="http://schemas.microsoft.com/office/drawing/2014/main" id="{BB05305E-FC96-726D-DD20-A77DC846FBC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17139" y="630617"/>
                            <a:ext cx="351563" cy="473848"/>
                          </a:xfrm>
                          <a:prstGeom prst="roundRect">
                            <a:avLst/>
                          </a:prstGeom>
                          <a:noFill/>
                          <a:ln>
                            <a:solidFill>
                              <a:schemeClr val="accent2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</p:grpSp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98" name="TextBox 97">
                              <a:extLst>
                                <a:ext uri="{FF2B5EF4-FFF2-40B4-BE49-F238E27FC236}">
                                  <a16:creationId xmlns:a16="http://schemas.microsoft.com/office/drawing/2014/main" id="{1514E63C-12E0-DB90-16FA-326AC7A0B62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238031" y="952753"/>
                              <a:ext cx="541617" cy="45863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>
                                    <m:sSup>
                                      <m:sSupPr>
                                        <m:ctrlP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en-US" sz="2000" i="1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p>
                                    </m:sSup>
                                  </m:oMath>
                                </m:oMathPara>
                              </a14:m>
                              <a:endParaRPr lang="en-US" sz="20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</a:endParaRPr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98" name="TextBox 97">
                              <a:extLst>
                                <a:ext uri="{FF2B5EF4-FFF2-40B4-BE49-F238E27FC236}">
                                  <a16:creationId xmlns:a16="http://schemas.microsoft.com/office/drawing/2014/main" id="{1514E63C-12E0-DB90-16FA-326AC7A0B620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6238031" y="952753"/>
                              <a:ext cx="541617" cy="458631"/>
                            </a:xfrm>
                            <a:prstGeom prst="rect">
                              <a:avLst/>
                            </a:prstGeom>
                            <a:blipFill>
                              <a:blip r:embed="rId31"/>
                              <a:stretch>
                                <a:fillRect r="-35211"/>
                              </a:stretch>
                            </a:blipFill>
                            <a:ln>
                              <a:noFill/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pic>
                    <p:nvPicPr>
                      <p:cNvPr id="96" name="Graphic 95" descr="Snowflake outline">
                        <a:extLst>
                          <a:ext uri="{FF2B5EF4-FFF2-40B4-BE49-F238E27FC236}">
                            <a16:creationId xmlns:a16="http://schemas.microsoft.com/office/drawing/2014/main" id="{DA6C75EE-DCB1-1428-6F8C-2EA0DA63C3E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32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856510" y="5452234"/>
                        <a:ext cx="420372" cy="383997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242" name="Graphic 241" descr="Database with solid fill">
                      <a:extLst>
                        <a:ext uri="{FF2B5EF4-FFF2-40B4-BE49-F238E27FC236}">
                          <a16:creationId xmlns:a16="http://schemas.microsoft.com/office/drawing/2014/main" id="{B085164D-D31F-6362-2039-99EB56243BF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16758" y="4161809"/>
                      <a:ext cx="372182" cy="389609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141" name="Group 140">
                      <a:extLst>
                        <a:ext uri="{FF2B5EF4-FFF2-40B4-BE49-F238E27FC236}">
                          <a16:creationId xmlns:a16="http://schemas.microsoft.com/office/drawing/2014/main" id="{D67E2BD0-46FB-9A99-F602-075AFBE7D6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04060" y="4245670"/>
                      <a:ext cx="694881" cy="764148"/>
                      <a:chOff x="5197563" y="3630632"/>
                      <a:chExt cx="902850" cy="1019545"/>
                    </a:xfrm>
                  </p:grpSpPr>
                  <p:pic>
                    <p:nvPicPr>
                      <p:cNvPr id="143" name="Picture 142">
                        <a:extLst>
                          <a:ext uri="{FF2B5EF4-FFF2-40B4-BE49-F238E27FC236}">
                            <a16:creationId xmlns:a16="http://schemas.microsoft.com/office/drawing/2014/main" id="{C8C896D6-D1D3-E5B5-BAEB-27C144CA0C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/>
                    </p:blipFill>
                    <p:spPr>
                      <a:xfrm>
                        <a:off x="5277759" y="3630632"/>
                        <a:ext cx="556866" cy="1019545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4" name="Graphic 143">
                        <a:extLst>
                          <a:ext uri="{FF2B5EF4-FFF2-40B4-BE49-F238E27FC236}">
                            <a16:creationId xmlns:a16="http://schemas.microsoft.com/office/drawing/2014/main" id="{B930F524-51DB-9909-00C3-8D59100C2DC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35"/>
                          </a:ext>
                        </a:extLst>
                      </a:blip>
                      <a:srcRect l="6193" t="8274" r="7788" b="21006"/>
                      <a:stretch>
                        <a:fillRect/>
                      </a:stretch>
                    </p:blipFill>
                    <p:spPr>
                      <a:xfrm>
                        <a:off x="5630454" y="4015923"/>
                        <a:ext cx="469959" cy="474185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46" name="Rectangle: Rounded Corners 145">
                        <a:extLst>
                          <a:ext uri="{FF2B5EF4-FFF2-40B4-BE49-F238E27FC236}">
                            <a16:creationId xmlns:a16="http://schemas.microsoft.com/office/drawing/2014/main" id="{812249AA-CDAC-A0DE-41FE-8311CD3284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97563" y="3776836"/>
                        <a:ext cx="894026" cy="717187"/>
                      </a:xfrm>
                      <a:prstGeom prst="round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42" name="TextBox 141">
                          <a:extLst>
                            <a:ext uri="{FF2B5EF4-FFF2-40B4-BE49-F238E27FC236}">
                              <a16:creationId xmlns:a16="http://schemas.microsoft.com/office/drawing/2014/main" id="{6D05C569-CB1C-6CCD-2B12-02ADA84B61B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388783" y="4966656"/>
                          <a:ext cx="640470" cy="48353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𝑡𝑟𝑎𝑖𝑛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>
                    <p:sp>
                      <p:nvSpPr>
                        <p:cNvPr id="142" name="TextBox 141">
                          <a:extLst>
                            <a:ext uri="{FF2B5EF4-FFF2-40B4-BE49-F238E27FC236}">
                              <a16:creationId xmlns:a16="http://schemas.microsoft.com/office/drawing/2014/main" id="{6D05C569-CB1C-6CCD-2B12-02ADA84B61B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388783" y="4966656"/>
                          <a:ext cx="640470" cy="483530"/>
                        </a:xfrm>
                        <a:prstGeom prst="rect">
                          <a:avLst/>
                        </a:prstGeom>
                        <a:blipFill>
                          <a:blip r:embed="rId36"/>
                          <a:stretch>
                            <a:fillRect l="-2857" r="-55238" b="-125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CA42456B-17E1-B264-185A-79EFCD94FA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09393" y="3436798"/>
                      <a:ext cx="647179" cy="883675"/>
                      <a:chOff x="-11844" y="5057743"/>
                      <a:chExt cx="581919" cy="675834"/>
                    </a:xfrm>
                  </p:grpSpPr>
                  <p:sp>
                    <p:nvSpPr>
                      <p:cNvPr id="78" name="Arrow: Right 77">
                        <a:extLst>
                          <a:ext uri="{FF2B5EF4-FFF2-40B4-BE49-F238E27FC236}">
                            <a16:creationId xmlns:a16="http://schemas.microsoft.com/office/drawing/2014/main" id="{9DC44FA1-F892-159E-CC29-47A2104F1E1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05318" y="5546454"/>
                        <a:ext cx="257939" cy="116308"/>
                      </a:xfrm>
                      <a:prstGeom prst="rightArrow">
                        <a:avLst>
                          <a:gd name="adj1" fmla="val 50000"/>
                          <a:gd name="adj2" fmla="val 47899"/>
                        </a:avLst>
                      </a:prstGeom>
                      <a:gradFill>
                        <a:gsLst>
                          <a:gs pos="0">
                            <a:schemeClr val="accent1">
                              <a:lumMod val="75000"/>
                            </a:schemeClr>
                          </a:gs>
                          <a:gs pos="90000">
                            <a:schemeClr val="bg2"/>
                          </a:gs>
                        </a:gsLst>
                        <a:path path="circle">
                          <a:fillToRect l="100000" b="100000"/>
                        </a:path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grpSp>
                    <p:nvGrpSpPr>
                      <p:cNvPr id="79" name="Group 78">
                        <a:extLst>
                          <a:ext uri="{FF2B5EF4-FFF2-40B4-BE49-F238E27FC236}">
                            <a16:creationId xmlns:a16="http://schemas.microsoft.com/office/drawing/2014/main" id="{9A1CF461-3CF1-D423-DEB5-39BA3D0AA12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419" y="5057743"/>
                        <a:ext cx="428656" cy="390488"/>
                        <a:chOff x="5533022" y="1086104"/>
                        <a:chExt cx="594916" cy="583756"/>
                      </a:xfrm>
                    </p:grpSpPr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81" name="TextBox 80">
                              <a:extLst>
                                <a:ext uri="{FF2B5EF4-FFF2-40B4-BE49-F238E27FC236}">
                                  <a16:creationId xmlns:a16="http://schemas.microsoft.com/office/drawing/2014/main" id="{BC8328C2-1C83-0959-E668-01743C738D2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5533022" y="1142026"/>
                              <a:ext cx="383060" cy="52783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 lang="en-US" sz="2400" i="1" dirty="0">
                                <a:solidFill>
                                  <a:srgbClr val="390AE4"/>
                                </a:solidFill>
                              </a:endParaRPr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81" name="TextBox 80">
                              <a:extLst>
                                <a:ext uri="{FF2B5EF4-FFF2-40B4-BE49-F238E27FC236}">
                                  <a16:creationId xmlns:a16="http://schemas.microsoft.com/office/drawing/2014/main" id="{BC8328C2-1C83-0959-E668-01743C738D23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5533022" y="1142026"/>
                              <a:ext cx="383060" cy="527834"/>
                            </a:xfrm>
                            <a:prstGeom prst="rect">
                              <a:avLst/>
                            </a:prstGeom>
                            <a:blipFill>
                              <a:blip r:embed="rId37"/>
                              <a:stretch>
                                <a:fillRect l="-6000" r="-48000"/>
                              </a:stretch>
                            </a:blipFill>
                            <a:ln>
                              <a:noFill/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pic>
                      <p:nvPicPr>
                        <p:cNvPr id="82" name="Picture 81">
                          <a:extLst>
                            <a:ext uri="{FF2B5EF4-FFF2-40B4-BE49-F238E27FC236}">
                              <a16:creationId xmlns:a16="http://schemas.microsoft.com/office/drawing/2014/main" id="{0005A3C2-C9FB-FC05-BF0C-4BD76291D7F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/>
                      </p:blipFill>
                      <p:spPr>
                        <a:xfrm>
                          <a:off x="5811572" y="1086104"/>
                          <a:ext cx="316366" cy="315902"/>
                        </a:xfrm>
                        <a:prstGeom prst="rect">
                          <a:avLst/>
                        </a:prstGeom>
                      </p:spPr>
                    </p:pic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80" name="TextBox 79">
                            <a:extLst>
                              <a:ext uri="{FF2B5EF4-FFF2-40B4-BE49-F238E27FC236}">
                                <a16:creationId xmlns:a16="http://schemas.microsoft.com/office/drawing/2014/main" id="{C6EC759D-087E-8236-1068-D91C9C9CEFF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-11844" y="5427005"/>
                            <a:ext cx="276006" cy="3060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𝑏𝑎𝑠𝑒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2000" i="1" dirty="0">
                              <a:solidFill>
                                <a:srgbClr val="390AE4"/>
                              </a:solidFill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80" name="TextBox 79">
                            <a:extLst>
                              <a:ext uri="{FF2B5EF4-FFF2-40B4-BE49-F238E27FC236}">
                                <a16:creationId xmlns:a16="http://schemas.microsoft.com/office/drawing/2014/main" id="{C6EC759D-087E-8236-1068-D91C9C9CEFF2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-11844" y="5427005"/>
                            <a:ext cx="276006" cy="306004"/>
                          </a:xfrm>
                          <a:prstGeom prst="rect">
                            <a:avLst/>
                          </a:prstGeom>
                          <a:blipFill>
                            <a:blip r:embed="rId38"/>
                            <a:stretch>
                              <a:fillRect r="-132000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57" name="Group 56">
                      <a:extLst>
                        <a:ext uri="{FF2B5EF4-FFF2-40B4-BE49-F238E27FC236}">
                          <a16:creationId xmlns:a16="http://schemas.microsoft.com/office/drawing/2014/main" id="{D482A092-66DB-B5DE-D92C-728661D957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7130" y="4531998"/>
                      <a:ext cx="547867" cy="445993"/>
                      <a:chOff x="3713377" y="6032587"/>
                      <a:chExt cx="492621" cy="341096"/>
                    </a:xfrm>
                  </p:grpSpPr>
                  <p:grpSp>
                    <p:nvGrpSpPr>
                      <p:cNvPr id="72" name="Group 71">
                        <a:extLst>
                          <a:ext uri="{FF2B5EF4-FFF2-40B4-BE49-F238E27FC236}">
                            <a16:creationId xmlns:a16="http://schemas.microsoft.com/office/drawing/2014/main" id="{B4F4CBFB-0F0E-B27F-952B-D630804D1B0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713377" y="6036218"/>
                        <a:ext cx="168103" cy="337465"/>
                        <a:chOff x="7594850" y="287542"/>
                        <a:chExt cx="233304" cy="504491"/>
                      </a:xfrm>
                    </p:grpSpPr>
                    <p:pic>
                      <p:nvPicPr>
                        <p:cNvPr id="74" name="Graphic 73" descr="Document outline">
                          <a:extLst>
                            <a:ext uri="{FF2B5EF4-FFF2-40B4-BE49-F238E27FC236}">
                              <a16:creationId xmlns:a16="http://schemas.microsoft.com/office/drawing/2014/main" id="{8EDEF52E-BD1E-70C7-8D61-BF23F3911BA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22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594851" y="291935"/>
                          <a:ext cx="233303" cy="18033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75" name="Graphic 74" descr="Document outline">
                          <a:extLst>
                            <a:ext uri="{FF2B5EF4-FFF2-40B4-BE49-F238E27FC236}">
                              <a16:creationId xmlns:a16="http://schemas.microsoft.com/office/drawing/2014/main" id="{947AFD37-AA81-FA01-D834-5918C9C0BA6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22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594851" y="451594"/>
                          <a:ext cx="233303" cy="18033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76" name="Graphic 75" descr="Document outline">
                          <a:extLst>
                            <a:ext uri="{FF2B5EF4-FFF2-40B4-BE49-F238E27FC236}">
                              <a16:creationId xmlns:a16="http://schemas.microsoft.com/office/drawing/2014/main" id="{B9DDD3B8-AA71-04C6-7070-7C25DEFBC41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22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594850" y="611700"/>
                          <a:ext cx="233303" cy="180333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77" name="Rectangle: Rounded Corners 76">
                          <a:extLst>
                            <a:ext uri="{FF2B5EF4-FFF2-40B4-BE49-F238E27FC236}">
                              <a16:creationId xmlns:a16="http://schemas.microsoft.com/office/drawing/2014/main" id="{B4982B5A-4D7A-DF88-C95B-34BD123AB8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618367" y="287542"/>
                          <a:ext cx="188574" cy="50245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noFill/>
                        <a:ln>
                          <a:solidFill>
                            <a:srgbClr val="FF000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73" name="TextBox 72">
                            <a:extLst>
                              <a:ext uri="{FF2B5EF4-FFF2-40B4-BE49-F238E27FC236}">
                                <a16:creationId xmlns:a16="http://schemas.microsoft.com/office/drawing/2014/main" id="{A1D8C578-A147-368E-8EF2-3225F78A1BF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809679" y="6032587"/>
                            <a:ext cx="396319" cy="3067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,3</m:t>
                                      </m:r>
                                    </m:sup>
                                  </m:sSup>
                                </m:oMath>
                              </m:oMathPara>
                            </a14:m>
                            <a:endParaRPr lang="en-US" sz="2000" i="1" dirty="0">
                              <a:solidFill>
                                <a:srgbClr val="FF0000"/>
                              </a:solidFill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73" name="TextBox 72">
                            <a:extLst>
                              <a:ext uri="{FF2B5EF4-FFF2-40B4-BE49-F238E27FC236}">
                                <a16:creationId xmlns:a16="http://schemas.microsoft.com/office/drawing/2014/main" id="{A1D8C578-A147-368E-8EF2-3225F78A1BF9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809679" y="6032587"/>
                            <a:ext cx="396319" cy="306788"/>
                          </a:xfrm>
                          <a:prstGeom prst="rect">
                            <a:avLst/>
                          </a:prstGeom>
                          <a:blipFill>
                            <a:blip r:embed="rId39"/>
                            <a:stretch>
                              <a:fillRect r="-30137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58" name="Group 57">
                      <a:extLst>
                        <a:ext uri="{FF2B5EF4-FFF2-40B4-BE49-F238E27FC236}">
                          <a16:creationId xmlns:a16="http://schemas.microsoft.com/office/drawing/2014/main" id="{B5E7D5BE-A389-08BE-F06A-D03CA3D7BE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68563" y="3645766"/>
                      <a:ext cx="698987" cy="623625"/>
                      <a:chOff x="3493450" y="5445173"/>
                      <a:chExt cx="872277" cy="713011"/>
                    </a:xfrm>
                  </p:grpSpPr>
                  <p:grpSp>
                    <p:nvGrpSpPr>
                      <p:cNvPr id="64" name="Group 63">
                        <a:extLst>
                          <a:ext uri="{FF2B5EF4-FFF2-40B4-BE49-F238E27FC236}">
                            <a16:creationId xmlns:a16="http://schemas.microsoft.com/office/drawing/2014/main" id="{001F05E1-2CFE-9197-702A-6167A2E9D83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493450" y="5642478"/>
                        <a:ext cx="872277" cy="515706"/>
                        <a:chOff x="9074662" y="884445"/>
                        <a:chExt cx="872277" cy="515706"/>
                      </a:xfrm>
                    </p:grpSpPr>
                    <p:grpSp>
                      <p:nvGrpSpPr>
                        <p:cNvPr id="66" name="Group 65">
                          <a:extLst>
                            <a:ext uri="{FF2B5EF4-FFF2-40B4-BE49-F238E27FC236}">
                              <a16:creationId xmlns:a16="http://schemas.microsoft.com/office/drawing/2014/main" id="{F0CE434D-9907-E7FC-A9BD-9927C067A65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074662" y="884445"/>
                          <a:ext cx="345427" cy="475126"/>
                          <a:chOff x="9768932" y="630616"/>
                          <a:chExt cx="351563" cy="687644"/>
                        </a:xfrm>
                      </p:grpSpPr>
                      <p:sp>
                        <p:nvSpPr>
                          <p:cNvPr id="68" name="Cube 67">
                            <a:extLst>
                              <a:ext uri="{FF2B5EF4-FFF2-40B4-BE49-F238E27FC236}">
                                <a16:creationId xmlns:a16="http://schemas.microsoft.com/office/drawing/2014/main" id="{9526ADC6-14B6-404D-5EE5-BF91E5D66C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13154" y="690253"/>
                            <a:ext cx="260580" cy="152593"/>
                          </a:xfrm>
                          <a:prstGeom prst="cube">
                            <a:avLst>
                              <a:gd name="adj" fmla="val 52933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solidFill>
                              <a:srgbClr val="FF0000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9" name="Cube 68">
                            <a:extLst>
                              <a:ext uri="{FF2B5EF4-FFF2-40B4-BE49-F238E27FC236}">
                                <a16:creationId xmlns:a16="http://schemas.microsoft.com/office/drawing/2014/main" id="{08001921-3FAB-6139-8C6F-F3B8C9AE2C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13154" y="907365"/>
                            <a:ext cx="260580" cy="152593"/>
                          </a:xfrm>
                          <a:prstGeom prst="cube">
                            <a:avLst>
                              <a:gd name="adj" fmla="val 52933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solidFill>
                              <a:srgbClr val="FF0000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70" name="Rectangle: Rounded Corners 69">
                            <a:extLst>
                              <a:ext uri="{FF2B5EF4-FFF2-40B4-BE49-F238E27FC236}">
                                <a16:creationId xmlns:a16="http://schemas.microsoft.com/office/drawing/2014/main" id="{7EAF78AE-66F0-E7F7-A11E-27E7CEB5CF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768932" y="630616"/>
                            <a:ext cx="351563" cy="687644"/>
                          </a:xfrm>
                          <a:prstGeom prst="roundRect">
                            <a:avLst/>
                          </a:prstGeom>
                          <a:noFill/>
                          <a:ln>
                            <a:solidFill>
                              <a:srgbClr val="FF0000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71" name="Cube 70">
                            <a:extLst>
                              <a:ext uri="{FF2B5EF4-FFF2-40B4-BE49-F238E27FC236}">
                                <a16:creationId xmlns:a16="http://schemas.microsoft.com/office/drawing/2014/main" id="{8AEAE6F3-DAD5-184D-5438-FF454658916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13154" y="1121629"/>
                            <a:ext cx="260580" cy="152593"/>
                          </a:xfrm>
                          <a:prstGeom prst="cube">
                            <a:avLst>
                              <a:gd name="adj" fmla="val 52933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solidFill>
                              <a:srgbClr val="FF0000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</p:grpSp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67" name="TextBox 66">
                              <a:extLst>
                                <a:ext uri="{FF2B5EF4-FFF2-40B4-BE49-F238E27FC236}">
                                  <a16:creationId xmlns:a16="http://schemas.microsoft.com/office/drawing/2014/main" id="{F2F94CED-2522-7954-C875-3D99F90E4FC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9396901" y="941520"/>
                              <a:ext cx="550038" cy="45863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>
                                    <m:sSup>
                                      <m:sSupPr>
                                        <m:ctrlPr>
                                          <a:rPr lang="en-US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en-US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,3</m:t>
                                        </m:r>
                                      </m:sup>
                                    </m:sSup>
                                  </m:oMath>
                                </m:oMathPara>
                              </a14:m>
                              <a:endParaRPr lang="en-US" sz="2000" i="1" dirty="0">
                                <a:solidFill>
                                  <a:srgbClr val="FF0000"/>
                                </a:solidFill>
                              </a:endParaRPr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67" name="TextBox 66">
                              <a:extLst>
                                <a:ext uri="{FF2B5EF4-FFF2-40B4-BE49-F238E27FC236}">
                                  <a16:creationId xmlns:a16="http://schemas.microsoft.com/office/drawing/2014/main" id="{F2F94CED-2522-7954-C875-3D99F90E4FC0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9396901" y="941520"/>
                              <a:ext cx="550038" cy="458631"/>
                            </a:xfrm>
                            <a:prstGeom prst="rect">
                              <a:avLst/>
                            </a:prstGeom>
                            <a:blipFill>
                              <a:blip r:embed="rId40"/>
                              <a:stretch>
                                <a:fillRect r="-33333"/>
                              </a:stretch>
                            </a:blipFill>
                            <a:ln>
                              <a:noFill/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pic>
                    <p:nvPicPr>
                      <p:cNvPr id="65" name="Graphic 64" descr="Snowflake outline">
                        <a:extLst>
                          <a:ext uri="{FF2B5EF4-FFF2-40B4-BE49-F238E27FC236}">
                            <a16:creationId xmlns:a16="http://schemas.microsoft.com/office/drawing/2014/main" id="{890DD72E-2A2A-E310-FA86-C30D145BAA6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32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3596177" y="5445173"/>
                        <a:ext cx="420372" cy="383997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60" name="Arrow: Circular 59">
                      <a:extLst>
                        <a:ext uri="{FF2B5EF4-FFF2-40B4-BE49-F238E27FC236}">
                          <a16:creationId xmlns:a16="http://schemas.microsoft.com/office/drawing/2014/main" id="{FF602597-C794-A7D5-9630-DAF456393221}"/>
                        </a:ext>
                      </a:extLst>
                    </p:cNvPr>
                    <p:cNvSpPr/>
                    <p:nvPr/>
                  </p:nvSpPr>
                  <p:spPr>
                    <a:xfrm rot="6882931" flipH="1">
                      <a:off x="4142012" y="4215940"/>
                      <a:ext cx="396864" cy="392864"/>
                    </a:xfrm>
                    <a:prstGeom prst="circularArrow">
                      <a:avLst>
                        <a:gd name="adj1" fmla="val 15315"/>
                        <a:gd name="adj2" fmla="val 1051935"/>
                        <a:gd name="adj3" fmla="val 20543810"/>
                        <a:gd name="adj4" fmla="val 13949823"/>
                        <a:gd name="adj5" fmla="val 12500"/>
                      </a:avLst>
                    </a:prstGeom>
                    <a:solidFill>
                      <a:srgbClr val="FFD9D9"/>
                    </a:solidFill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grpSp>
                  <p:nvGrpSpPr>
                    <p:cNvPr id="231" name="Group 230">
                      <a:extLst>
                        <a:ext uri="{FF2B5EF4-FFF2-40B4-BE49-F238E27FC236}">
                          <a16:creationId xmlns:a16="http://schemas.microsoft.com/office/drawing/2014/main" id="{DCFEC9F6-A816-F844-04FE-E5334AC2E6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0642" y="4233388"/>
                      <a:ext cx="358638" cy="294171"/>
                      <a:chOff x="8820152" y="4250861"/>
                      <a:chExt cx="967734" cy="886562"/>
                    </a:xfrm>
                  </p:grpSpPr>
                  <p:sp>
                    <p:nvSpPr>
                      <p:cNvPr id="232" name="Flowchart: Manual Operation 231">
                        <a:extLst>
                          <a:ext uri="{FF2B5EF4-FFF2-40B4-BE49-F238E27FC236}">
                            <a16:creationId xmlns:a16="http://schemas.microsoft.com/office/drawing/2014/main" id="{34C0BE32-6600-4804-0F55-BE4F13EC3A2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8820152" y="4293919"/>
                        <a:ext cx="967732" cy="800993"/>
                      </a:xfrm>
                      <a:prstGeom prst="flowChartManualOperation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pic>
                    <p:nvPicPr>
                      <p:cNvPr id="233" name="Graphic 232" descr="Document with solid fill">
                        <a:extLst>
                          <a:ext uri="{FF2B5EF4-FFF2-40B4-BE49-F238E27FC236}">
                            <a16:creationId xmlns:a16="http://schemas.microsoft.com/office/drawing/2014/main" id="{EE84A294-218D-BF94-60D0-72BFB9F2394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9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873486" y="4250861"/>
                        <a:ext cx="914400" cy="886562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244" name="Graphic 243" descr="Database with solid fill">
                      <a:extLst>
                        <a:ext uri="{FF2B5EF4-FFF2-40B4-BE49-F238E27FC236}">
                          <a16:creationId xmlns:a16="http://schemas.microsoft.com/office/drawing/2014/main" id="{5CA0D2A4-DC86-C72E-83F0-C0D09887687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856046" y="4170394"/>
                      <a:ext cx="372182" cy="389609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AEC0575B-31CF-E676-12D9-2DD60B73B6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0177" y="4318851"/>
                      <a:ext cx="770741" cy="609733"/>
                      <a:chOff x="6768733" y="3829950"/>
                      <a:chExt cx="999110" cy="772312"/>
                    </a:xfrm>
                  </p:grpSpPr>
                  <p:pic>
                    <p:nvPicPr>
                      <p:cNvPr id="53" name="Picture 52">
                        <a:extLst>
                          <a:ext uri="{FF2B5EF4-FFF2-40B4-BE49-F238E27FC236}">
                            <a16:creationId xmlns:a16="http://schemas.microsoft.com/office/drawing/2014/main" id="{6BA18C37-0183-417C-B99F-F292B9F0F9F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/>
                    </p:blipFill>
                    <p:spPr>
                      <a:xfrm>
                        <a:off x="6768733" y="3829950"/>
                        <a:ext cx="999110" cy="77231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54" name="Graphic 53">
                        <a:extLst>
                          <a:ext uri="{FF2B5EF4-FFF2-40B4-BE49-F238E27FC236}">
                            <a16:creationId xmlns:a16="http://schemas.microsoft.com/office/drawing/2014/main" id="{3621A2D5-9ACD-B1D3-3896-0CC30C13E0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43"/>
                          </a:ext>
                        </a:extLst>
                      </a:blip>
                      <a:srcRect b="13014"/>
                      <a:stretch>
                        <a:fillRect/>
                      </a:stretch>
                    </p:blipFill>
                    <p:spPr>
                      <a:xfrm>
                        <a:off x="7240592" y="4066061"/>
                        <a:ext cx="457200" cy="497123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6" name="Rectangle: Rounded Corners 55">
                        <a:extLst>
                          <a:ext uri="{FF2B5EF4-FFF2-40B4-BE49-F238E27FC236}">
                            <a16:creationId xmlns:a16="http://schemas.microsoft.com/office/drawing/2014/main" id="{B217EA9C-2A66-371D-0371-A62BA8F438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03766" y="3872564"/>
                        <a:ext cx="894026" cy="690619"/>
                      </a:xfrm>
                      <a:prstGeom prst="roundRect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:a16="http://schemas.microsoft.com/office/drawing/2014/main" id="{37663F7D-3EBF-E0A6-4059-496EAC72BA9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458045" y="4981826"/>
                          <a:ext cx="584353" cy="47910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𝑡𝑟𝑎𝑖𝑛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:a16="http://schemas.microsoft.com/office/drawing/2014/main" id="{37663F7D-3EBF-E0A6-4059-496EAC72BA9A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458045" y="4981826"/>
                          <a:ext cx="584353" cy="479106"/>
                        </a:xfrm>
                        <a:prstGeom prst="rect">
                          <a:avLst/>
                        </a:prstGeom>
                        <a:blipFill>
                          <a:blip r:embed="rId44"/>
                          <a:stretch>
                            <a:fillRect l="-2083" r="-69792" b="-2564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32" name="Group 31">
                      <a:extLst>
                        <a:ext uri="{FF2B5EF4-FFF2-40B4-BE49-F238E27FC236}">
                          <a16:creationId xmlns:a16="http://schemas.microsoft.com/office/drawing/2014/main" id="{996266DD-9A6F-BDD7-0E1B-F2BCAE5A44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22945" y="4536750"/>
                      <a:ext cx="546285" cy="405506"/>
                      <a:chOff x="3061722" y="5671024"/>
                      <a:chExt cx="491199" cy="310131"/>
                    </a:xfrm>
                  </p:grpSpPr>
                  <p:grpSp>
                    <p:nvGrpSpPr>
                      <p:cNvPr id="46" name="Group 45">
                        <a:extLst>
                          <a:ext uri="{FF2B5EF4-FFF2-40B4-BE49-F238E27FC236}">
                            <a16:creationId xmlns:a16="http://schemas.microsoft.com/office/drawing/2014/main" id="{2D23C458-6114-F336-7949-5D071F0136E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061722" y="5671024"/>
                        <a:ext cx="168102" cy="234190"/>
                        <a:chOff x="6055360" y="287542"/>
                        <a:chExt cx="233303" cy="350100"/>
                      </a:xfrm>
                    </p:grpSpPr>
                    <p:pic>
                      <p:nvPicPr>
                        <p:cNvPr id="48" name="Graphic 47" descr="Document outline">
                          <a:extLst>
                            <a:ext uri="{FF2B5EF4-FFF2-40B4-BE49-F238E27FC236}">
                              <a16:creationId xmlns:a16="http://schemas.microsoft.com/office/drawing/2014/main" id="{E3432A27-6A8A-CE31-C95C-DDB2326D2E8A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22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55360" y="291935"/>
                          <a:ext cx="233303" cy="18033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49" name="Graphic 48" descr="Document outline">
                          <a:extLst>
                            <a:ext uri="{FF2B5EF4-FFF2-40B4-BE49-F238E27FC236}">
                              <a16:creationId xmlns:a16="http://schemas.microsoft.com/office/drawing/2014/main" id="{944A301D-31E3-4CA6-C400-61EEF5A9BC6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22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55360" y="457309"/>
                          <a:ext cx="233303" cy="180333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50" name="Rectangle: Rounded Corners 49">
                          <a:extLst>
                            <a:ext uri="{FF2B5EF4-FFF2-40B4-BE49-F238E27FC236}">
                              <a16:creationId xmlns:a16="http://schemas.microsoft.com/office/drawing/2014/main" id="{279E7B87-2AE9-E7D2-8F6C-385DEBDE74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78876" y="287542"/>
                          <a:ext cx="188574" cy="346048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noFill/>
                        <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47" name="TextBox 46">
                            <a:extLst>
                              <a:ext uri="{FF2B5EF4-FFF2-40B4-BE49-F238E27FC236}">
                                <a16:creationId xmlns:a16="http://schemas.microsoft.com/office/drawing/2014/main" id="{8B334225-F01B-404D-2621-A83BC55D89F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156603" y="5674367"/>
                            <a:ext cx="396318" cy="3067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oMath>
                              </m:oMathPara>
                            </a14:m>
                            <a:endParaRPr lang="en-US" sz="2000" i="1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47" name="TextBox 46">
                            <a:extLst>
                              <a:ext uri="{FF2B5EF4-FFF2-40B4-BE49-F238E27FC236}">
                                <a16:creationId xmlns:a16="http://schemas.microsoft.com/office/drawing/2014/main" id="{8B334225-F01B-404D-2621-A83BC55D89FC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156603" y="5674367"/>
                            <a:ext cx="396318" cy="306788"/>
                          </a:xfrm>
                          <a:prstGeom prst="rect">
                            <a:avLst/>
                          </a:prstGeom>
                          <a:blipFill>
                            <a:blip r:embed="rId45"/>
                            <a:stretch>
                              <a:fillRect r="-26389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33" name="Group 32">
                      <a:extLst>
                        <a:ext uri="{FF2B5EF4-FFF2-40B4-BE49-F238E27FC236}">
                          <a16:creationId xmlns:a16="http://schemas.microsoft.com/office/drawing/2014/main" id="{38D16F18-3253-444F-CCAB-635F178E08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16845" y="3771572"/>
                      <a:ext cx="674583" cy="511384"/>
                      <a:chOff x="5158455" y="5476843"/>
                      <a:chExt cx="841823" cy="584678"/>
                    </a:xfrm>
                  </p:grpSpPr>
                  <p:grpSp>
                    <p:nvGrpSpPr>
                      <p:cNvPr id="39" name="Group 38">
                        <a:extLst>
                          <a:ext uri="{FF2B5EF4-FFF2-40B4-BE49-F238E27FC236}">
                            <a16:creationId xmlns:a16="http://schemas.microsoft.com/office/drawing/2014/main" id="{9450DC6D-9E02-1155-8F7D-8040116972F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158455" y="5602893"/>
                        <a:ext cx="841823" cy="458628"/>
                        <a:chOff x="7519772" y="968790"/>
                        <a:chExt cx="841823" cy="458628"/>
                      </a:xfrm>
                    </p:grpSpPr>
                    <p:grpSp>
                      <p:nvGrpSpPr>
                        <p:cNvPr id="41" name="Group 40">
                          <a:extLst>
                            <a:ext uri="{FF2B5EF4-FFF2-40B4-BE49-F238E27FC236}">
                              <a16:creationId xmlns:a16="http://schemas.microsoft.com/office/drawing/2014/main" id="{3E5C7A62-A7E9-E4B4-B68F-8EA38204575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519772" y="1024128"/>
                          <a:ext cx="345427" cy="327404"/>
                          <a:chOff x="9294411" y="630616"/>
                          <a:chExt cx="351563" cy="473848"/>
                        </a:xfrm>
                      </p:grpSpPr>
                      <p:sp>
                        <p:nvSpPr>
                          <p:cNvPr id="43" name="Cube 42">
                            <a:extLst>
                              <a:ext uri="{FF2B5EF4-FFF2-40B4-BE49-F238E27FC236}">
                                <a16:creationId xmlns:a16="http://schemas.microsoft.com/office/drawing/2014/main" id="{746F62C2-89CC-84BB-B504-88624FF1715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43744" y="690253"/>
                            <a:ext cx="264757" cy="152593"/>
                          </a:xfrm>
                          <a:prstGeom prst="cube">
                            <a:avLst>
                              <a:gd name="adj" fmla="val 52933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44" name="Cube 43">
                            <a:extLst>
                              <a:ext uri="{FF2B5EF4-FFF2-40B4-BE49-F238E27FC236}">
                                <a16:creationId xmlns:a16="http://schemas.microsoft.com/office/drawing/2014/main" id="{B88FC0BB-664C-D9B1-FCD2-F06086DBB63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43744" y="907365"/>
                            <a:ext cx="264757" cy="152593"/>
                          </a:xfrm>
                          <a:prstGeom prst="cube">
                            <a:avLst>
                              <a:gd name="adj" fmla="val 52933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45" name="Rectangle: Rounded Corners 44">
                            <a:extLst>
                              <a:ext uri="{FF2B5EF4-FFF2-40B4-BE49-F238E27FC236}">
                                <a16:creationId xmlns:a16="http://schemas.microsoft.com/office/drawing/2014/main" id="{ADD00156-DD14-AED8-D30D-DB2615F4133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294411" y="630616"/>
                            <a:ext cx="351563" cy="473848"/>
                          </a:xfrm>
                          <a:prstGeom prst="roundRect">
                            <a:avLst/>
                          </a:prstGeom>
                          <a:noFill/>
                          <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</p:grpSp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42" name="TextBox 41">
                              <a:extLst>
                                <a:ext uri="{FF2B5EF4-FFF2-40B4-BE49-F238E27FC236}">
                                  <a16:creationId xmlns:a16="http://schemas.microsoft.com/office/drawing/2014/main" id="{79653FEC-016D-300C-1671-BE820C8EE43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1557" y="968790"/>
                              <a:ext cx="550038" cy="4586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>
                                    <m:sSup>
                                      <m:sSupPr>
                                        <m:ctrlPr>
                                          <a:rPr lang="en-US" sz="2000" i="1">
                                            <a:solidFill>
                                              <a:schemeClr val="accent5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accent5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solidFill>
                                              <a:schemeClr val="accent5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en-US" sz="2000" i="1">
                                            <a:solidFill>
                                              <a:schemeClr val="accent5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solidFill>
                                              <a:schemeClr val="accent5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</m:oMath>
                                </m:oMathPara>
                              </a14:m>
                              <a:endParaRPr lang="en-US" sz="20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</a:endParaRPr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42" name="TextBox 41">
                              <a:extLst>
                                <a:ext uri="{FF2B5EF4-FFF2-40B4-BE49-F238E27FC236}">
                                  <a16:creationId xmlns:a16="http://schemas.microsoft.com/office/drawing/2014/main" id="{79653FEC-016D-300C-1671-BE820C8EE43F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7811557" y="968790"/>
                              <a:ext cx="550038" cy="458628"/>
                            </a:xfrm>
                            <a:prstGeom prst="rect">
                              <a:avLst/>
                            </a:prstGeom>
                            <a:blipFill>
                              <a:blip r:embed="rId46"/>
                              <a:stretch>
                                <a:fillRect r="-27778"/>
                              </a:stretch>
                            </a:blipFill>
                            <a:ln>
                              <a:noFill/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pic>
                    <p:nvPicPr>
                      <p:cNvPr id="40" name="Graphic 39" descr="Snowflake outline">
                        <a:extLst>
                          <a:ext uri="{FF2B5EF4-FFF2-40B4-BE49-F238E27FC236}">
                            <a16:creationId xmlns:a16="http://schemas.microsoft.com/office/drawing/2014/main" id="{77F777E7-DECE-FE19-A638-57E6E68914C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32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235896" y="5476843"/>
                        <a:ext cx="420372" cy="383997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5" name="Arrow: Circular 34">
                      <a:extLst>
                        <a:ext uri="{FF2B5EF4-FFF2-40B4-BE49-F238E27FC236}">
                          <a16:creationId xmlns:a16="http://schemas.microsoft.com/office/drawing/2014/main" id="{B8B6F2C7-DC96-0D2F-1D1E-428445D391F5}"/>
                        </a:ext>
                      </a:extLst>
                    </p:cNvPr>
                    <p:cNvSpPr/>
                    <p:nvPr/>
                  </p:nvSpPr>
                  <p:spPr>
                    <a:xfrm rot="6882931" flipH="1">
                      <a:off x="6184932" y="4218038"/>
                      <a:ext cx="396864" cy="392864"/>
                    </a:xfrm>
                    <a:prstGeom prst="circularArrow">
                      <a:avLst>
                        <a:gd name="adj1" fmla="val 15315"/>
                        <a:gd name="adj2" fmla="val 1051935"/>
                        <a:gd name="adj3" fmla="val 20543810"/>
                        <a:gd name="adj4" fmla="val 13949823"/>
                        <a:gd name="adj5" fmla="val 12500"/>
                      </a:avLst>
                    </a:prstGeom>
                    <a:solidFill>
                      <a:schemeClr val="accent5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2486333D-F7BE-FE00-F1D6-5D1CF6644E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89125" y="3432212"/>
                      <a:ext cx="647179" cy="883675"/>
                      <a:chOff x="-11844" y="5057743"/>
                      <a:chExt cx="581919" cy="675834"/>
                    </a:xfrm>
                  </p:grpSpPr>
                  <p:sp>
                    <p:nvSpPr>
                      <p:cNvPr id="27" name="Arrow: Right 26">
                        <a:extLst>
                          <a:ext uri="{FF2B5EF4-FFF2-40B4-BE49-F238E27FC236}">
                            <a16:creationId xmlns:a16="http://schemas.microsoft.com/office/drawing/2014/main" id="{5FA6C963-AC45-14CD-1A05-FEBB2717639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05318" y="5546454"/>
                        <a:ext cx="257939" cy="116308"/>
                      </a:xfrm>
                      <a:prstGeom prst="rightArrow">
                        <a:avLst>
                          <a:gd name="adj1" fmla="val 50000"/>
                          <a:gd name="adj2" fmla="val 47899"/>
                        </a:avLst>
                      </a:prstGeom>
                      <a:gradFill>
                        <a:gsLst>
                          <a:gs pos="0">
                            <a:schemeClr val="accent1">
                              <a:lumMod val="75000"/>
                            </a:schemeClr>
                          </a:gs>
                          <a:gs pos="90000">
                            <a:schemeClr val="bg2"/>
                          </a:gs>
                        </a:gsLst>
                        <a:path path="circle">
                          <a:fillToRect l="100000" b="100000"/>
                        </a:path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grpSp>
                    <p:nvGrpSpPr>
                      <p:cNvPr id="28" name="Group 27">
                        <a:extLst>
                          <a:ext uri="{FF2B5EF4-FFF2-40B4-BE49-F238E27FC236}">
                            <a16:creationId xmlns:a16="http://schemas.microsoft.com/office/drawing/2014/main" id="{B76929E6-5ADD-4490-BBC8-129D09ECE9B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419" y="5057743"/>
                        <a:ext cx="428656" cy="390488"/>
                        <a:chOff x="5533022" y="1086104"/>
                        <a:chExt cx="594916" cy="583756"/>
                      </a:xfrm>
                    </p:grpSpPr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30" name="TextBox 29">
                              <a:extLst>
                                <a:ext uri="{FF2B5EF4-FFF2-40B4-BE49-F238E27FC236}">
                                  <a16:creationId xmlns:a16="http://schemas.microsoft.com/office/drawing/2014/main" id="{B4E1C53D-73CD-E7B5-908E-B43C71C6028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5533022" y="1142026"/>
                              <a:ext cx="383060" cy="52783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 lang="en-US" sz="2400" i="1" dirty="0">
                                <a:solidFill>
                                  <a:srgbClr val="390AE4"/>
                                </a:solidFill>
                              </a:endParaRPr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30" name="TextBox 29">
                              <a:extLst>
                                <a:ext uri="{FF2B5EF4-FFF2-40B4-BE49-F238E27FC236}">
                                  <a16:creationId xmlns:a16="http://schemas.microsoft.com/office/drawing/2014/main" id="{B4E1C53D-73CD-E7B5-908E-B43C71C60287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5533022" y="1142026"/>
                              <a:ext cx="383060" cy="527834"/>
                            </a:xfrm>
                            <a:prstGeom prst="rect">
                              <a:avLst/>
                            </a:prstGeom>
                            <a:blipFill>
                              <a:blip r:embed="rId47"/>
                              <a:stretch>
                                <a:fillRect l="-6000" r="-38000"/>
                              </a:stretch>
                            </a:blipFill>
                            <a:ln>
                              <a:noFill/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pic>
                      <p:nvPicPr>
                        <p:cNvPr id="31" name="Picture 30">
                          <a:extLst>
                            <a:ext uri="{FF2B5EF4-FFF2-40B4-BE49-F238E27FC236}">
                              <a16:creationId xmlns:a16="http://schemas.microsoft.com/office/drawing/2014/main" id="{79195D6E-3208-B77E-D1AB-3D9ECB4DED8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/>
                      </p:blipFill>
                      <p:spPr>
                        <a:xfrm>
                          <a:off x="5811572" y="1086104"/>
                          <a:ext cx="316366" cy="315902"/>
                        </a:xfrm>
                        <a:prstGeom prst="rect">
                          <a:avLst/>
                        </a:prstGeom>
                      </p:spPr>
                    </p:pic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29" name="TextBox 28">
                            <a:extLst>
                              <a:ext uri="{FF2B5EF4-FFF2-40B4-BE49-F238E27FC236}">
                                <a16:creationId xmlns:a16="http://schemas.microsoft.com/office/drawing/2014/main" id="{6B6C07F0-2477-2259-C917-EE4F45D3406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-11844" y="5427005"/>
                            <a:ext cx="276006" cy="3060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𝑏𝑎𝑠𝑒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2000" i="1" dirty="0">
                              <a:solidFill>
                                <a:srgbClr val="390AE4"/>
                              </a:solidFill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29" name="TextBox 28">
                            <a:extLst>
                              <a:ext uri="{FF2B5EF4-FFF2-40B4-BE49-F238E27FC236}">
                                <a16:creationId xmlns:a16="http://schemas.microsoft.com/office/drawing/2014/main" id="{6B6C07F0-2477-2259-C917-EE4F45D34060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-11844" y="5427005"/>
                            <a:ext cx="276006" cy="306004"/>
                          </a:xfrm>
                          <a:prstGeom prst="rect">
                            <a:avLst/>
                          </a:prstGeom>
                          <a:blipFill>
                            <a:blip r:embed="rId48"/>
                            <a:stretch>
                              <a:fillRect r="-132000" b="-1538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234" name="Group 233">
                      <a:extLst>
                        <a:ext uri="{FF2B5EF4-FFF2-40B4-BE49-F238E27FC236}">
                          <a16:creationId xmlns:a16="http://schemas.microsoft.com/office/drawing/2014/main" id="{9432B40C-D74E-2DEE-19B4-7725FA907C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42363" y="4224756"/>
                      <a:ext cx="358638" cy="294171"/>
                      <a:chOff x="8820152" y="4250861"/>
                      <a:chExt cx="967734" cy="886562"/>
                    </a:xfrm>
                  </p:grpSpPr>
                  <p:sp>
                    <p:nvSpPr>
                      <p:cNvPr id="235" name="Flowchart: Manual Operation 234">
                        <a:extLst>
                          <a:ext uri="{FF2B5EF4-FFF2-40B4-BE49-F238E27FC236}">
                            <a16:creationId xmlns:a16="http://schemas.microsoft.com/office/drawing/2014/main" id="{26C223F8-9728-9F91-DE56-67C5425339A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8820152" y="4293919"/>
                        <a:ext cx="967732" cy="800993"/>
                      </a:xfrm>
                      <a:prstGeom prst="flowChartManualOperation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pic>
                    <p:nvPicPr>
                      <p:cNvPr id="236" name="Graphic 235" descr="Document with solid fill">
                        <a:extLst>
                          <a:ext uri="{FF2B5EF4-FFF2-40B4-BE49-F238E27FC236}">
                            <a16:creationId xmlns:a16="http://schemas.microsoft.com/office/drawing/2014/main" id="{48005DE9-8003-4E5C-50B6-9A492702C26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9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873486" y="4250861"/>
                        <a:ext cx="914400" cy="886562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246" name="Graphic 245" descr="Database with solid fill">
                      <a:extLst>
                        <a:ext uri="{FF2B5EF4-FFF2-40B4-BE49-F238E27FC236}">
                          <a16:creationId xmlns:a16="http://schemas.microsoft.com/office/drawing/2014/main" id="{B142C25E-8014-3DC9-B725-5AD789A918D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895542" y="4142395"/>
                      <a:ext cx="372182" cy="389609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135" name="Group 134">
                      <a:extLst>
                        <a:ext uri="{FF2B5EF4-FFF2-40B4-BE49-F238E27FC236}">
                          <a16:creationId xmlns:a16="http://schemas.microsoft.com/office/drawing/2014/main" id="{74F4D4B0-AE8A-4F02-3031-5AFEBA4146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6148" y="4353007"/>
                      <a:ext cx="681292" cy="534264"/>
                      <a:chOff x="3337173" y="3719021"/>
                      <a:chExt cx="901260" cy="723963"/>
                    </a:xfrm>
                  </p:grpSpPr>
                  <p:sp>
                    <p:nvSpPr>
                      <p:cNvPr id="138" name="Rectangle: Rounded Corners 137">
                        <a:extLst>
                          <a:ext uri="{FF2B5EF4-FFF2-40B4-BE49-F238E27FC236}">
                            <a16:creationId xmlns:a16="http://schemas.microsoft.com/office/drawing/2014/main" id="{4ACE1D6C-C46E-141C-1E77-6F065F7AD0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344407" y="3725798"/>
                        <a:ext cx="894026" cy="717186"/>
                      </a:xfrm>
                      <a:prstGeom prst="roundRect">
                        <a:avLst/>
                      </a:prstGeom>
                      <a:noFill/>
                      <a:ln>
                        <a:solidFill>
                          <a:schemeClr val="accent4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pic>
                    <p:nvPicPr>
                      <p:cNvPr id="139" name="Picture 138">
                        <a:extLst>
                          <a:ext uri="{FF2B5EF4-FFF2-40B4-BE49-F238E27FC236}">
                            <a16:creationId xmlns:a16="http://schemas.microsoft.com/office/drawing/2014/main" id="{87ABC098-4F1F-F539-2FA0-7C4C7FFB995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/>
                    </p:blipFill>
                    <p:spPr>
                      <a:xfrm>
                        <a:off x="3337173" y="3719021"/>
                        <a:ext cx="901260" cy="714699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0" name="Graphic 139">
                        <a:extLst>
                          <a:ext uri="{FF2B5EF4-FFF2-40B4-BE49-F238E27FC236}">
                            <a16:creationId xmlns:a16="http://schemas.microsoft.com/office/drawing/2014/main" id="{446E0982-4C89-9FD8-B80E-2C2D14F8CAB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51"/>
                          </a:ext>
                        </a:extLst>
                      </a:blip>
                      <a:srcRect t="8540" b="17386"/>
                      <a:stretch>
                        <a:fillRect/>
                      </a:stretch>
                    </p:blipFill>
                    <p:spPr>
                      <a:xfrm>
                        <a:off x="3717724" y="3967131"/>
                        <a:ext cx="520706" cy="473370"/>
                      </a:xfrm>
                      <a:prstGeom prst="rect">
                        <a:avLst/>
                      </a:prstGeom>
                    </p:spPr>
                  </p:pic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36" name="TextBox 135">
                          <a:extLst>
                            <a:ext uri="{FF2B5EF4-FFF2-40B4-BE49-F238E27FC236}">
                              <a16:creationId xmlns:a16="http://schemas.microsoft.com/office/drawing/2014/main" id="{18F021B1-4C62-2267-E25C-79864DC491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759211" y="4965207"/>
                          <a:ext cx="629051" cy="48167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𝑡𝑟𝑎𝑖𝑛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>
                    <p:sp>
                      <p:nvSpPr>
                        <p:cNvPr id="136" name="TextBox 135">
                          <a:extLst>
                            <a:ext uri="{FF2B5EF4-FFF2-40B4-BE49-F238E27FC236}">
                              <a16:creationId xmlns:a16="http://schemas.microsoft.com/office/drawing/2014/main" id="{18F021B1-4C62-2267-E25C-79864DC491C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759211" y="4965207"/>
                          <a:ext cx="629051" cy="481670"/>
                        </a:xfrm>
                        <a:prstGeom prst="rect">
                          <a:avLst/>
                        </a:prstGeom>
                        <a:blipFill>
                          <a:blip r:embed="rId52"/>
                          <a:stretch>
                            <a:fillRect l="-1923" r="-56731" b="-253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13" name="Group 12">
                      <a:extLst>
                        <a:ext uri="{FF2B5EF4-FFF2-40B4-BE49-F238E27FC236}">
                          <a16:creationId xmlns:a16="http://schemas.microsoft.com/office/drawing/2014/main" id="{7D316CE4-B416-85F8-32F0-82265BAEB7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46410" y="4536749"/>
                      <a:ext cx="539801" cy="428564"/>
                      <a:chOff x="3061722" y="5671024"/>
                      <a:chExt cx="485369" cy="327766"/>
                    </a:xfrm>
                  </p:grpSpPr>
                  <p:grpSp>
                    <p:nvGrpSpPr>
                      <p:cNvPr id="130" name="Group 129">
                        <a:extLst>
                          <a:ext uri="{FF2B5EF4-FFF2-40B4-BE49-F238E27FC236}">
                            <a16:creationId xmlns:a16="http://schemas.microsoft.com/office/drawing/2014/main" id="{4471052B-315C-B056-AB29-EF20E72AE6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061722" y="5671024"/>
                        <a:ext cx="168102" cy="234190"/>
                        <a:chOff x="6055360" y="287542"/>
                        <a:chExt cx="233303" cy="350100"/>
                      </a:xfrm>
                    </p:grpSpPr>
                    <p:pic>
                      <p:nvPicPr>
                        <p:cNvPr id="132" name="Graphic 131" descr="Document outline">
                          <a:extLst>
                            <a:ext uri="{FF2B5EF4-FFF2-40B4-BE49-F238E27FC236}">
                              <a16:creationId xmlns:a16="http://schemas.microsoft.com/office/drawing/2014/main" id="{21EF3810-2D21-061A-27EA-2122B3244DF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22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55360" y="291935"/>
                          <a:ext cx="233303" cy="18033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3" name="Graphic 132" descr="Document outline">
                          <a:extLst>
                            <a:ext uri="{FF2B5EF4-FFF2-40B4-BE49-F238E27FC236}">
                              <a16:creationId xmlns:a16="http://schemas.microsoft.com/office/drawing/2014/main" id="{95E121AC-7C9D-422C-7E6E-B0572637D9E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>
                          <a:extLst>
                            <a:ext uri="{96DAC541-7B7A-43D3-8B79-37D633B846F1}">
                              <asvg:svgBlip xmlns:asvg="http://schemas.microsoft.com/office/drawing/2016/SVG/main" r:embed="rId22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55360" y="457309"/>
                          <a:ext cx="233303" cy="180333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34" name="Rectangle: Rounded Corners 133">
                          <a:extLst>
                            <a:ext uri="{FF2B5EF4-FFF2-40B4-BE49-F238E27FC236}">
                              <a16:creationId xmlns:a16="http://schemas.microsoft.com/office/drawing/2014/main" id="{150A37DB-B3DE-BF6A-25DA-749446A939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78876" y="287542"/>
                          <a:ext cx="188574" cy="346048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noFill/>
                        <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131" name="TextBox 130">
                            <a:extLst>
                              <a:ext uri="{FF2B5EF4-FFF2-40B4-BE49-F238E27FC236}">
                                <a16:creationId xmlns:a16="http://schemas.microsoft.com/office/drawing/2014/main" id="{98D4E90F-E83B-D2C0-BE2F-78A7AD6D059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150773" y="5692002"/>
                            <a:ext cx="396318" cy="3067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,2</m:t>
                                      </m:r>
                                    </m:sup>
                                  </m:sSup>
                                </m:oMath>
                              </m:oMathPara>
                            </a14:m>
                            <a:endParaRPr lang="en-US" sz="2000" i="1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131" name="TextBox 130">
                            <a:extLst>
                              <a:ext uri="{FF2B5EF4-FFF2-40B4-BE49-F238E27FC236}">
                                <a16:creationId xmlns:a16="http://schemas.microsoft.com/office/drawing/2014/main" id="{98D4E90F-E83B-D2C0-BE2F-78A7AD6D059E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150773" y="5692002"/>
                            <a:ext cx="396318" cy="306788"/>
                          </a:xfrm>
                          <a:prstGeom prst="rect">
                            <a:avLst/>
                          </a:prstGeom>
                          <a:blipFill>
                            <a:blip r:embed="rId53"/>
                            <a:stretch>
                              <a:fillRect r="-31944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AF6E3570-3715-2E3C-3C47-897D344656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40312" y="3771578"/>
                      <a:ext cx="673800" cy="512689"/>
                      <a:chOff x="5158455" y="5476843"/>
                      <a:chExt cx="840847" cy="586170"/>
                    </a:xfrm>
                  </p:grpSpPr>
                  <p:grpSp>
                    <p:nvGrpSpPr>
                      <p:cNvPr id="123" name="Group 122">
                        <a:extLst>
                          <a:ext uri="{FF2B5EF4-FFF2-40B4-BE49-F238E27FC236}">
                            <a16:creationId xmlns:a16="http://schemas.microsoft.com/office/drawing/2014/main" id="{7A79DF6F-6DFB-563B-BA77-B7E90639DC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158455" y="5604385"/>
                        <a:ext cx="840847" cy="458628"/>
                        <a:chOff x="7519772" y="970282"/>
                        <a:chExt cx="840847" cy="458628"/>
                      </a:xfrm>
                    </p:grpSpPr>
                    <p:grpSp>
                      <p:nvGrpSpPr>
                        <p:cNvPr id="125" name="Group 124">
                          <a:extLst>
                            <a:ext uri="{FF2B5EF4-FFF2-40B4-BE49-F238E27FC236}">
                              <a16:creationId xmlns:a16="http://schemas.microsoft.com/office/drawing/2014/main" id="{C35C16F0-21F9-4A5A-4B34-B3D7C7F2AC2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519772" y="1024128"/>
                          <a:ext cx="345427" cy="327404"/>
                          <a:chOff x="9294411" y="630616"/>
                          <a:chExt cx="351563" cy="473848"/>
                        </a:xfrm>
                      </p:grpSpPr>
                      <p:sp>
                        <p:nvSpPr>
                          <p:cNvPr id="127" name="Cube 126">
                            <a:extLst>
                              <a:ext uri="{FF2B5EF4-FFF2-40B4-BE49-F238E27FC236}">
                                <a16:creationId xmlns:a16="http://schemas.microsoft.com/office/drawing/2014/main" id="{1367A360-8277-16B1-45CF-6EE9326F67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43744" y="690253"/>
                            <a:ext cx="264757" cy="152593"/>
                          </a:xfrm>
                          <a:prstGeom prst="cube">
                            <a:avLst>
                              <a:gd name="adj" fmla="val 52933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128" name="Cube 127">
                            <a:extLst>
                              <a:ext uri="{FF2B5EF4-FFF2-40B4-BE49-F238E27FC236}">
                                <a16:creationId xmlns:a16="http://schemas.microsoft.com/office/drawing/2014/main" id="{334EC814-371C-1F76-CFC4-9001418A93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43744" y="907365"/>
                            <a:ext cx="264757" cy="152593"/>
                          </a:xfrm>
                          <a:prstGeom prst="cube">
                            <a:avLst>
                              <a:gd name="adj" fmla="val 52933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129" name="Rectangle: Rounded Corners 128">
                            <a:extLst>
                              <a:ext uri="{FF2B5EF4-FFF2-40B4-BE49-F238E27FC236}">
                                <a16:creationId xmlns:a16="http://schemas.microsoft.com/office/drawing/2014/main" id="{FCA012DB-089B-214D-BB15-3D2891B59B0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294411" y="630616"/>
                            <a:ext cx="351563" cy="473848"/>
                          </a:xfrm>
                          <a:prstGeom prst="roundRect">
                            <a:avLst/>
                          </a:prstGeom>
                          <a:noFill/>
                          <a:ln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</p:grpSp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126" name="TextBox 125">
                              <a:extLst>
                                <a:ext uri="{FF2B5EF4-FFF2-40B4-BE49-F238E27FC236}">
                                  <a16:creationId xmlns:a16="http://schemas.microsoft.com/office/drawing/2014/main" id="{E359CA05-A6B3-2BBC-31A3-1924E5C2D98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0582" y="970282"/>
                              <a:ext cx="550037" cy="4586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>
                                    <m:sSup>
                                      <m:sSupPr>
                                        <m:ctrlPr>
                                          <a:rPr lang="en-US" sz="2000" i="1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en-US" sz="2000" i="1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,2</m:t>
                                        </m:r>
                                      </m:sup>
                                    </m:sSup>
                                  </m:oMath>
                                </m:oMathPara>
                              </a14:m>
                              <a:endParaRPr lang="en-US" sz="20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</a:endParaRPr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126" name="TextBox 125">
                              <a:extLst>
                                <a:ext uri="{FF2B5EF4-FFF2-40B4-BE49-F238E27FC236}">
                                  <a16:creationId xmlns:a16="http://schemas.microsoft.com/office/drawing/2014/main" id="{E359CA05-A6B3-2BBC-31A3-1924E5C2D988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7810582" y="970282"/>
                              <a:ext cx="550037" cy="458628"/>
                            </a:xfrm>
                            <a:prstGeom prst="rect">
                              <a:avLst/>
                            </a:prstGeom>
                            <a:blipFill>
                              <a:blip r:embed="rId54"/>
                              <a:stretch>
                                <a:fillRect r="-33333"/>
                              </a:stretch>
                            </a:blipFill>
                            <a:ln>
                              <a:noFill/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pic>
                    <p:nvPicPr>
                      <p:cNvPr id="124" name="Graphic 123" descr="Snowflake outline">
                        <a:extLst>
                          <a:ext uri="{FF2B5EF4-FFF2-40B4-BE49-F238E27FC236}">
                            <a16:creationId xmlns:a16="http://schemas.microsoft.com/office/drawing/2014/main" id="{F1776069-11D3-2878-02B1-4B0565201F0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32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235896" y="5476843"/>
                        <a:ext cx="420372" cy="383997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88" name="Arrow: Circular 87">
                      <a:extLst>
                        <a:ext uri="{FF2B5EF4-FFF2-40B4-BE49-F238E27FC236}">
                          <a16:creationId xmlns:a16="http://schemas.microsoft.com/office/drawing/2014/main" id="{56EDB564-C757-F325-0169-70563E4DBCBE}"/>
                        </a:ext>
                      </a:extLst>
                    </p:cNvPr>
                    <p:cNvSpPr/>
                    <p:nvPr/>
                  </p:nvSpPr>
                  <p:spPr>
                    <a:xfrm rot="6882931" flipH="1">
                      <a:off x="2508399" y="4218042"/>
                      <a:ext cx="396864" cy="392864"/>
                    </a:xfrm>
                    <a:prstGeom prst="circularArrow">
                      <a:avLst>
                        <a:gd name="adj1" fmla="val 15315"/>
                        <a:gd name="adj2" fmla="val 1051935"/>
                        <a:gd name="adj3" fmla="val 20543810"/>
                        <a:gd name="adj4" fmla="val 13949823"/>
                        <a:gd name="adj5" fmla="val 12500"/>
                      </a:avLst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D84BA544-4870-32FB-1C44-7F9C70B486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98523" y="3436798"/>
                      <a:ext cx="647178" cy="883675"/>
                      <a:chOff x="-11844" y="5057743"/>
                      <a:chExt cx="581919" cy="675834"/>
                    </a:xfrm>
                  </p:grpSpPr>
                  <p:sp>
                    <p:nvSpPr>
                      <p:cNvPr id="83" name="Arrow: Right 82">
                        <a:extLst>
                          <a:ext uri="{FF2B5EF4-FFF2-40B4-BE49-F238E27FC236}">
                            <a16:creationId xmlns:a16="http://schemas.microsoft.com/office/drawing/2014/main" id="{725A83C1-13FC-74D5-5B37-93B1ED2C6E0A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05318" y="5546454"/>
                        <a:ext cx="257939" cy="116308"/>
                      </a:xfrm>
                      <a:prstGeom prst="rightArrow">
                        <a:avLst>
                          <a:gd name="adj1" fmla="val 50000"/>
                          <a:gd name="adj2" fmla="val 47899"/>
                        </a:avLst>
                      </a:prstGeom>
                      <a:gradFill>
                        <a:gsLst>
                          <a:gs pos="0">
                            <a:schemeClr val="accent1">
                              <a:lumMod val="75000"/>
                            </a:schemeClr>
                          </a:gs>
                          <a:gs pos="90000">
                            <a:schemeClr val="bg2"/>
                          </a:gs>
                        </a:gsLst>
                        <a:path path="circle">
                          <a:fillToRect l="100000" b="100000"/>
                        </a:path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grpSp>
                    <p:nvGrpSpPr>
                      <p:cNvPr id="84" name="Group 83">
                        <a:extLst>
                          <a:ext uri="{FF2B5EF4-FFF2-40B4-BE49-F238E27FC236}">
                            <a16:creationId xmlns:a16="http://schemas.microsoft.com/office/drawing/2014/main" id="{9822B180-5797-00A6-5077-254DBDAB78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419" y="5057743"/>
                        <a:ext cx="428656" cy="390488"/>
                        <a:chOff x="5533022" y="1086104"/>
                        <a:chExt cx="594916" cy="583756"/>
                      </a:xfrm>
                    </p:grpSpPr>
                    <mc:AlternateContent xmlns:mc="http://schemas.openxmlformats.org/markup-compatibility/2006">
                      <mc:Choice xmlns:a14="http://schemas.microsoft.com/office/drawing/2010/main" Requires="a14">
                        <p:sp>
                          <p:nvSpPr>
                            <p:cNvPr id="86" name="TextBox 85">
                              <a:extLst>
                                <a:ext uri="{FF2B5EF4-FFF2-40B4-BE49-F238E27FC236}">
                                  <a16:creationId xmlns:a16="http://schemas.microsoft.com/office/drawing/2014/main" id="{84649A25-1241-3068-FF30-752EE971E51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5533022" y="1142026"/>
                              <a:ext cx="383060" cy="52783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 lang="en-US" sz="2400" i="1" dirty="0">
                                <a:solidFill>
                                  <a:srgbClr val="390AE4"/>
                                </a:solidFill>
                              </a:endParaRPr>
                            </a:p>
                          </p:txBody>
                        </p:sp>
                      </mc:Choice>
                      <mc:Fallback>
                        <p:sp>
                          <p:nvSpPr>
                            <p:cNvPr id="86" name="TextBox 85">
                              <a:extLst>
                                <a:ext uri="{FF2B5EF4-FFF2-40B4-BE49-F238E27FC236}">
                                  <a16:creationId xmlns:a16="http://schemas.microsoft.com/office/drawing/2014/main" id="{84649A25-1241-3068-FF30-752EE971E513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5533022" y="1142026"/>
                              <a:ext cx="383060" cy="527834"/>
                            </a:xfrm>
                            <a:prstGeom prst="rect">
                              <a:avLst/>
                            </a:prstGeom>
                            <a:blipFill>
                              <a:blip r:embed="rId55"/>
                              <a:stretch>
                                <a:fillRect l="-3922" r="-45098"/>
                              </a:stretch>
                            </a:blipFill>
                            <a:ln>
                              <a:noFill/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pic>
                      <p:nvPicPr>
                        <p:cNvPr id="87" name="Picture 86">
                          <a:extLst>
                            <a:ext uri="{FF2B5EF4-FFF2-40B4-BE49-F238E27FC236}">
                              <a16:creationId xmlns:a16="http://schemas.microsoft.com/office/drawing/2014/main" id="{242483AB-83A6-5D9D-5178-0EBD2BDA95B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/>
                      </p:blipFill>
                      <p:spPr>
                        <a:xfrm>
                          <a:off x="5811572" y="1086104"/>
                          <a:ext cx="316366" cy="315902"/>
                        </a:xfrm>
                        <a:prstGeom prst="rect">
                          <a:avLst/>
                        </a:prstGeom>
                      </p:spPr>
                    </p:pic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85" name="TextBox 84">
                            <a:extLst>
                              <a:ext uri="{FF2B5EF4-FFF2-40B4-BE49-F238E27FC236}">
                                <a16:creationId xmlns:a16="http://schemas.microsoft.com/office/drawing/2014/main" id="{71E1ACE2-EF7D-95D3-AEE4-76E250097BC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-11844" y="5427005"/>
                            <a:ext cx="276006" cy="3060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390AE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𝑏𝑎𝑠𝑒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2000" i="1" dirty="0">
                              <a:solidFill>
                                <a:srgbClr val="390AE4"/>
                              </a:solidFill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85" name="TextBox 84">
                            <a:extLst>
                              <a:ext uri="{FF2B5EF4-FFF2-40B4-BE49-F238E27FC236}">
                                <a16:creationId xmlns:a16="http://schemas.microsoft.com/office/drawing/2014/main" id="{71E1ACE2-EF7D-95D3-AEE4-76E250097BCA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-11844" y="5427005"/>
                            <a:ext cx="276006" cy="306004"/>
                          </a:xfrm>
                          <a:prstGeom prst="rect">
                            <a:avLst/>
                          </a:prstGeom>
                          <a:blipFill>
                            <a:blip r:embed="rId56"/>
                            <a:stretch>
                              <a:fillRect r="-129412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228" name="Group 227">
                      <a:extLst>
                        <a:ext uri="{FF2B5EF4-FFF2-40B4-BE49-F238E27FC236}">
                          <a16:creationId xmlns:a16="http://schemas.microsoft.com/office/drawing/2014/main" id="{4143F630-D5F3-56FD-2C21-94B26E0FD1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53815" y="4224756"/>
                      <a:ext cx="358638" cy="294171"/>
                      <a:chOff x="8820152" y="4250861"/>
                      <a:chExt cx="967734" cy="886562"/>
                    </a:xfrm>
                  </p:grpSpPr>
                  <p:sp>
                    <p:nvSpPr>
                      <p:cNvPr id="229" name="Flowchart: Manual Operation 228">
                        <a:extLst>
                          <a:ext uri="{FF2B5EF4-FFF2-40B4-BE49-F238E27FC236}">
                            <a16:creationId xmlns:a16="http://schemas.microsoft.com/office/drawing/2014/main" id="{FD1D73FA-0F92-27AB-4E09-575182C78F06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8820152" y="4293919"/>
                        <a:ext cx="967732" cy="800993"/>
                      </a:xfrm>
                      <a:prstGeom prst="flowChartManualOperation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ln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pic>
                    <p:nvPicPr>
                      <p:cNvPr id="230" name="Graphic 229" descr="Document with solid fill">
                        <a:extLst>
                          <a:ext uri="{FF2B5EF4-FFF2-40B4-BE49-F238E27FC236}">
                            <a16:creationId xmlns:a16="http://schemas.microsoft.com/office/drawing/2014/main" id="{63ACA9BC-D0AA-2253-57A2-06311FCF967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9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873486" y="4250861"/>
                        <a:ext cx="914400" cy="886562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248" name="Graphic 247" descr="Database with solid fill">
                      <a:extLst>
                        <a:ext uri="{FF2B5EF4-FFF2-40B4-BE49-F238E27FC236}">
                          <a16:creationId xmlns:a16="http://schemas.microsoft.com/office/drawing/2014/main" id="{D58B7FF0-B3E7-F7C7-378E-AB918DFCF3A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5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218254" y="4167796"/>
                      <a:ext cx="372182" cy="389609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27" name="Connector: Elbow 226">
                    <a:extLst>
                      <a:ext uri="{FF2B5EF4-FFF2-40B4-BE49-F238E27FC236}">
                        <a16:creationId xmlns:a16="http://schemas.microsoft.com/office/drawing/2014/main" id="{5BAC0832-3552-9740-6AF0-A78E361AB0CE}"/>
                      </a:ext>
                    </a:extLst>
                  </p:cNvPr>
                  <p:cNvCxnSpPr>
                    <a:cxnSpLocks/>
                    <a:stCxn id="106" idx="2"/>
                  </p:cNvCxnSpPr>
                  <p:nvPr/>
                </p:nvCxnSpPr>
                <p:spPr>
                  <a:xfrm rot="16200000" flipH="1">
                    <a:off x="498976" y="5276593"/>
                    <a:ext cx="1075068" cy="205802"/>
                  </a:xfrm>
                  <a:prstGeom prst="bentConnector3">
                    <a:avLst>
                      <a:gd name="adj1" fmla="val 16624"/>
                    </a:avLst>
                  </a:prstGeom>
                  <a:ln w="38100"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22" name="Connector: Elbow 421">
                  <a:extLst>
                    <a:ext uri="{FF2B5EF4-FFF2-40B4-BE49-F238E27FC236}">
                      <a16:creationId xmlns:a16="http://schemas.microsoft.com/office/drawing/2014/main" id="{135C3B2B-E0C1-8F6F-0129-19670984B00D}"/>
                    </a:ext>
                  </a:extLst>
                </p:cNvPr>
                <p:cNvCxnSpPr>
                  <a:cxnSpLocks/>
                  <a:stCxn id="30" idx="3"/>
                  <a:endCxn id="214" idx="1"/>
                </p:cNvCxnSpPr>
                <p:nvPr/>
              </p:nvCxnSpPr>
              <p:spPr>
                <a:xfrm>
                  <a:off x="6780936" y="3711956"/>
                  <a:ext cx="1614136" cy="2602622"/>
                </a:xfrm>
                <a:prstGeom prst="bentConnector3">
                  <a:avLst>
                    <a:gd name="adj1" fmla="val 77381"/>
                  </a:avLst>
                </a:prstGeom>
                <a:ln w="38100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9AF2F7EC-1ECF-90AC-B80B-4CEFC859C167}"/>
                  </a:ext>
                </a:extLst>
              </p:cNvPr>
              <p:cNvGrpSpPr/>
              <p:nvPr/>
            </p:nvGrpSpPr>
            <p:grpSpPr>
              <a:xfrm>
                <a:off x="14479345" y="3014079"/>
                <a:ext cx="4323557" cy="3607612"/>
                <a:chOff x="11588470" y="4273102"/>
                <a:chExt cx="2281135" cy="2157766"/>
              </a:xfrm>
            </p:grpSpPr>
            <p:sp>
              <p:nvSpPr>
                <p:cNvPr id="457" name="Rectangle: Rounded Corners 456">
                  <a:extLst>
                    <a:ext uri="{FF2B5EF4-FFF2-40B4-BE49-F238E27FC236}">
                      <a16:creationId xmlns:a16="http://schemas.microsoft.com/office/drawing/2014/main" id="{FCB58538-4F41-2C69-78F2-46F1DC480AE0}"/>
                    </a:ext>
                  </a:extLst>
                </p:cNvPr>
                <p:cNvSpPr/>
                <p:nvPr/>
              </p:nvSpPr>
              <p:spPr>
                <a:xfrm>
                  <a:off x="11631781" y="4302678"/>
                  <a:ext cx="2219989" cy="2128190"/>
                </a:xfrm>
                <a:prstGeom prst="roundRect">
                  <a:avLst>
                    <a:gd name="adj" fmla="val 3291"/>
                  </a:avLst>
                </a:prstGeom>
                <a:solidFill>
                  <a:schemeClr val="bg1">
                    <a:lumMod val="95000"/>
                  </a:schemeClr>
                </a:solidFill>
                <a:ln w="28575">
                  <a:noFill/>
                  <a:prstDash val="sysDash"/>
                </a:ln>
                <a:effectLst>
                  <a:outerShdw blurRad="50800" dist="50800" dir="3600000" algn="ctr" rotWithShape="0">
                    <a:srgbClr val="000000">
                      <a:alpha val="99000"/>
                    </a:srgbClr>
                  </a:outerShdw>
                </a:effectLst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6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A0D6ADE1-4B77-345F-3999-34B85B027962}"/>
                    </a:ext>
                  </a:extLst>
                </p:cNvPr>
                <p:cNvGrpSpPr/>
                <p:nvPr/>
              </p:nvGrpSpPr>
              <p:grpSpPr>
                <a:xfrm>
                  <a:off x="11694667" y="4917217"/>
                  <a:ext cx="345427" cy="327404"/>
                  <a:chOff x="8817139" y="630617"/>
                  <a:chExt cx="351563" cy="473848"/>
                </a:xfrm>
              </p:grpSpPr>
              <p:sp>
                <p:nvSpPr>
                  <p:cNvPr id="499" name="Cube 498">
                    <a:extLst>
                      <a:ext uri="{FF2B5EF4-FFF2-40B4-BE49-F238E27FC236}">
                        <a16:creationId xmlns:a16="http://schemas.microsoft.com/office/drawing/2014/main" id="{246E99B5-9C07-9202-02B6-540EAF47399D}"/>
                      </a:ext>
                    </a:extLst>
                  </p:cNvPr>
                  <p:cNvSpPr/>
                  <p:nvPr/>
                </p:nvSpPr>
                <p:spPr>
                  <a:xfrm>
                    <a:off x="8866154" y="690254"/>
                    <a:ext cx="260580" cy="152593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0" name="Cube 499">
                    <a:extLst>
                      <a:ext uri="{FF2B5EF4-FFF2-40B4-BE49-F238E27FC236}">
                        <a16:creationId xmlns:a16="http://schemas.microsoft.com/office/drawing/2014/main" id="{C0CA7E5F-AA7C-913C-E33E-DC738186C74B}"/>
                      </a:ext>
                    </a:extLst>
                  </p:cNvPr>
                  <p:cNvSpPr/>
                  <p:nvPr/>
                </p:nvSpPr>
                <p:spPr>
                  <a:xfrm>
                    <a:off x="8866154" y="907366"/>
                    <a:ext cx="260580" cy="152593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1" name="Rectangle: Rounded Corners 500">
                    <a:extLst>
                      <a:ext uri="{FF2B5EF4-FFF2-40B4-BE49-F238E27FC236}">
                        <a16:creationId xmlns:a16="http://schemas.microsoft.com/office/drawing/2014/main" id="{562B7966-5F8B-86AF-F6D2-244FAD7C4331}"/>
                      </a:ext>
                    </a:extLst>
                  </p:cNvPr>
                  <p:cNvSpPr/>
                  <p:nvPr/>
                </p:nvSpPr>
                <p:spPr>
                  <a:xfrm>
                    <a:off x="8817139" y="630617"/>
                    <a:ext cx="351563" cy="473848"/>
                  </a:xfrm>
                  <a:prstGeom prst="roundRect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459" name="Group 458">
                  <a:extLst>
                    <a:ext uri="{FF2B5EF4-FFF2-40B4-BE49-F238E27FC236}">
                      <a16:creationId xmlns:a16="http://schemas.microsoft.com/office/drawing/2014/main" id="{128A4654-7C7C-AE5D-2CFA-5AC141B19F19}"/>
                    </a:ext>
                  </a:extLst>
                </p:cNvPr>
                <p:cNvGrpSpPr/>
                <p:nvPr/>
              </p:nvGrpSpPr>
              <p:grpSpPr>
                <a:xfrm>
                  <a:off x="12163609" y="4917216"/>
                  <a:ext cx="345427" cy="327404"/>
                  <a:chOff x="9294411" y="630616"/>
                  <a:chExt cx="351563" cy="473848"/>
                </a:xfrm>
              </p:grpSpPr>
              <p:sp>
                <p:nvSpPr>
                  <p:cNvPr id="496" name="Cube 495">
                    <a:extLst>
                      <a:ext uri="{FF2B5EF4-FFF2-40B4-BE49-F238E27FC236}">
                        <a16:creationId xmlns:a16="http://schemas.microsoft.com/office/drawing/2014/main" id="{DB19DC39-23D7-4C58-98EC-97C1EB97C509}"/>
                      </a:ext>
                    </a:extLst>
                  </p:cNvPr>
                  <p:cNvSpPr/>
                  <p:nvPr/>
                </p:nvSpPr>
                <p:spPr>
                  <a:xfrm>
                    <a:off x="9343744" y="690253"/>
                    <a:ext cx="264757" cy="152593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7" name="Cube 496">
                    <a:extLst>
                      <a:ext uri="{FF2B5EF4-FFF2-40B4-BE49-F238E27FC236}">
                        <a16:creationId xmlns:a16="http://schemas.microsoft.com/office/drawing/2014/main" id="{96EA64C1-E6A5-B4CE-9B44-260EA4541232}"/>
                      </a:ext>
                    </a:extLst>
                  </p:cNvPr>
                  <p:cNvSpPr/>
                  <p:nvPr/>
                </p:nvSpPr>
                <p:spPr>
                  <a:xfrm>
                    <a:off x="9343744" y="907365"/>
                    <a:ext cx="264757" cy="152593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8" name="Rectangle: Rounded Corners 497">
                    <a:extLst>
                      <a:ext uri="{FF2B5EF4-FFF2-40B4-BE49-F238E27FC236}">
                        <a16:creationId xmlns:a16="http://schemas.microsoft.com/office/drawing/2014/main" id="{B88638F2-E096-4789-284C-0FB44A244F68}"/>
                      </a:ext>
                    </a:extLst>
                  </p:cNvPr>
                  <p:cNvSpPr/>
                  <p:nvPr/>
                </p:nvSpPr>
                <p:spPr>
                  <a:xfrm>
                    <a:off x="9294411" y="630616"/>
                    <a:ext cx="351563" cy="473848"/>
                  </a:xfrm>
                  <a:prstGeom prst="roundRect">
                    <a:avLst/>
                  </a:prstGeom>
                  <a:noFill/>
                  <a:ln>
                    <a:solidFill>
                      <a:schemeClr val="tx2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60" name="Cube 459">
                  <a:extLst>
                    <a:ext uri="{FF2B5EF4-FFF2-40B4-BE49-F238E27FC236}">
                      <a16:creationId xmlns:a16="http://schemas.microsoft.com/office/drawing/2014/main" id="{DC126B7D-992E-8F8C-2B5B-73AB347AEB54}"/>
                    </a:ext>
                  </a:extLst>
                </p:cNvPr>
                <p:cNvSpPr/>
                <p:nvPr/>
              </p:nvSpPr>
              <p:spPr>
                <a:xfrm>
                  <a:off x="13399162" y="4958424"/>
                  <a:ext cx="256032" cy="105435"/>
                </a:xfrm>
                <a:prstGeom prst="cube">
                  <a:avLst>
                    <a:gd name="adj" fmla="val 5293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1" name="Cube 460">
                  <a:extLst>
                    <a:ext uri="{FF2B5EF4-FFF2-40B4-BE49-F238E27FC236}">
                      <a16:creationId xmlns:a16="http://schemas.microsoft.com/office/drawing/2014/main" id="{52742AF2-F6F6-A119-6B68-F23838B05487}"/>
                    </a:ext>
                  </a:extLst>
                </p:cNvPr>
                <p:cNvSpPr/>
                <p:nvPr/>
              </p:nvSpPr>
              <p:spPr>
                <a:xfrm>
                  <a:off x="13399162" y="5108436"/>
                  <a:ext cx="256032" cy="105435"/>
                </a:xfrm>
                <a:prstGeom prst="cube">
                  <a:avLst>
                    <a:gd name="adj" fmla="val 5293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2" name="Rectangle: Rounded Corners 461">
                  <a:extLst>
                    <a:ext uri="{FF2B5EF4-FFF2-40B4-BE49-F238E27FC236}">
                      <a16:creationId xmlns:a16="http://schemas.microsoft.com/office/drawing/2014/main" id="{030E3030-3CAB-DE69-33C3-BF6C41E0D6C6}"/>
                    </a:ext>
                  </a:extLst>
                </p:cNvPr>
                <p:cNvSpPr/>
                <p:nvPr/>
              </p:nvSpPr>
              <p:spPr>
                <a:xfrm>
                  <a:off x="13356272" y="4917216"/>
                  <a:ext cx="345427" cy="327404"/>
                </a:xfrm>
                <a:prstGeom prst="roundRect">
                  <a:avLst/>
                </a:prstGeom>
                <a:noFill/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3" name="TextBox 462">
                  <a:extLst>
                    <a:ext uri="{FF2B5EF4-FFF2-40B4-BE49-F238E27FC236}">
                      <a16:creationId xmlns:a16="http://schemas.microsoft.com/office/drawing/2014/main" id="{94B35BBD-14C1-A93E-2FC7-07F116C7955D}"/>
                    </a:ext>
                  </a:extLst>
                </p:cNvPr>
                <p:cNvSpPr txBox="1"/>
                <p:nvPr/>
              </p:nvSpPr>
              <p:spPr>
                <a:xfrm>
                  <a:off x="12978450" y="4735643"/>
                  <a:ext cx="447638" cy="4602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400" dirty="0"/>
                    <a:t>…</a:t>
                  </a:r>
                </a:p>
              </p:txBody>
            </p:sp>
            <p:grpSp>
              <p:nvGrpSpPr>
                <p:cNvPr id="464" name="Group 463">
                  <a:extLst>
                    <a:ext uri="{FF2B5EF4-FFF2-40B4-BE49-F238E27FC236}">
                      <a16:creationId xmlns:a16="http://schemas.microsoft.com/office/drawing/2014/main" id="{3236D505-D8E6-29B5-32F0-5385F3364D05}"/>
                    </a:ext>
                  </a:extLst>
                </p:cNvPr>
                <p:cNvGrpSpPr/>
                <p:nvPr/>
              </p:nvGrpSpPr>
              <p:grpSpPr>
                <a:xfrm>
                  <a:off x="12629848" y="4773577"/>
                  <a:ext cx="345427" cy="475126"/>
                  <a:chOff x="9768932" y="630616"/>
                  <a:chExt cx="351563" cy="687644"/>
                </a:xfrm>
              </p:grpSpPr>
              <p:sp>
                <p:nvSpPr>
                  <p:cNvPr id="492" name="Cube 491">
                    <a:extLst>
                      <a:ext uri="{FF2B5EF4-FFF2-40B4-BE49-F238E27FC236}">
                        <a16:creationId xmlns:a16="http://schemas.microsoft.com/office/drawing/2014/main" id="{318F4E09-9716-C8C1-228C-C3AC3A0B30E2}"/>
                      </a:ext>
                    </a:extLst>
                  </p:cNvPr>
                  <p:cNvSpPr/>
                  <p:nvPr/>
                </p:nvSpPr>
                <p:spPr>
                  <a:xfrm>
                    <a:off x="9813154" y="690253"/>
                    <a:ext cx="260580" cy="152593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93" name="Cube 492">
                    <a:extLst>
                      <a:ext uri="{FF2B5EF4-FFF2-40B4-BE49-F238E27FC236}">
                        <a16:creationId xmlns:a16="http://schemas.microsoft.com/office/drawing/2014/main" id="{B9C04B1A-9D6F-259E-CCE0-9B278932B70C}"/>
                      </a:ext>
                    </a:extLst>
                  </p:cNvPr>
                  <p:cNvSpPr/>
                  <p:nvPr/>
                </p:nvSpPr>
                <p:spPr>
                  <a:xfrm>
                    <a:off x="9813154" y="907365"/>
                    <a:ext cx="260580" cy="152593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4" name="Rectangle: Rounded Corners 493">
                    <a:extLst>
                      <a:ext uri="{FF2B5EF4-FFF2-40B4-BE49-F238E27FC236}">
                        <a16:creationId xmlns:a16="http://schemas.microsoft.com/office/drawing/2014/main" id="{EE987254-F5AE-84ED-8AC4-C6567EBD75E8}"/>
                      </a:ext>
                    </a:extLst>
                  </p:cNvPr>
                  <p:cNvSpPr/>
                  <p:nvPr/>
                </p:nvSpPr>
                <p:spPr>
                  <a:xfrm>
                    <a:off x="9768932" y="630616"/>
                    <a:ext cx="351563" cy="687644"/>
                  </a:xfrm>
                  <a:prstGeom prst="round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95" name="Cube 494">
                    <a:extLst>
                      <a:ext uri="{FF2B5EF4-FFF2-40B4-BE49-F238E27FC236}">
                        <a16:creationId xmlns:a16="http://schemas.microsoft.com/office/drawing/2014/main" id="{F0FF7144-374C-77FA-D36B-7A20A48F76B0}"/>
                      </a:ext>
                    </a:extLst>
                  </p:cNvPr>
                  <p:cNvSpPr/>
                  <p:nvPr/>
                </p:nvSpPr>
                <p:spPr>
                  <a:xfrm>
                    <a:off x="9813154" y="1121629"/>
                    <a:ext cx="260580" cy="152593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5" name="TextBox 464">
                      <a:extLst>
                        <a:ext uri="{FF2B5EF4-FFF2-40B4-BE49-F238E27FC236}">
                          <a16:creationId xmlns:a16="http://schemas.microsoft.com/office/drawing/2014/main" id="{5A8C2F01-1CB6-4BD0-85A1-A423EDD3A1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588470" y="4629707"/>
                      <a:ext cx="550036" cy="28606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25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5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5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,1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500" i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65" name="TextBox 464">
                      <a:extLst>
                        <a:ext uri="{FF2B5EF4-FFF2-40B4-BE49-F238E27FC236}">
                          <a16:creationId xmlns:a16="http://schemas.microsoft.com/office/drawing/2014/main" id="{5A8C2F01-1CB6-4BD0-85A1-A423EDD3A1E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588470" y="4629707"/>
                      <a:ext cx="550036" cy="286062"/>
                    </a:xfrm>
                    <a:prstGeom prst="rect">
                      <a:avLst/>
                    </a:prstGeom>
                    <a:blipFill>
                      <a:blip r:embed="rId5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6" name="TextBox 465">
                      <a:extLst>
                        <a:ext uri="{FF2B5EF4-FFF2-40B4-BE49-F238E27FC236}">
                          <a16:creationId xmlns:a16="http://schemas.microsoft.com/office/drawing/2014/main" id="{854299BD-E0EA-7F34-6C0B-78DEC505E2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068415" y="4627461"/>
                      <a:ext cx="550036" cy="28606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25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5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5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,2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5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66" name="TextBox 465">
                      <a:extLst>
                        <a:ext uri="{FF2B5EF4-FFF2-40B4-BE49-F238E27FC236}">
                          <a16:creationId xmlns:a16="http://schemas.microsoft.com/office/drawing/2014/main" id="{854299BD-E0EA-7F34-6C0B-78DEC505E2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068415" y="4627461"/>
                      <a:ext cx="550036" cy="286062"/>
                    </a:xfrm>
                    <a:prstGeom prst="rect">
                      <a:avLst/>
                    </a:prstGeom>
                    <a:blipFill>
                      <a:blip r:embed="rId5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7" name="TextBox 466">
                      <a:extLst>
                        <a:ext uri="{FF2B5EF4-FFF2-40B4-BE49-F238E27FC236}">
                          <a16:creationId xmlns:a16="http://schemas.microsoft.com/office/drawing/2014/main" id="{A510ADFC-4C2A-CE64-CF2E-536BF56C6B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531421" y="4486212"/>
                      <a:ext cx="550036" cy="28606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2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,3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500" i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67" name="TextBox 466">
                      <a:extLst>
                        <a:ext uri="{FF2B5EF4-FFF2-40B4-BE49-F238E27FC236}">
                          <a16:creationId xmlns:a16="http://schemas.microsoft.com/office/drawing/2014/main" id="{A510ADFC-4C2A-CE64-CF2E-536BF56C6B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531421" y="4486212"/>
                      <a:ext cx="550036" cy="286062"/>
                    </a:xfrm>
                    <a:prstGeom prst="rect">
                      <a:avLst/>
                    </a:prstGeom>
                    <a:blipFill>
                      <a:blip r:embed="rId6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8" name="TextBox 467">
                      <a:extLst>
                        <a:ext uri="{FF2B5EF4-FFF2-40B4-BE49-F238E27FC236}">
                          <a16:creationId xmlns:a16="http://schemas.microsoft.com/office/drawing/2014/main" id="{10ED8718-FE2A-A7EF-6762-12205E03C6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253967" y="4627460"/>
                      <a:ext cx="550036" cy="28606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2500" i="1">
                                    <a:solidFill>
                                      <a:schemeClr val="accent5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i="1">
                                    <a:solidFill>
                                      <a:schemeClr val="accent5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500" i="1">
                                    <a:solidFill>
                                      <a:schemeClr val="accent5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500" i="1">
                                    <a:solidFill>
                                      <a:schemeClr val="accent5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500" i="1">
                                    <a:solidFill>
                                      <a:schemeClr val="accent5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500" i="1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68" name="TextBox 467">
                      <a:extLst>
                        <a:ext uri="{FF2B5EF4-FFF2-40B4-BE49-F238E27FC236}">
                          <a16:creationId xmlns:a16="http://schemas.microsoft.com/office/drawing/2014/main" id="{10ED8718-FE2A-A7EF-6762-12205E03C6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253967" y="4627460"/>
                      <a:ext cx="550036" cy="286062"/>
                    </a:xfrm>
                    <a:prstGeom prst="rect">
                      <a:avLst/>
                    </a:prstGeom>
                    <a:blipFill>
                      <a:blip r:embed="rId6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9" name="Arrow: Right 468">
                  <a:extLst>
                    <a:ext uri="{FF2B5EF4-FFF2-40B4-BE49-F238E27FC236}">
                      <a16:creationId xmlns:a16="http://schemas.microsoft.com/office/drawing/2014/main" id="{67DD3623-E5C9-AFD0-82FF-EFADBAF86D9B}"/>
                    </a:ext>
                  </a:extLst>
                </p:cNvPr>
                <p:cNvSpPr/>
                <p:nvPr/>
              </p:nvSpPr>
              <p:spPr>
                <a:xfrm rot="5400000">
                  <a:off x="11763395" y="5263761"/>
                  <a:ext cx="207967" cy="230788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90000">
                      <a:schemeClr val="bg2"/>
                    </a:gs>
                  </a:gsLst>
                  <a:path path="circle">
                    <a:fillToRect l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0" name="Arrow: Right 469">
                  <a:extLst>
                    <a:ext uri="{FF2B5EF4-FFF2-40B4-BE49-F238E27FC236}">
                      <a16:creationId xmlns:a16="http://schemas.microsoft.com/office/drawing/2014/main" id="{B03A9AC9-4A89-7811-AE1A-8D9269E1CA12}"/>
                    </a:ext>
                  </a:extLst>
                </p:cNvPr>
                <p:cNvSpPr/>
                <p:nvPr/>
              </p:nvSpPr>
              <p:spPr>
                <a:xfrm rot="5400000">
                  <a:off x="12232337" y="5259786"/>
                  <a:ext cx="207967" cy="230788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90000">
                      <a:schemeClr val="bg2"/>
                    </a:gs>
                  </a:gsLst>
                  <a:path path="circle">
                    <a:fillToRect l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1" name="Arrow: Right 470">
                  <a:extLst>
                    <a:ext uri="{FF2B5EF4-FFF2-40B4-BE49-F238E27FC236}">
                      <a16:creationId xmlns:a16="http://schemas.microsoft.com/office/drawing/2014/main" id="{96597C91-CD4E-3A57-6E9D-08402B4C5C81}"/>
                    </a:ext>
                  </a:extLst>
                </p:cNvPr>
                <p:cNvSpPr/>
                <p:nvPr/>
              </p:nvSpPr>
              <p:spPr>
                <a:xfrm rot="5400000">
                  <a:off x="12698577" y="5263760"/>
                  <a:ext cx="207967" cy="230788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90000">
                      <a:schemeClr val="bg2"/>
                    </a:gs>
                  </a:gsLst>
                  <a:path path="circle">
                    <a:fillToRect l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2" name="Arrow: Right 471">
                  <a:extLst>
                    <a:ext uri="{FF2B5EF4-FFF2-40B4-BE49-F238E27FC236}">
                      <a16:creationId xmlns:a16="http://schemas.microsoft.com/office/drawing/2014/main" id="{6EA6CEA9-8243-C6D3-B938-FE62F6ED4341}"/>
                    </a:ext>
                  </a:extLst>
                </p:cNvPr>
                <p:cNvSpPr/>
                <p:nvPr/>
              </p:nvSpPr>
              <p:spPr>
                <a:xfrm rot="5400000">
                  <a:off x="13425001" y="5252328"/>
                  <a:ext cx="207967" cy="230788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90000">
                      <a:schemeClr val="bg2"/>
                    </a:gs>
                  </a:gsLst>
                  <a:path path="circle">
                    <a:fillToRect l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473" name="Group 472">
                  <a:extLst>
                    <a:ext uri="{FF2B5EF4-FFF2-40B4-BE49-F238E27FC236}">
                      <a16:creationId xmlns:a16="http://schemas.microsoft.com/office/drawing/2014/main" id="{A7395256-0C45-ECB7-767D-9702FD961A42}"/>
                    </a:ext>
                  </a:extLst>
                </p:cNvPr>
                <p:cNvGrpSpPr/>
                <p:nvPr/>
              </p:nvGrpSpPr>
              <p:grpSpPr>
                <a:xfrm>
                  <a:off x="11660238" y="5919592"/>
                  <a:ext cx="2209367" cy="481123"/>
                  <a:chOff x="9061667" y="2555830"/>
                  <a:chExt cx="2248611" cy="696324"/>
                </a:xfrm>
              </p:grpSpPr>
              <p:sp>
                <p:nvSpPr>
                  <p:cNvPr id="482" name="Cube 481">
                    <a:extLst>
                      <a:ext uri="{FF2B5EF4-FFF2-40B4-BE49-F238E27FC236}">
                        <a16:creationId xmlns:a16="http://schemas.microsoft.com/office/drawing/2014/main" id="{BF5106F2-4A0A-8A11-BF94-4593F311B2F1}"/>
                      </a:ext>
                    </a:extLst>
                  </p:cNvPr>
                  <p:cNvSpPr/>
                  <p:nvPr/>
                </p:nvSpPr>
                <p:spPr>
                  <a:xfrm>
                    <a:off x="9130702" y="2881015"/>
                    <a:ext cx="260580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2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3" name="Cube 482">
                    <a:extLst>
                      <a:ext uri="{FF2B5EF4-FFF2-40B4-BE49-F238E27FC236}">
                        <a16:creationId xmlns:a16="http://schemas.microsoft.com/office/drawing/2014/main" id="{A5F5CD64-0027-011F-532B-385F30230AE3}"/>
                      </a:ext>
                    </a:extLst>
                  </p:cNvPr>
                  <p:cNvSpPr/>
                  <p:nvPr/>
                </p:nvSpPr>
                <p:spPr>
                  <a:xfrm>
                    <a:off x="9588203" y="2881015"/>
                    <a:ext cx="260580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4" name="Cube 483">
                    <a:extLst>
                      <a:ext uri="{FF2B5EF4-FFF2-40B4-BE49-F238E27FC236}">
                        <a16:creationId xmlns:a16="http://schemas.microsoft.com/office/drawing/2014/main" id="{E7047E51-1874-5D93-4F75-D9974BB69A81}"/>
                      </a:ext>
                    </a:extLst>
                  </p:cNvPr>
                  <p:cNvSpPr/>
                  <p:nvPr/>
                </p:nvSpPr>
                <p:spPr>
                  <a:xfrm>
                    <a:off x="10067340" y="2881015"/>
                    <a:ext cx="260580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rgbClr val="FF0000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5" name="Cube 484">
                    <a:extLst>
                      <a:ext uri="{FF2B5EF4-FFF2-40B4-BE49-F238E27FC236}">
                        <a16:creationId xmlns:a16="http://schemas.microsoft.com/office/drawing/2014/main" id="{3EFC31CF-CFBC-5676-8F78-003243B0572B}"/>
                      </a:ext>
                    </a:extLst>
                  </p:cNvPr>
                  <p:cNvSpPr/>
                  <p:nvPr/>
                </p:nvSpPr>
                <p:spPr>
                  <a:xfrm>
                    <a:off x="10804161" y="2881015"/>
                    <a:ext cx="260580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86" name="TextBox 485">
                        <a:extLst>
                          <a:ext uri="{FF2B5EF4-FFF2-40B4-BE49-F238E27FC236}">
                            <a16:creationId xmlns:a16="http://schemas.microsoft.com/office/drawing/2014/main" id="{A29DE0C8-7CA2-88CA-0BC1-47E2B304263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061667" y="2890889"/>
                        <a:ext cx="559806" cy="351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𝒯</m:t>
                                  </m:r>
                                  <m:r>
                                    <a:rPr lang="en-US" sz="20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sz="2000" i="1" dirty="0">
                          <a:solidFill>
                            <a:schemeClr val="accent2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486" name="TextBox 485">
                        <a:extLst>
                          <a:ext uri="{FF2B5EF4-FFF2-40B4-BE49-F238E27FC236}">
                            <a16:creationId xmlns:a16="http://schemas.microsoft.com/office/drawing/2014/main" id="{A29DE0C8-7CA2-88CA-0BC1-47E2B304263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061667" y="2890889"/>
                        <a:ext cx="559806" cy="351126"/>
                      </a:xfrm>
                      <a:prstGeom prst="rect">
                        <a:avLst/>
                      </a:prstGeom>
                      <a:blipFill>
                        <a:blip r:embed="rId62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87" name="TextBox 486">
                        <a:extLst>
                          <a:ext uri="{FF2B5EF4-FFF2-40B4-BE49-F238E27FC236}">
                            <a16:creationId xmlns:a16="http://schemas.microsoft.com/office/drawing/2014/main" id="{725FE8B4-D3CB-180B-5C4D-881CA10EE84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547804" y="2883952"/>
                        <a:ext cx="559806" cy="351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𝒯</m:t>
                                  </m:r>
                                  <m:r>
                                    <a:rPr lang="en-US" sz="2000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sz="2000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487" name="TextBox 486">
                        <a:extLst>
                          <a:ext uri="{FF2B5EF4-FFF2-40B4-BE49-F238E27FC236}">
                            <a16:creationId xmlns:a16="http://schemas.microsoft.com/office/drawing/2014/main" id="{725FE8B4-D3CB-180B-5C4D-881CA10EE84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547804" y="2883952"/>
                        <a:ext cx="559806" cy="351126"/>
                      </a:xfrm>
                      <a:prstGeom prst="rect">
                        <a:avLst/>
                      </a:prstGeom>
                      <a:blipFill>
                        <a:blip r:embed="rId63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88" name="TextBox 487">
                        <a:extLst>
                          <a:ext uri="{FF2B5EF4-FFF2-40B4-BE49-F238E27FC236}">
                            <a16:creationId xmlns:a16="http://schemas.microsoft.com/office/drawing/2014/main" id="{AA2FA6C4-CEB8-5405-F527-79FAEA62ABB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750472" y="2901028"/>
                        <a:ext cx="559806" cy="351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𝒯</m:t>
                                  </m:r>
                                  <m:r>
                                    <a:rPr 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sz="2000" i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488" name="TextBox 487">
                        <a:extLst>
                          <a:ext uri="{FF2B5EF4-FFF2-40B4-BE49-F238E27FC236}">
                            <a16:creationId xmlns:a16="http://schemas.microsoft.com/office/drawing/2014/main" id="{AA2FA6C4-CEB8-5405-F527-79FAEA62ABB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750472" y="2901028"/>
                        <a:ext cx="559806" cy="351126"/>
                      </a:xfrm>
                      <a:prstGeom prst="rect">
                        <a:avLst/>
                      </a:prstGeom>
                      <a:blipFill>
                        <a:blip r:embed="rId64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89" name="TextBox 488">
                    <a:extLst>
                      <a:ext uri="{FF2B5EF4-FFF2-40B4-BE49-F238E27FC236}">
                        <a16:creationId xmlns:a16="http://schemas.microsoft.com/office/drawing/2014/main" id="{937637A9-EFE4-E052-27B9-7FDD6861C8AB}"/>
                      </a:ext>
                    </a:extLst>
                  </p:cNvPr>
                  <p:cNvSpPr txBox="1"/>
                  <p:nvPr/>
                </p:nvSpPr>
                <p:spPr>
                  <a:xfrm>
                    <a:off x="10455668" y="2555830"/>
                    <a:ext cx="455589" cy="6660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4400" dirty="0"/>
                      <a:t>…</a:t>
                    </a:r>
                  </a:p>
                </p:txBody>
              </p:sp>
              <p:sp>
                <p:nvSpPr>
                  <p:cNvPr id="490" name="Rectangle: Rounded Corners 489">
                    <a:extLst>
                      <a:ext uri="{FF2B5EF4-FFF2-40B4-BE49-F238E27FC236}">
                        <a16:creationId xmlns:a16="http://schemas.microsoft.com/office/drawing/2014/main" id="{BA20252F-0DF7-F4D7-A64D-11BF721FEB75}"/>
                      </a:ext>
                    </a:extLst>
                  </p:cNvPr>
                  <p:cNvSpPr/>
                  <p:nvPr/>
                </p:nvSpPr>
                <p:spPr>
                  <a:xfrm>
                    <a:off x="9088859" y="2824935"/>
                    <a:ext cx="2154653" cy="372016"/>
                  </a:xfrm>
                  <a:prstGeom prst="roundRect">
                    <a:avLst>
                      <a:gd name="adj" fmla="val 10000"/>
                    </a:avLst>
                  </a:prstGeom>
                  <a:noFill/>
                  <a:ln w="1905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67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91" name="TextBox 490">
                        <a:extLst>
                          <a:ext uri="{FF2B5EF4-FFF2-40B4-BE49-F238E27FC236}">
                            <a16:creationId xmlns:a16="http://schemas.microsoft.com/office/drawing/2014/main" id="{F18A3B0C-49ED-8AA6-2C05-9832F293D22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14776" y="2890805"/>
                        <a:ext cx="559806" cy="351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𝒯</m:t>
                                  </m:r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,3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sz="2000" i="1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491" name="TextBox 490">
                        <a:extLst>
                          <a:ext uri="{FF2B5EF4-FFF2-40B4-BE49-F238E27FC236}">
                            <a16:creationId xmlns:a16="http://schemas.microsoft.com/office/drawing/2014/main" id="{F18A3B0C-49ED-8AA6-2C05-9832F293D22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014776" y="2890805"/>
                        <a:ext cx="559806" cy="351126"/>
                      </a:xfrm>
                      <a:prstGeom prst="rect">
                        <a:avLst/>
                      </a:prstGeom>
                      <a:blipFill>
                        <a:blip r:embed="rId65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0D1EC759-340B-CBB6-D44D-AB480249E3A8}"/>
                    </a:ext>
                  </a:extLst>
                </p:cNvPr>
                <p:cNvSpPr txBox="1"/>
                <p:nvPr/>
              </p:nvSpPr>
              <p:spPr>
                <a:xfrm>
                  <a:off x="11629677" y="4273102"/>
                  <a:ext cx="1467511" cy="2761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i="1" dirty="0"/>
                    <a:t>Task-Level Prompt</a:t>
                  </a:r>
                </a:p>
              </p:txBody>
            </p:sp>
            <p:grpSp>
              <p:nvGrpSpPr>
                <p:cNvPr id="475" name="Group 474">
                  <a:extLst>
                    <a:ext uri="{FF2B5EF4-FFF2-40B4-BE49-F238E27FC236}">
                      <a16:creationId xmlns:a16="http://schemas.microsoft.com/office/drawing/2014/main" id="{A3135F57-C2C4-D026-CA47-6BECC4A3F1CC}"/>
                    </a:ext>
                  </a:extLst>
                </p:cNvPr>
                <p:cNvGrpSpPr/>
                <p:nvPr/>
              </p:nvGrpSpPr>
              <p:grpSpPr>
                <a:xfrm>
                  <a:off x="11694667" y="5523355"/>
                  <a:ext cx="2117049" cy="276129"/>
                  <a:chOff x="11675616" y="5562975"/>
                  <a:chExt cx="2117049" cy="276129"/>
                </a:xfrm>
              </p:grpSpPr>
              <p:sp>
                <p:nvSpPr>
                  <p:cNvPr id="480" name="Rectangle: Rounded Corners 479">
                    <a:extLst>
                      <a:ext uri="{FF2B5EF4-FFF2-40B4-BE49-F238E27FC236}">
                        <a16:creationId xmlns:a16="http://schemas.microsoft.com/office/drawing/2014/main" id="{894B9AD7-1561-8708-315E-B5DF2905DCBB}"/>
                      </a:ext>
                    </a:extLst>
                  </p:cNvPr>
                  <p:cNvSpPr/>
                  <p:nvPr/>
                </p:nvSpPr>
                <p:spPr>
                  <a:xfrm>
                    <a:off x="11675616" y="5569366"/>
                    <a:ext cx="2117049" cy="257043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67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81" name="TextBox 480">
                    <a:extLst>
                      <a:ext uri="{FF2B5EF4-FFF2-40B4-BE49-F238E27FC236}">
                        <a16:creationId xmlns:a16="http://schemas.microsoft.com/office/drawing/2014/main" id="{80CF3E2E-9293-C178-C89E-03551517434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89374" y="5562975"/>
                    <a:ext cx="1586162" cy="2761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400" b="1" dirty="0"/>
                      <a:t>Average</a:t>
                    </a:r>
                    <a:endParaRPr lang="en-US" sz="1600" b="1" dirty="0"/>
                  </a:p>
                </p:txBody>
              </p:sp>
            </p:grpSp>
            <p:sp>
              <p:nvSpPr>
                <p:cNvPr id="476" name="Arrow: Right 475">
                  <a:extLst>
                    <a:ext uri="{FF2B5EF4-FFF2-40B4-BE49-F238E27FC236}">
                      <a16:creationId xmlns:a16="http://schemas.microsoft.com/office/drawing/2014/main" id="{C96ECABB-46CD-A4BF-20D5-9581C14B77EA}"/>
                    </a:ext>
                  </a:extLst>
                </p:cNvPr>
                <p:cNvSpPr/>
                <p:nvPr/>
              </p:nvSpPr>
              <p:spPr>
                <a:xfrm rot="5400000">
                  <a:off x="11768143" y="5851472"/>
                  <a:ext cx="207967" cy="230788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90000">
                      <a:schemeClr val="bg2"/>
                    </a:gs>
                  </a:gsLst>
                  <a:path path="circle">
                    <a:fillToRect l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7" name="Arrow: Right 476">
                  <a:extLst>
                    <a:ext uri="{FF2B5EF4-FFF2-40B4-BE49-F238E27FC236}">
                      <a16:creationId xmlns:a16="http://schemas.microsoft.com/office/drawing/2014/main" id="{0254D57C-B9E4-F819-C35A-9052192CC007}"/>
                    </a:ext>
                  </a:extLst>
                </p:cNvPr>
                <p:cNvSpPr/>
                <p:nvPr/>
              </p:nvSpPr>
              <p:spPr>
                <a:xfrm rot="5400000">
                  <a:off x="12237085" y="5847497"/>
                  <a:ext cx="207967" cy="230788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90000">
                      <a:schemeClr val="bg2"/>
                    </a:gs>
                  </a:gsLst>
                  <a:path path="circle">
                    <a:fillToRect l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8" name="Arrow: Right 477">
                  <a:extLst>
                    <a:ext uri="{FF2B5EF4-FFF2-40B4-BE49-F238E27FC236}">
                      <a16:creationId xmlns:a16="http://schemas.microsoft.com/office/drawing/2014/main" id="{94ABDE73-651B-E850-0D66-ACAAEB7C9799}"/>
                    </a:ext>
                  </a:extLst>
                </p:cNvPr>
                <p:cNvSpPr/>
                <p:nvPr/>
              </p:nvSpPr>
              <p:spPr>
                <a:xfrm rot="5400000">
                  <a:off x="12703325" y="5851471"/>
                  <a:ext cx="207967" cy="230788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90000">
                      <a:schemeClr val="bg2"/>
                    </a:gs>
                  </a:gsLst>
                  <a:path path="circle">
                    <a:fillToRect l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9" name="Arrow: Right 478">
                  <a:extLst>
                    <a:ext uri="{FF2B5EF4-FFF2-40B4-BE49-F238E27FC236}">
                      <a16:creationId xmlns:a16="http://schemas.microsoft.com/office/drawing/2014/main" id="{5F2970E2-BC93-146D-865D-E0229745717F}"/>
                    </a:ext>
                  </a:extLst>
                </p:cNvPr>
                <p:cNvSpPr/>
                <p:nvPr/>
              </p:nvSpPr>
              <p:spPr>
                <a:xfrm rot="5400000">
                  <a:off x="13429749" y="5840039"/>
                  <a:ext cx="207967" cy="230788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90000">
                      <a:schemeClr val="bg2"/>
                    </a:gs>
                  </a:gsLst>
                  <a:path path="circle">
                    <a:fillToRect l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862" name="Group 861">
              <a:extLst>
                <a:ext uri="{FF2B5EF4-FFF2-40B4-BE49-F238E27FC236}">
                  <a16:creationId xmlns:a16="http://schemas.microsoft.com/office/drawing/2014/main" id="{6F3E1793-A27C-17E8-7418-36375F100A71}"/>
                </a:ext>
              </a:extLst>
            </p:cNvPr>
            <p:cNvGrpSpPr/>
            <p:nvPr/>
          </p:nvGrpSpPr>
          <p:grpSpPr>
            <a:xfrm>
              <a:off x="1319" y="8566238"/>
              <a:ext cx="19018520" cy="988971"/>
              <a:chOff x="1319" y="8402948"/>
              <a:chExt cx="19018520" cy="988971"/>
            </a:xfrm>
          </p:grpSpPr>
          <p:sp>
            <p:nvSpPr>
              <p:cNvPr id="504" name="Arrow: Right 503">
                <a:extLst>
                  <a:ext uri="{FF2B5EF4-FFF2-40B4-BE49-F238E27FC236}">
                    <a16:creationId xmlns:a16="http://schemas.microsoft.com/office/drawing/2014/main" id="{4D30DC57-36C3-2185-B050-5301486C20A9}"/>
                  </a:ext>
                </a:extLst>
              </p:cNvPr>
              <p:cNvSpPr/>
              <p:nvPr/>
            </p:nvSpPr>
            <p:spPr>
              <a:xfrm flipV="1">
                <a:off x="1319" y="8402948"/>
                <a:ext cx="19018520" cy="988971"/>
              </a:xfrm>
              <a:prstGeom prst="rightArrow">
                <a:avLst>
                  <a:gd name="adj1" fmla="val 50000"/>
                  <a:gd name="adj2" fmla="val 56086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90000">
                    <a:schemeClr val="bg2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5" name="TextBox 504">
                <a:extLst>
                  <a:ext uri="{FF2B5EF4-FFF2-40B4-BE49-F238E27FC236}">
                    <a16:creationId xmlns:a16="http://schemas.microsoft.com/office/drawing/2014/main" id="{98562642-3D39-2A04-7734-5B1317BBAB78}"/>
                  </a:ext>
                </a:extLst>
              </p:cNvPr>
              <p:cNvSpPr txBox="1"/>
              <p:nvPr/>
            </p:nvSpPr>
            <p:spPr>
              <a:xfrm>
                <a:off x="2583554" y="8580935"/>
                <a:ext cx="143030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MLP-free Task-specific Fine-Tuning and Continual Model Merging</a:t>
                </a:r>
              </a:p>
            </p:txBody>
          </p:sp>
        </p:grpSp>
        <p:grpSp>
          <p:nvGrpSpPr>
            <p:cNvPr id="863" name="Group 862">
              <a:extLst>
                <a:ext uri="{FF2B5EF4-FFF2-40B4-BE49-F238E27FC236}">
                  <a16:creationId xmlns:a16="http://schemas.microsoft.com/office/drawing/2014/main" id="{DB8F289D-CAA5-0678-A21B-C3A34A533426}"/>
                </a:ext>
              </a:extLst>
            </p:cNvPr>
            <p:cNvGrpSpPr/>
            <p:nvPr/>
          </p:nvGrpSpPr>
          <p:grpSpPr>
            <a:xfrm>
              <a:off x="-32484" y="3873073"/>
              <a:ext cx="19052322" cy="996382"/>
              <a:chOff x="-32484" y="3628138"/>
              <a:chExt cx="19052322" cy="996382"/>
            </a:xfrm>
          </p:grpSpPr>
          <p:sp>
            <p:nvSpPr>
              <p:cNvPr id="507" name="Arrow: Right 506">
                <a:extLst>
                  <a:ext uri="{FF2B5EF4-FFF2-40B4-BE49-F238E27FC236}">
                    <a16:creationId xmlns:a16="http://schemas.microsoft.com/office/drawing/2014/main" id="{7A340CE0-CBD4-C68C-3925-87CB447625A4}"/>
                  </a:ext>
                </a:extLst>
              </p:cNvPr>
              <p:cNvSpPr/>
              <p:nvPr/>
            </p:nvSpPr>
            <p:spPr>
              <a:xfrm rot="10800000" flipH="1" flipV="1">
                <a:off x="-32484" y="3628138"/>
                <a:ext cx="19052322" cy="996382"/>
              </a:xfrm>
              <a:prstGeom prst="rightArrow">
                <a:avLst>
                  <a:gd name="adj1" fmla="val 50000"/>
                  <a:gd name="adj2" fmla="val 47899"/>
                </a:avLst>
              </a:prstGeom>
              <a:gradFill flip="none" rotWithShape="1">
                <a:gsLst>
                  <a:gs pos="53820">
                    <a:srgbClr val="FFFF00"/>
                  </a:gs>
                  <a:gs pos="0">
                    <a:srgbClr val="C9C400"/>
                  </a:gs>
                  <a:gs pos="90000">
                    <a:schemeClr val="bg2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8" name="TextBox 507">
                <a:extLst>
                  <a:ext uri="{FF2B5EF4-FFF2-40B4-BE49-F238E27FC236}">
                    <a16:creationId xmlns:a16="http://schemas.microsoft.com/office/drawing/2014/main" id="{B30B45DE-4713-DF5B-8187-9B3B6DD98885}"/>
                  </a:ext>
                </a:extLst>
              </p:cNvPr>
              <p:cNvSpPr txBox="1"/>
              <p:nvPr/>
            </p:nvSpPr>
            <p:spPr>
              <a:xfrm flipH="1">
                <a:off x="3348302" y="3816590"/>
                <a:ext cx="128136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Continual Test-Time Adaptation – CAST-Slide Framework</a:t>
                </a:r>
              </a:p>
            </p:txBody>
          </p:sp>
        </p:grp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14F94F11-DBC4-9827-2838-DBCCBECCD9C3}"/>
                </a:ext>
              </a:extLst>
            </p:cNvPr>
            <p:cNvGrpSpPr/>
            <p:nvPr/>
          </p:nvGrpSpPr>
          <p:grpSpPr>
            <a:xfrm>
              <a:off x="46892" y="9438811"/>
              <a:ext cx="2597111" cy="516155"/>
              <a:chOff x="268009" y="9466556"/>
              <a:chExt cx="2597111" cy="516155"/>
            </a:xfrm>
          </p:grpSpPr>
          <p:sp>
            <p:nvSpPr>
              <p:cNvPr id="510" name="Rectangle: Rounded Corners 509">
                <a:extLst>
                  <a:ext uri="{FF2B5EF4-FFF2-40B4-BE49-F238E27FC236}">
                    <a16:creationId xmlns:a16="http://schemas.microsoft.com/office/drawing/2014/main" id="{FDBB3552-6D93-054F-CA09-A18282D241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68009" y="9466556"/>
                <a:ext cx="2597111" cy="516155"/>
              </a:xfrm>
              <a:prstGeom prst="roundRect">
                <a:avLst>
                  <a:gd name="adj" fmla="val 4648"/>
                </a:avLst>
              </a:prstGeom>
              <a:solidFill>
                <a:schemeClr val="bg2">
                  <a:lumMod val="90000"/>
                </a:schemeClr>
              </a:solidFill>
              <a:ln cap="flat">
                <a:solidFill>
                  <a:schemeClr val="accent4">
                    <a:lumMod val="75000"/>
                    <a:alpha val="84000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91440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1" name="TextBox 510">
                <a:extLst>
                  <a:ext uri="{FF2B5EF4-FFF2-40B4-BE49-F238E27FC236}">
                    <a16:creationId xmlns:a16="http://schemas.microsoft.com/office/drawing/2014/main" id="{FDE5996F-2F92-A9F0-9043-372059CECF94}"/>
                  </a:ext>
                </a:extLst>
              </p:cNvPr>
              <p:cNvSpPr txBox="1"/>
              <p:nvPr/>
            </p:nvSpPr>
            <p:spPr>
              <a:xfrm>
                <a:off x="657358" y="9559694"/>
                <a:ext cx="220776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latin typeface="Aptos (Body)"/>
                  </a:rPr>
                  <a:t>Layer Normalization</a:t>
                </a:r>
              </a:p>
            </p:txBody>
          </p:sp>
          <p:sp>
            <p:nvSpPr>
              <p:cNvPr id="512" name="Cube 511">
                <a:extLst>
                  <a:ext uri="{FF2B5EF4-FFF2-40B4-BE49-F238E27FC236}">
                    <a16:creationId xmlns:a16="http://schemas.microsoft.com/office/drawing/2014/main" id="{8400D08E-7306-D614-EC57-93B815BE2CE8}"/>
                  </a:ext>
                </a:extLst>
              </p:cNvPr>
              <p:cNvSpPr/>
              <p:nvPr/>
            </p:nvSpPr>
            <p:spPr>
              <a:xfrm>
                <a:off x="341590" y="9623218"/>
                <a:ext cx="315768" cy="271186"/>
              </a:xfrm>
              <a:prstGeom prst="cube">
                <a:avLst>
                  <a:gd name="adj" fmla="val 67706"/>
                </a:avLst>
              </a:prstGeom>
              <a:gradFill>
                <a:gsLst>
                  <a:gs pos="22000">
                    <a:schemeClr val="accent1">
                      <a:lumMod val="0"/>
                      <a:lumOff val="100000"/>
                    </a:schemeClr>
                  </a:gs>
                  <a:gs pos="88000">
                    <a:srgbClr val="FF0000"/>
                  </a:gs>
                </a:gsLst>
                <a:path path="circle">
                  <a:fillToRect l="100000" b="100000"/>
                </a:path>
              </a:gradFill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14" name="Group 513">
              <a:extLst>
                <a:ext uri="{FF2B5EF4-FFF2-40B4-BE49-F238E27FC236}">
                  <a16:creationId xmlns:a16="http://schemas.microsoft.com/office/drawing/2014/main" id="{FE3E5980-C526-D5ED-B79C-F6BCFEEE3443}"/>
                </a:ext>
              </a:extLst>
            </p:cNvPr>
            <p:cNvGrpSpPr/>
            <p:nvPr/>
          </p:nvGrpSpPr>
          <p:grpSpPr>
            <a:xfrm>
              <a:off x="6289245" y="9306988"/>
              <a:ext cx="2506282" cy="646331"/>
              <a:chOff x="793551" y="2127606"/>
              <a:chExt cx="2506282" cy="828861"/>
            </a:xfrm>
          </p:grpSpPr>
          <p:sp>
            <p:nvSpPr>
              <p:cNvPr id="515" name="Cube 514">
                <a:extLst>
                  <a:ext uri="{FF2B5EF4-FFF2-40B4-BE49-F238E27FC236}">
                    <a16:creationId xmlns:a16="http://schemas.microsoft.com/office/drawing/2014/main" id="{29ECA35D-9124-C62D-3901-EAA24FA64551}"/>
                  </a:ext>
                </a:extLst>
              </p:cNvPr>
              <p:cNvSpPr/>
              <p:nvPr/>
            </p:nvSpPr>
            <p:spPr>
              <a:xfrm>
                <a:off x="793551" y="2453559"/>
                <a:ext cx="401277" cy="247809"/>
              </a:xfrm>
              <a:prstGeom prst="cube">
                <a:avLst>
                  <a:gd name="adj" fmla="val 5293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6" name="TextBox 515">
                <a:extLst>
                  <a:ext uri="{FF2B5EF4-FFF2-40B4-BE49-F238E27FC236}">
                    <a16:creationId xmlns:a16="http://schemas.microsoft.com/office/drawing/2014/main" id="{B2ED4C5B-8DDD-34FE-865E-4E6EE831F548}"/>
                  </a:ext>
                </a:extLst>
              </p:cNvPr>
              <p:cNvSpPr txBox="1"/>
              <p:nvPr/>
            </p:nvSpPr>
            <p:spPr>
              <a:xfrm>
                <a:off x="1194828" y="2127606"/>
                <a:ext cx="2105005" cy="82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Aptos (Body)"/>
                  </a:rPr>
                  <a:t>Class-aware Prompt Embedding</a:t>
                </a:r>
              </a:p>
            </p:txBody>
          </p:sp>
        </p:grpSp>
        <p:grpSp>
          <p:nvGrpSpPr>
            <p:cNvPr id="517" name="Group 516">
              <a:extLst>
                <a:ext uri="{FF2B5EF4-FFF2-40B4-BE49-F238E27FC236}">
                  <a16:creationId xmlns:a16="http://schemas.microsoft.com/office/drawing/2014/main" id="{626DCAB0-794F-4D54-ACD2-D92196CC41D2}"/>
                </a:ext>
              </a:extLst>
            </p:cNvPr>
            <p:cNvGrpSpPr/>
            <p:nvPr/>
          </p:nvGrpSpPr>
          <p:grpSpPr>
            <a:xfrm>
              <a:off x="3269238" y="9373722"/>
              <a:ext cx="2394772" cy="646331"/>
              <a:chOff x="1950587" y="4835581"/>
              <a:chExt cx="2394772" cy="828861"/>
            </a:xfrm>
          </p:grpSpPr>
          <p:sp>
            <p:nvSpPr>
              <p:cNvPr id="518" name="TextBox 517">
                <a:extLst>
                  <a:ext uri="{FF2B5EF4-FFF2-40B4-BE49-F238E27FC236}">
                    <a16:creationId xmlns:a16="http://schemas.microsoft.com/office/drawing/2014/main" id="{4BC1D3DF-5607-289C-DD36-AD869650F342}"/>
                  </a:ext>
                </a:extLst>
              </p:cNvPr>
              <p:cNvSpPr txBox="1"/>
              <p:nvPr/>
            </p:nvSpPr>
            <p:spPr>
              <a:xfrm>
                <a:off x="2348529" y="4835581"/>
                <a:ext cx="1996830" cy="828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Aptos (Body)"/>
                  </a:rPr>
                  <a:t>Task-level Prompt Embedding</a:t>
                </a:r>
              </a:p>
            </p:txBody>
          </p:sp>
          <p:sp>
            <p:nvSpPr>
              <p:cNvPr id="519" name="Cube 518">
                <a:extLst>
                  <a:ext uri="{FF2B5EF4-FFF2-40B4-BE49-F238E27FC236}">
                    <a16:creationId xmlns:a16="http://schemas.microsoft.com/office/drawing/2014/main" id="{D07B09B1-9A69-99DD-E458-3168B8474C8F}"/>
                  </a:ext>
                </a:extLst>
              </p:cNvPr>
              <p:cNvSpPr/>
              <p:nvPr/>
            </p:nvSpPr>
            <p:spPr>
              <a:xfrm>
                <a:off x="1950587" y="5092730"/>
                <a:ext cx="397942" cy="233146"/>
              </a:xfrm>
              <a:prstGeom prst="cube">
                <a:avLst>
                  <a:gd name="adj" fmla="val 5293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2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130ED578-D94D-A95C-71A3-857F1C8C84F3}"/>
                </a:ext>
              </a:extLst>
            </p:cNvPr>
            <p:cNvGrpSpPr/>
            <p:nvPr/>
          </p:nvGrpSpPr>
          <p:grpSpPr>
            <a:xfrm>
              <a:off x="12736819" y="9500891"/>
              <a:ext cx="1566306" cy="414842"/>
              <a:chOff x="6707144" y="1591246"/>
              <a:chExt cx="1566306" cy="532002"/>
            </a:xfrm>
          </p:grpSpPr>
          <p:pic>
            <p:nvPicPr>
              <p:cNvPr id="521" name="Picture 520">
                <a:extLst>
                  <a:ext uri="{FF2B5EF4-FFF2-40B4-BE49-F238E27FC236}">
                    <a16:creationId xmlns:a16="http://schemas.microsoft.com/office/drawing/2014/main" id="{B7147E7D-E060-3530-3880-1A05E8A603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/>
            </p:blipFill>
            <p:spPr>
              <a:xfrm>
                <a:off x="6707144" y="1591246"/>
                <a:ext cx="316367" cy="473638"/>
              </a:xfrm>
              <a:prstGeom prst="rect">
                <a:avLst/>
              </a:prstGeom>
            </p:spPr>
          </p:pic>
          <p:sp>
            <p:nvSpPr>
              <p:cNvPr id="522" name="TextBox 521">
                <a:extLst>
                  <a:ext uri="{FF2B5EF4-FFF2-40B4-BE49-F238E27FC236}">
                    <a16:creationId xmlns:a16="http://schemas.microsoft.com/office/drawing/2014/main" id="{A37AB3FA-5181-BA24-2DDF-5BCCB44C3115}"/>
                  </a:ext>
                </a:extLst>
              </p:cNvPr>
              <p:cNvSpPr txBox="1"/>
              <p:nvPr/>
            </p:nvSpPr>
            <p:spPr>
              <a:xfrm>
                <a:off x="7092507" y="1649609"/>
                <a:ext cx="1180943" cy="473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Aptos (Body)"/>
                  </a:rPr>
                  <a:t>Trainable</a:t>
                </a:r>
              </a:p>
            </p:txBody>
          </p:sp>
        </p:grp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AFAD77F0-CAF6-FD92-1144-EA04F2A56B6A}"/>
                </a:ext>
              </a:extLst>
            </p:cNvPr>
            <p:cNvGrpSpPr/>
            <p:nvPr/>
          </p:nvGrpSpPr>
          <p:grpSpPr>
            <a:xfrm>
              <a:off x="14942265" y="9479911"/>
              <a:ext cx="1391525" cy="473408"/>
              <a:chOff x="7535559" y="2361741"/>
              <a:chExt cx="1104306" cy="535332"/>
            </a:xfrm>
          </p:grpSpPr>
          <p:pic>
            <p:nvPicPr>
              <p:cNvPr id="524" name="Graphic 523" descr="Snowflake outline">
                <a:extLst>
                  <a:ext uri="{FF2B5EF4-FFF2-40B4-BE49-F238E27FC236}">
                    <a16:creationId xmlns:a16="http://schemas.microsoft.com/office/drawing/2014/main" id="{8601A916-6043-E713-B5EE-C2E1C32F9D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6"/>
                  </a:ext>
                </a:extLst>
              </a:blip>
              <a:stretch>
                <a:fillRect/>
              </a:stretch>
            </p:blipFill>
            <p:spPr>
              <a:xfrm>
                <a:off x="7535559" y="2361741"/>
                <a:ext cx="420372" cy="535332"/>
              </a:xfrm>
              <a:prstGeom prst="rect">
                <a:avLst/>
              </a:prstGeom>
            </p:spPr>
          </p:pic>
          <p:sp>
            <p:nvSpPr>
              <p:cNvPr id="525" name="TextBox 524">
                <a:extLst>
                  <a:ext uri="{FF2B5EF4-FFF2-40B4-BE49-F238E27FC236}">
                    <a16:creationId xmlns:a16="http://schemas.microsoft.com/office/drawing/2014/main" id="{AFC5D17E-4C6B-2CAC-C2B4-947CC6103B4A}"/>
                  </a:ext>
                </a:extLst>
              </p:cNvPr>
              <p:cNvSpPr txBox="1"/>
              <p:nvPr/>
            </p:nvSpPr>
            <p:spPr>
              <a:xfrm>
                <a:off x="7921282" y="2410021"/>
                <a:ext cx="718583" cy="417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Frozen</a:t>
                </a:r>
              </a:p>
            </p:txBody>
          </p:sp>
        </p:grpSp>
        <p:grpSp>
          <p:nvGrpSpPr>
            <p:cNvPr id="526" name="Group 525">
              <a:extLst>
                <a:ext uri="{FF2B5EF4-FFF2-40B4-BE49-F238E27FC236}">
                  <a16:creationId xmlns:a16="http://schemas.microsoft.com/office/drawing/2014/main" id="{67008BEC-5F53-6B43-EFC1-533EDCF8766F}"/>
                </a:ext>
              </a:extLst>
            </p:cNvPr>
            <p:cNvGrpSpPr/>
            <p:nvPr/>
          </p:nvGrpSpPr>
          <p:grpSpPr>
            <a:xfrm>
              <a:off x="9420762" y="9479362"/>
              <a:ext cx="2690822" cy="377976"/>
              <a:chOff x="11264515" y="4348197"/>
              <a:chExt cx="2690822" cy="377976"/>
            </a:xfrm>
          </p:grpSpPr>
          <p:pic>
            <p:nvPicPr>
              <p:cNvPr id="527" name="Graphic 526" descr="Document outline">
                <a:extLst>
                  <a:ext uri="{FF2B5EF4-FFF2-40B4-BE49-F238E27FC236}">
                    <a16:creationId xmlns:a16="http://schemas.microsoft.com/office/drawing/2014/main" id="{D9162B9F-1925-1F83-560A-541E72D87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1264515" y="4348197"/>
                <a:ext cx="411149" cy="374753"/>
              </a:xfrm>
              <a:prstGeom prst="rect">
                <a:avLst/>
              </a:prstGeom>
            </p:spPr>
          </p:pic>
          <p:sp>
            <p:nvSpPr>
              <p:cNvPr id="528" name="TextBox 527">
                <a:extLst>
                  <a:ext uri="{FF2B5EF4-FFF2-40B4-BE49-F238E27FC236}">
                    <a16:creationId xmlns:a16="http://schemas.microsoft.com/office/drawing/2014/main" id="{D4FA7880-3829-681B-76F5-5E2DB4AE2D35}"/>
                  </a:ext>
                </a:extLst>
              </p:cNvPr>
              <p:cNvSpPr txBox="1"/>
              <p:nvPr/>
            </p:nvSpPr>
            <p:spPr>
              <a:xfrm>
                <a:off x="11675664" y="4356841"/>
                <a:ext cx="227967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Aptos (Body)"/>
                  </a:rPr>
                  <a:t>Class-aware Prompt</a:t>
                </a:r>
              </a:p>
            </p:txBody>
          </p: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28C5AC8D-2DE6-F402-348C-A7CEE5077D49}"/>
                </a:ext>
              </a:extLst>
            </p:cNvPr>
            <p:cNvGrpSpPr/>
            <p:nvPr/>
          </p:nvGrpSpPr>
          <p:grpSpPr>
            <a:xfrm>
              <a:off x="16959023" y="9493844"/>
              <a:ext cx="1890179" cy="374164"/>
              <a:chOff x="11678002" y="1424072"/>
              <a:chExt cx="1890179" cy="374165"/>
            </a:xfrm>
          </p:grpSpPr>
          <p:grpSp>
            <p:nvGrpSpPr>
              <p:cNvPr id="530" name="Group 529">
                <a:extLst>
                  <a:ext uri="{FF2B5EF4-FFF2-40B4-BE49-F238E27FC236}">
                    <a16:creationId xmlns:a16="http://schemas.microsoft.com/office/drawing/2014/main" id="{225E25CB-8D08-B8E9-0F5F-1C5669926258}"/>
                  </a:ext>
                </a:extLst>
              </p:cNvPr>
              <p:cNvGrpSpPr/>
              <p:nvPr/>
            </p:nvGrpSpPr>
            <p:grpSpPr>
              <a:xfrm>
                <a:off x="11678002" y="1424072"/>
                <a:ext cx="389716" cy="367802"/>
                <a:chOff x="8820152" y="4250861"/>
                <a:chExt cx="967734" cy="886562"/>
              </a:xfrm>
            </p:grpSpPr>
            <p:sp>
              <p:nvSpPr>
                <p:cNvPr id="532" name="Flowchart: Manual Operation 531">
                  <a:extLst>
                    <a:ext uri="{FF2B5EF4-FFF2-40B4-BE49-F238E27FC236}">
                      <a16:creationId xmlns:a16="http://schemas.microsoft.com/office/drawing/2014/main" id="{FD470653-B744-7D08-AC82-5339C836FE01}"/>
                    </a:ext>
                  </a:extLst>
                </p:cNvPr>
                <p:cNvSpPr/>
                <p:nvPr/>
              </p:nvSpPr>
              <p:spPr>
                <a:xfrm rot="10800000">
                  <a:off x="8820152" y="4293919"/>
                  <a:ext cx="967732" cy="800993"/>
                </a:xfrm>
                <a:prstGeom prst="flowChartManualOperation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533" name="Graphic 532" descr="Document with solid fill">
                  <a:extLst>
                    <a:ext uri="{FF2B5EF4-FFF2-40B4-BE49-F238E27FC236}">
                      <a16:creationId xmlns:a16="http://schemas.microsoft.com/office/drawing/2014/main" id="{6C324587-59AE-DC5C-14DD-53EE11CA1D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73486" y="4250861"/>
                  <a:ext cx="914400" cy="886562"/>
                </a:xfrm>
                <a:prstGeom prst="rect">
                  <a:avLst/>
                </a:prstGeom>
              </p:spPr>
            </p:pic>
          </p:grpSp>
          <p:sp>
            <p:nvSpPr>
              <p:cNvPr id="531" name="TextBox 530">
                <a:extLst>
                  <a:ext uri="{FF2B5EF4-FFF2-40B4-BE49-F238E27FC236}">
                    <a16:creationId xmlns:a16="http://schemas.microsoft.com/office/drawing/2014/main" id="{CB318710-72D2-1195-4A33-7672C5A3D3DA}"/>
                  </a:ext>
                </a:extLst>
              </p:cNvPr>
              <p:cNvSpPr txBox="1"/>
              <p:nvPr/>
            </p:nvSpPr>
            <p:spPr>
              <a:xfrm>
                <a:off x="12122198" y="1428904"/>
                <a:ext cx="1445983" cy="369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Aptos (Body)"/>
                  </a:rPr>
                  <a:t>Text encoder</a:t>
                </a:r>
              </a:p>
            </p:txBody>
          </p:sp>
        </p:grpSp>
        <p:grpSp>
          <p:nvGrpSpPr>
            <p:cNvPr id="872" name="Group 871">
              <a:extLst>
                <a:ext uri="{FF2B5EF4-FFF2-40B4-BE49-F238E27FC236}">
                  <a16:creationId xmlns:a16="http://schemas.microsoft.com/office/drawing/2014/main" id="{7A4ABAFC-A3E7-96A5-14CB-56D9835EC1A7}"/>
                </a:ext>
              </a:extLst>
            </p:cNvPr>
            <p:cNvGrpSpPr/>
            <p:nvPr/>
          </p:nvGrpSpPr>
          <p:grpSpPr>
            <a:xfrm>
              <a:off x="13212545" y="80446"/>
              <a:ext cx="5900260" cy="3753236"/>
              <a:chOff x="13212545" y="145762"/>
              <a:chExt cx="5900260" cy="3753236"/>
            </a:xfrm>
          </p:grpSpPr>
          <p:grpSp>
            <p:nvGrpSpPr>
              <p:cNvPr id="535" name="Group 534">
                <a:extLst>
                  <a:ext uri="{FF2B5EF4-FFF2-40B4-BE49-F238E27FC236}">
                    <a16:creationId xmlns:a16="http://schemas.microsoft.com/office/drawing/2014/main" id="{B27AE3B3-D923-57CD-9313-D119525B27F2}"/>
                  </a:ext>
                </a:extLst>
              </p:cNvPr>
              <p:cNvGrpSpPr/>
              <p:nvPr/>
            </p:nvGrpSpPr>
            <p:grpSpPr>
              <a:xfrm>
                <a:off x="14195665" y="145762"/>
                <a:ext cx="890304" cy="831353"/>
                <a:chOff x="3677421" y="1161878"/>
                <a:chExt cx="834638" cy="1002388"/>
              </a:xfrm>
            </p:grpSpPr>
            <p:grpSp>
              <p:nvGrpSpPr>
                <p:cNvPr id="657" name="Group 656">
                  <a:extLst>
                    <a:ext uri="{FF2B5EF4-FFF2-40B4-BE49-F238E27FC236}">
                      <a16:creationId xmlns:a16="http://schemas.microsoft.com/office/drawing/2014/main" id="{BB333307-4E3C-4168-B4B2-1DABBB853D4D}"/>
                    </a:ext>
                  </a:extLst>
                </p:cNvPr>
                <p:cNvGrpSpPr/>
                <p:nvPr/>
              </p:nvGrpSpPr>
              <p:grpSpPr>
                <a:xfrm>
                  <a:off x="3677421" y="1266686"/>
                  <a:ext cx="797310" cy="897580"/>
                  <a:chOff x="3677421" y="1266686"/>
                  <a:chExt cx="797310" cy="897580"/>
                </a:xfrm>
              </p:grpSpPr>
              <p:sp>
                <p:nvSpPr>
                  <p:cNvPr id="659" name="Rectangle: Rounded Corners 658">
                    <a:extLst>
                      <a:ext uri="{FF2B5EF4-FFF2-40B4-BE49-F238E27FC236}">
                        <a16:creationId xmlns:a16="http://schemas.microsoft.com/office/drawing/2014/main" id="{6E0A0D68-6C28-35A4-EB0C-F76E77526607}"/>
                      </a:ext>
                    </a:extLst>
                  </p:cNvPr>
                  <p:cNvSpPr/>
                  <p:nvPr/>
                </p:nvSpPr>
                <p:spPr>
                  <a:xfrm>
                    <a:off x="3677421" y="1266686"/>
                    <a:ext cx="797310" cy="897580"/>
                  </a:xfrm>
                  <a:prstGeom prst="round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pic>
                <p:nvPicPr>
                  <p:cNvPr id="660" name="Picture 659">
                    <a:extLst>
                      <a:ext uri="{FF2B5EF4-FFF2-40B4-BE49-F238E27FC236}">
                        <a16:creationId xmlns:a16="http://schemas.microsoft.com/office/drawing/2014/main" id="{67F62019-5992-F82A-1A34-BEADB8B72A6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7"/>
                  <a:stretch/>
                </p:blipFill>
                <p:spPr>
                  <a:xfrm>
                    <a:off x="3677421" y="1286385"/>
                    <a:ext cx="797310" cy="829667"/>
                  </a:xfrm>
                  <a:prstGeom prst="rect">
                    <a:avLst/>
                  </a:prstGeom>
                </p:spPr>
              </p:pic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8" name="TextBox 657">
                      <a:extLst>
                        <a:ext uri="{FF2B5EF4-FFF2-40B4-BE49-F238E27FC236}">
                          <a16:creationId xmlns:a16="http://schemas.microsoft.com/office/drawing/2014/main" id="{B452DE72-1F8C-FDAB-3864-E64CDD83A0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3404" y="1161878"/>
                      <a:ext cx="398655" cy="5566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i="1" dirty="0"/>
                    </a:p>
                  </p:txBody>
                </p:sp>
              </mc:Choice>
              <mc:Fallback xmlns="">
                <p:sp>
                  <p:nvSpPr>
                    <p:cNvPr id="5837" name="TextBox 5836">
                      <a:extLst>
                        <a:ext uri="{FF2B5EF4-FFF2-40B4-BE49-F238E27FC236}">
                          <a16:creationId xmlns:a16="http://schemas.microsoft.com/office/drawing/2014/main" id="{0290DEC2-336F-57DF-F908-1D2FA1E07D1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3404" y="1161878"/>
                      <a:ext cx="398655" cy="556644"/>
                    </a:xfrm>
                    <a:prstGeom prst="rect">
                      <a:avLst/>
                    </a:prstGeom>
                    <a:blipFill>
                      <a:blip r:embed="rId68"/>
                      <a:stretch>
                        <a:fillRect l="-2857" r="-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36" name="Group 535">
                <a:extLst>
                  <a:ext uri="{FF2B5EF4-FFF2-40B4-BE49-F238E27FC236}">
                    <a16:creationId xmlns:a16="http://schemas.microsoft.com/office/drawing/2014/main" id="{7321F712-B023-E15B-83D9-505761F8F9A5}"/>
                  </a:ext>
                </a:extLst>
              </p:cNvPr>
              <p:cNvGrpSpPr/>
              <p:nvPr/>
            </p:nvGrpSpPr>
            <p:grpSpPr>
              <a:xfrm>
                <a:off x="13212545" y="1043047"/>
                <a:ext cx="5900260" cy="2855951"/>
                <a:chOff x="11913943" y="971792"/>
                <a:chExt cx="5900260" cy="2855951"/>
              </a:xfrm>
            </p:grpSpPr>
            <p:grpSp>
              <p:nvGrpSpPr>
                <p:cNvPr id="538" name="Group 537">
                  <a:extLst>
                    <a:ext uri="{FF2B5EF4-FFF2-40B4-BE49-F238E27FC236}">
                      <a16:creationId xmlns:a16="http://schemas.microsoft.com/office/drawing/2014/main" id="{26CD24F4-3912-76A6-36D8-06579E6F6732}"/>
                    </a:ext>
                  </a:extLst>
                </p:cNvPr>
                <p:cNvGrpSpPr/>
                <p:nvPr/>
              </p:nvGrpSpPr>
              <p:grpSpPr>
                <a:xfrm>
                  <a:off x="11913943" y="971792"/>
                  <a:ext cx="5900260" cy="2855951"/>
                  <a:chOff x="11913943" y="971792"/>
                  <a:chExt cx="5900260" cy="2855951"/>
                </a:xfrm>
              </p:grpSpPr>
              <p:sp>
                <p:nvSpPr>
                  <p:cNvPr id="655" name="Rectangle: Rounded Corners 654">
                    <a:extLst>
                      <a:ext uri="{FF2B5EF4-FFF2-40B4-BE49-F238E27FC236}">
                        <a16:creationId xmlns:a16="http://schemas.microsoft.com/office/drawing/2014/main" id="{84A9D0B4-47BA-A3CE-0206-9AC12DF6AC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1913943" y="1006463"/>
                    <a:ext cx="5618727" cy="2821280"/>
                  </a:xfrm>
                  <a:prstGeom prst="roundRect">
                    <a:avLst>
                      <a:gd name="adj" fmla="val 2327"/>
                    </a:avLst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noFill/>
                    <a:prstDash val="solid"/>
                  </a:ln>
                  <a:effectLst>
                    <a:outerShdw blurRad="152400" dist="50800" dir="3000000" algn="ctr" rotWithShape="0">
                      <a:srgbClr val="000000">
                        <a:alpha val="99000"/>
                      </a:srgbClr>
                    </a:outerShdw>
                  </a:effectLst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67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6" name="TextBox 655">
                    <a:extLst>
                      <a:ext uri="{FF2B5EF4-FFF2-40B4-BE49-F238E27FC236}">
                        <a16:creationId xmlns:a16="http://schemas.microsoft.com/office/drawing/2014/main" id="{62169423-7D7E-5144-2BF8-83E4A0520E4C}"/>
                      </a:ext>
                    </a:extLst>
                  </p:cNvPr>
                  <p:cNvSpPr txBox="1"/>
                  <p:nvPr/>
                </p:nvSpPr>
                <p:spPr>
                  <a:xfrm>
                    <a:off x="13335960" y="971792"/>
                    <a:ext cx="447824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i="1" dirty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(3) Confidence-Guided Post-Adaptation Inference</a:t>
                    </a:r>
                  </a:p>
                </p:txBody>
              </p:sp>
            </p:grpSp>
            <p:grpSp>
              <p:nvGrpSpPr>
                <p:cNvPr id="539" name="Group 538">
                  <a:extLst>
                    <a:ext uri="{FF2B5EF4-FFF2-40B4-BE49-F238E27FC236}">
                      <a16:creationId xmlns:a16="http://schemas.microsoft.com/office/drawing/2014/main" id="{AB618976-7AC5-6404-E5F3-7105F4DBD474}"/>
                    </a:ext>
                  </a:extLst>
                </p:cNvPr>
                <p:cNvGrpSpPr/>
                <p:nvPr/>
              </p:nvGrpSpPr>
              <p:grpSpPr>
                <a:xfrm>
                  <a:off x="12167814" y="1081568"/>
                  <a:ext cx="754887" cy="461921"/>
                  <a:chOff x="3424497" y="1615105"/>
                  <a:chExt cx="731090" cy="476507"/>
                </a:xfrm>
              </p:grpSpPr>
              <p:grpSp>
                <p:nvGrpSpPr>
                  <p:cNvPr id="649" name="Group 648">
                    <a:extLst>
                      <a:ext uri="{FF2B5EF4-FFF2-40B4-BE49-F238E27FC236}">
                        <a16:creationId xmlns:a16="http://schemas.microsoft.com/office/drawing/2014/main" id="{EB44802E-093D-5338-2DA3-163D020E32CE}"/>
                      </a:ext>
                    </a:extLst>
                  </p:cNvPr>
                  <p:cNvGrpSpPr/>
                  <p:nvPr/>
                </p:nvGrpSpPr>
                <p:grpSpPr>
                  <a:xfrm>
                    <a:off x="3424497" y="1732903"/>
                    <a:ext cx="425442" cy="325127"/>
                    <a:chOff x="9509221" y="2880821"/>
                    <a:chExt cx="425442" cy="325127"/>
                  </a:xfrm>
                </p:grpSpPr>
                <p:sp>
                  <p:nvSpPr>
                    <p:cNvPr id="651" name="Cube 650">
                      <a:extLst>
                        <a:ext uri="{FF2B5EF4-FFF2-40B4-BE49-F238E27FC236}">
                          <a16:creationId xmlns:a16="http://schemas.microsoft.com/office/drawing/2014/main" id="{FC1A8A53-F7AB-01B0-FC73-FC93250046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9244" y="3033297"/>
                      <a:ext cx="226509" cy="172651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30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8989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52" name="Cube 651">
                      <a:extLst>
                        <a:ext uri="{FF2B5EF4-FFF2-40B4-BE49-F238E27FC236}">
                          <a16:creationId xmlns:a16="http://schemas.microsoft.com/office/drawing/2014/main" id="{1FF27DE9-3A67-2F63-67CF-CC78ACD730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08156" y="3033295"/>
                      <a:ext cx="226507" cy="172650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30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8989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53" name="Cube 652">
                      <a:extLst>
                        <a:ext uri="{FF2B5EF4-FFF2-40B4-BE49-F238E27FC236}">
                          <a16:creationId xmlns:a16="http://schemas.microsoft.com/office/drawing/2014/main" id="{AA665254-9969-03F5-A817-A74396D331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9221" y="2880822"/>
                      <a:ext cx="226507" cy="172651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30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8989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54" name="Cube 653">
                      <a:extLst>
                        <a:ext uri="{FF2B5EF4-FFF2-40B4-BE49-F238E27FC236}">
                          <a16:creationId xmlns:a16="http://schemas.microsoft.com/office/drawing/2014/main" id="{CD94C52B-EE38-5576-E731-75E8EB4AC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08156" y="2880821"/>
                      <a:ext cx="226507" cy="172650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30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FF8989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50" name="TextBox 649">
                        <a:extLst>
                          <a:ext uri="{FF2B5EF4-FFF2-40B4-BE49-F238E27FC236}">
                            <a16:creationId xmlns:a16="http://schemas.microsoft.com/office/drawing/2014/main" id="{7283C482-BA0F-C33F-D21C-D01758ED78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820837" y="1615105"/>
                        <a:ext cx="334750" cy="47650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ℬ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5831" name="TextBox 5830">
                        <a:extLst>
                          <a:ext uri="{FF2B5EF4-FFF2-40B4-BE49-F238E27FC236}">
                            <a16:creationId xmlns:a16="http://schemas.microsoft.com/office/drawing/2014/main" id="{4A5C54E3-32B4-8EEF-C2CF-C5B18AB7FA3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20837" y="1615105"/>
                        <a:ext cx="334750" cy="476507"/>
                      </a:xfrm>
                      <a:prstGeom prst="rect">
                        <a:avLst/>
                      </a:prstGeom>
                      <a:blipFill>
                        <a:blip r:embed="rId69"/>
                        <a:stretch>
                          <a:fillRect l="-5357" r="-32143" b="-394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540" name="Group 539">
                  <a:extLst>
                    <a:ext uri="{FF2B5EF4-FFF2-40B4-BE49-F238E27FC236}">
                      <a16:creationId xmlns:a16="http://schemas.microsoft.com/office/drawing/2014/main" id="{4C41E0CA-1F70-05F4-B3EB-C15580F6CFCF}"/>
                    </a:ext>
                  </a:extLst>
                </p:cNvPr>
                <p:cNvGrpSpPr/>
                <p:nvPr/>
              </p:nvGrpSpPr>
              <p:grpSpPr>
                <a:xfrm>
                  <a:off x="12046221" y="1809556"/>
                  <a:ext cx="751398" cy="338554"/>
                  <a:chOff x="3234689" y="2133953"/>
                  <a:chExt cx="727711" cy="349244"/>
                </a:xfrm>
              </p:grpSpPr>
              <p:sp>
                <p:nvSpPr>
                  <p:cNvPr id="638" name="Rectangle: Rounded Corners 637">
                    <a:extLst>
                      <a:ext uri="{FF2B5EF4-FFF2-40B4-BE49-F238E27FC236}">
                        <a16:creationId xmlns:a16="http://schemas.microsoft.com/office/drawing/2014/main" id="{6D7CED5B-D7F8-02AB-BC37-E1957238F00A}"/>
                      </a:ext>
                    </a:extLst>
                  </p:cNvPr>
                  <p:cNvSpPr/>
                  <p:nvPr/>
                </p:nvSpPr>
                <p:spPr>
                  <a:xfrm>
                    <a:off x="3234689" y="2217240"/>
                    <a:ext cx="727711" cy="259741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67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639" name="Group 638">
                    <a:extLst>
                      <a:ext uri="{FF2B5EF4-FFF2-40B4-BE49-F238E27FC236}">
                        <a16:creationId xmlns:a16="http://schemas.microsoft.com/office/drawing/2014/main" id="{89E8B62E-BBBE-4F0F-7354-E79B2C83D1A7}"/>
                      </a:ext>
                    </a:extLst>
                  </p:cNvPr>
                  <p:cNvGrpSpPr/>
                  <p:nvPr/>
                </p:nvGrpSpPr>
                <p:grpSpPr>
                  <a:xfrm>
                    <a:off x="3279911" y="2245032"/>
                    <a:ext cx="130798" cy="193528"/>
                    <a:chOff x="8913787" y="2640181"/>
                    <a:chExt cx="130798" cy="193528"/>
                  </a:xfrm>
                </p:grpSpPr>
                <p:sp>
                  <p:nvSpPr>
                    <p:cNvPr id="647" name="Cube 646">
                      <a:extLst>
                        <a:ext uri="{FF2B5EF4-FFF2-40B4-BE49-F238E27FC236}">
                          <a16:creationId xmlns:a16="http://schemas.microsoft.com/office/drawing/2014/main" id="{0FC801AC-38A0-E304-BF9D-43EDCB72D4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3787" y="2730940"/>
                      <a:ext cx="130798" cy="102769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18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00B05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8" name="Cube 647">
                      <a:extLst>
                        <a:ext uri="{FF2B5EF4-FFF2-40B4-BE49-F238E27FC236}">
                          <a16:creationId xmlns:a16="http://schemas.microsoft.com/office/drawing/2014/main" id="{CCCF4A42-A55E-A4C9-6E8C-EE2F4505FA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3787" y="2640181"/>
                      <a:ext cx="130798" cy="102769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18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00B05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40" name="TextBox 639">
                    <a:extLst>
                      <a:ext uri="{FF2B5EF4-FFF2-40B4-BE49-F238E27FC236}">
                        <a16:creationId xmlns:a16="http://schemas.microsoft.com/office/drawing/2014/main" id="{A7DF1E11-D302-8CA9-0035-D859B79C624E}"/>
                      </a:ext>
                    </a:extLst>
                  </p:cNvPr>
                  <p:cNvSpPr txBox="1"/>
                  <p:nvPr/>
                </p:nvSpPr>
                <p:spPr>
                  <a:xfrm>
                    <a:off x="3532248" y="2133953"/>
                    <a:ext cx="274869" cy="3492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/>
                      <a:t>…</a:t>
                    </a:r>
                  </a:p>
                </p:txBody>
              </p:sp>
              <p:grpSp>
                <p:nvGrpSpPr>
                  <p:cNvPr id="641" name="Group 640">
                    <a:extLst>
                      <a:ext uri="{FF2B5EF4-FFF2-40B4-BE49-F238E27FC236}">
                        <a16:creationId xmlns:a16="http://schemas.microsoft.com/office/drawing/2014/main" id="{43CCA135-E35D-A816-21E7-366345D6BB22}"/>
                      </a:ext>
                    </a:extLst>
                  </p:cNvPr>
                  <p:cNvGrpSpPr/>
                  <p:nvPr/>
                </p:nvGrpSpPr>
                <p:grpSpPr>
                  <a:xfrm>
                    <a:off x="3464945" y="2245032"/>
                    <a:ext cx="130798" cy="193528"/>
                    <a:chOff x="8913787" y="2640181"/>
                    <a:chExt cx="130798" cy="193528"/>
                  </a:xfrm>
                </p:grpSpPr>
                <p:sp>
                  <p:nvSpPr>
                    <p:cNvPr id="645" name="Cube 644">
                      <a:extLst>
                        <a:ext uri="{FF2B5EF4-FFF2-40B4-BE49-F238E27FC236}">
                          <a16:creationId xmlns:a16="http://schemas.microsoft.com/office/drawing/2014/main" id="{1C1F26F4-A1B5-28CC-E4FE-3061CCF647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3787" y="2730940"/>
                      <a:ext cx="130798" cy="102769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18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00B05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6" name="Cube 645">
                      <a:extLst>
                        <a:ext uri="{FF2B5EF4-FFF2-40B4-BE49-F238E27FC236}">
                          <a16:creationId xmlns:a16="http://schemas.microsoft.com/office/drawing/2014/main" id="{E95A96B0-A380-2B3B-8BED-6AA8D530CA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3787" y="2640181"/>
                      <a:ext cx="130798" cy="102769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18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00B05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642" name="Group 641">
                    <a:extLst>
                      <a:ext uri="{FF2B5EF4-FFF2-40B4-BE49-F238E27FC236}">
                        <a16:creationId xmlns:a16="http://schemas.microsoft.com/office/drawing/2014/main" id="{8C0725EB-1D9E-5D20-EE7D-4893FF8068CE}"/>
                      </a:ext>
                    </a:extLst>
                  </p:cNvPr>
                  <p:cNvGrpSpPr/>
                  <p:nvPr/>
                </p:nvGrpSpPr>
                <p:grpSpPr>
                  <a:xfrm>
                    <a:off x="3793293" y="2249424"/>
                    <a:ext cx="130798" cy="193528"/>
                    <a:chOff x="8913787" y="2640181"/>
                    <a:chExt cx="130798" cy="193528"/>
                  </a:xfrm>
                </p:grpSpPr>
                <p:sp>
                  <p:nvSpPr>
                    <p:cNvPr id="643" name="Cube 642">
                      <a:extLst>
                        <a:ext uri="{FF2B5EF4-FFF2-40B4-BE49-F238E27FC236}">
                          <a16:creationId xmlns:a16="http://schemas.microsoft.com/office/drawing/2014/main" id="{AF6F696C-5359-5791-982F-546E448F0A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3787" y="2730940"/>
                      <a:ext cx="130798" cy="102769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18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00B05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4" name="Cube 643">
                      <a:extLst>
                        <a:ext uri="{FF2B5EF4-FFF2-40B4-BE49-F238E27FC236}">
                          <a16:creationId xmlns:a16="http://schemas.microsoft.com/office/drawing/2014/main" id="{E4983C0B-B2B2-5D73-4BF2-99565278DE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3787" y="2640181"/>
                      <a:ext cx="130798" cy="102769"/>
                    </a:xfrm>
                    <a:prstGeom prst="cube">
                      <a:avLst>
                        <a:gd name="adj" fmla="val 35592"/>
                      </a:avLst>
                    </a:prstGeom>
                    <a:gradFill flip="none" rotWithShape="1">
                      <a:gsLst>
                        <a:gs pos="18000">
                          <a:schemeClr val="accent1">
                            <a:lumMod val="0"/>
                            <a:lumOff val="100000"/>
                          </a:schemeClr>
                        </a:gs>
                        <a:gs pos="92000">
                          <a:srgbClr val="00B050"/>
                        </a:gs>
                      </a:gsLst>
                      <a:path path="circle">
                        <a:fillToRect l="100000" b="100000"/>
                      </a:path>
                      <a:tileRect t="-100000" r="-100000"/>
                    </a:gra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sp>
              <p:nvSpPr>
                <p:cNvPr id="541" name="Arrow: Right 540">
                  <a:extLst>
                    <a:ext uri="{FF2B5EF4-FFF2-40B4-BE49-F238E27FC236}">
                      <a16:creationId xmlns:a16="http://schemas.microsoft.com/office/drawing/2014/main" id="{0D5E2D30-E9E5-8282-2212-DC10B8C46DA3}"/>
                    </a:ext>
                  </a:extLst>
                </p:cNvPr>
                <p:cNvSpPr/>
                <p:nvPr/>
              </p:nvSpPr>
              <p:spPr>
                <a:xfrm rot="5400000">
                  <a:off x="12251582" y="1623281"/>
                  <a:ext cx="234276" cy="166674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542" name="Group 541">
                  <a:extLst>
                    <a:ext uri="{FF2B5EF4-FFF2-40B4-BE49-F238E27FC236}">
                      <a16:creationId xmlns:a16="http://schemas.microsoft.com/office/drawing/2014/main" id="{0618C1D9-27C7-B4B0-278E-3C626DCCF61D}"/>
                    </a:ext>
                  </a:extLst>
                </p:cNvPr>
                <p:cNvGrpSpPr/>
                <p:nvPr/>
              </p:nvGrpSpPr>
              <p:grpSpPr>
                <a:xfrm>
                  <a:off x="13750054" y="2244686"/>
                  <a:ext cx="529658" cy="1142449"/>
                  <a:chOff x="2646750" y="3462338"/>
                  <a:chExt cx="411017" cy="1065124"/>
                </a:xfrm>
              </p:grpSpPr>
              <p:sp>
                <p:nvSpPr>
                  <p:cNvPr id="632" name="Cube 631">
                    <a:extLst>
                      <a:ext uri="{FF2B5EF4-FFF2-40B4-BE49-F238E27FC236}">
                        <a16:creationId xmlns:a16="http://schemas.microsoft.com/office/drawing/2014/main" id="{08B2D1BB-7A68-C9F5-6588-6121CD6A6343}"/>
                      </a:ext>
                    </a:extLst>
                  </p:cNvPr>
                  <p:cNvSpPr/>
                  <p:nvPr/>
                </p:nvSpPr>
                <p:spPr>
                  <a:xfrm>
                    <a:off x="2684415" y="3499218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2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3" name="Cube 632">
                    <a:extLst>
                      <a:ext uri="{FF2B5EF4-FFF2-40B4-BE49-F238E27FC236}">
                        <a16:creationId xmlns:a16="http://schemas.microsoft.com/office/drawing/2014/main" id="{A9BB8F2D-D6D6-6A73-3804-FEFDB1F69282}"/>
                      </a:ext>
                    </a:extLst>
                  </p:cNvPr>
                  <p:cNvSpPr/>
                  <p:nvPr/>
                </p:nvSpPr>
                <p:spPr>
                  <a:xfrm>
                    <a:off x="2692898" y="3721637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4" name="Cube 633">
                    <a:extLst>
                      <a:ext uri="{FF2B5EF4-FFF2-40B4-BE49-F238E27FC236}">
                        <a16:creationId xmlns:a16="http://schemas.microsoft.com/office/drawing/2014/main" id="{96396CDA-8510-A6E7-8DBC-C7D3EEB97518}"/>
                      </a:ext>
                    </a:extLst>
                  </p:cNvPr>
                  <p:cNvSpPr/>
                  <p:nvPr/>
                </p:nvSpPr>
                <p:spPr>
                  <a:xfrm>
                    <a:off x="2692898" y="3933977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rgbClr val="FF0000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5" name="Cube 634">
                    <a:extLst>
                      <a:ext uri="{FF2B5EF4-FFF2-40B4-BE49-F238E27FC236}">
                        <a16:creationId xmlns:a16="http://schemas.microsoft.com/office/drawing/2014/main" id="{FE065FD4-6AEF-CB1B-2079-97A4FBC0C197}"/>
                      </a:ext>
                    </a:extLst>
                  </p:cNvPr>
                  <p:cNvSpPr/>
                  <p:nvPr/>
                </p:nvSpPr>
                <p:spPr>
                  <a:xfrm>
                    <a:off x="2692898" y="4325685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6" name="Rectangle: Rounded Corners 635">
                    <a:extLst>
                      <a:ext uri="{FF2B5EF4-FFF2-40B4-BE49-F238E27FC236}">
                        <a16:creationId xmlns:a16="http://schemas.microsoft.com/office/drawing/2014/main" id="{B260E415-EA9E-A1B2-8784-841D7960A39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54595" y="3854493"/>
                    <a:ext cx="1065124" cy="280814"/>
                  </a:xfrm>
                  <a:prstGeom prst="roundRect">
                    <a:avLst>
                      <a:gd name="adj" fmla="val 10000"/>
                    </a:avLst>
                  </a:prstGeom>
                  <a:noFill/>
                  <a:ln w="1905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67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7" name="TextBox 636">
                    <a:extLst>
                      <a:ext uri="{FF2B5EF4-FFF2-40B4-BE49-F238E27FC236}">
                        <a16:creationId xmlns:a16="http://schemas.microsoft.com/office/drawing/2014/main" id="{446FCA2B-3AFD-8CCD-8446-D56A357C488D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2661235" y="4038975"/>
                    <a:ext cx="434809" cy="3582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…</a:t>
                    </a:r>
                    <a:endParaRPr lang="en-US" sz="3201" dirty="0"/>
                  </a:p>
                </p:txBody>
              </p:sp>
            </p:grpSp>
            <p:sp>
              <p:nvSpPr>
                <p:cNvPr id="543" name="Arrow: Bent 542">
                  <a:extLst>
                    <a:ext uri="{FF2B5EF4-FFF2-40B4-BE49-F238E27FC236}">
                      <a16:creationId xmlns:a16="http://schemas.microsoft.com/office/drawing/2014/main" id="{B532A126-5236-9AC2-D922-6D32405E9272}"/>
                    </a:ext>
                  </a:extLst>
                </p:cNvPr>
                <p:cNvSpPr/>
                <p:nvPr/>
              </p:nvSpPr>
              <p:spPr>
                <a:xfrm flipV="1">
                  <a:off x="12319908" y="2163499"/>
                  <a:ext cx="1388231" cy="658584"/>
                </a:xfrm>
                <a:prstGeom prst="bentArrow">
                  <a:avLst>
                    <a:gd name="adj1" fmla="val 20038"/>
                    <a:gd name="adj2" fmla="val 15195"/>
                    <a:gd name="adj3" fmla="val 18379"/>
                    <a:gd name="adj4" fmla="val 55707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90000">
                      <a:schemeClr val="bg2"/>
                    </a:gs>
                  </a:gsLst>
                  <a:path path="circle">
                    <a:fillToRect l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544" name="Group 543">
                  <a:extLst>
                    <a:ext uri="{FF2B5EF4-FFF2-40B4-BE49-F238E27FC236}">
                      <a16:creationId xmlns:a16="http://schemas.microsoft.com/office/drawing/2014/main" id="{D6F42783-D925-ED0C-C3DF-3859522AB592}"/>
                    </a:ext>
                  </a:extLst>
                </p:cNvPr>
                <p:cNvGrpSpPr/>
                <p:nvPr/>
              </p:nvGrpSpPr>
              <p:grpSpPr>
                <a:xfrm>
                  <a:off x="12470576" y="2168376"/>
                  <a:ext cx="1226883" cy="525103"/>
                  <a:chOff x="7939893" y="2266910"/>
                  <a:chExt cx="1226883" cy="525103"/>
                </a:xfrm>
              </p:grpSpPr>
              <p:sp>
                <p:nvSpPr>
                  <p:cNvPr id="626" name="TextBox 625">
                    <a:extLst>
                      <a:ext uri="{FF2B5EF4-FFF2-40B4-BE49-F238E27FC236}">
                        <a16:creationId xmlns:a16="http://schemas.microsoft.com/office/drawing/2014/main" id="{8B5B198D-F4B6-E0F9-2F4D-682B1AE378CA}"/>
                      </a:ext>
                    </a:extLst>
                  </p:cNvPr>
                  <p:cNvSpPr txBox="1"/>
                  <p:nvPr/>
                </p:nvSpPr>
                <p:spPr>
                  <a:xfrm>
                    <a:off x="8256786" y="2266910"/>
                    <a:ext cx="6029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i="1" dirty="0"/>
                      <a:t>EMA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27" name="TextBox 626">
                        <a:extLst>
                          <a:ext uri="{FF2B5EF4-FFF2-40B4-BE49-F238E27FC236}">
                            <a16:creationId xmlns:a16="http://schemas.microsoft.com/office/drawing/2014/main" id="{B3FF0BC5-DBC4-8C89-C616-E40FA2B80F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39893" y="2330348"/>
                        <a:ext cx="395527" cy="461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5808" name="TextBox 5807">
                        <a:extLst>
                          <a:ext uri="{FF2B5EF4-FFF2-40B4-BE49-F238E27FC236}">
                            <a16:creationId xmlns:a16="http://schemas.microsoft.com/office/drawing/2014/main" id="{17325E82-B478-4D9D-091C-696F1D2DB45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39893" y="2330348"/>
                        <a:ext cx="395527" cy="461665"/>
                      </a:xfrm>
                      <a:prstGeom prst="rect">
                        <a:avLst/>
                      </a:prstGeom>
                      <a:blipFill>
                        <a:blip r:embed="rId70"/>
                        <a:stretch>
                          <a:fillRect l="-3077" r="-4615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628" name="Straight Arrow Connector 627">
                    <a:extLst>
                      <a:ext uri="{FF2B5EF4-FFF2-40B4-BE49-F238E27FC236}">
                        <a16:creationId xmlns:a16="http://schemas.microsoft.com/office/drawing/2014/main" id="{7D558E89-19C7-926F-6361-336190322BFC}"/>
                      </a:ext>
                    </a:extLst>
                  </p:cNvPr>
                  <p:cNvCxnSpPr>
                    <a:cxnSpLocks/>
                    <a:stCxn id="627" idx="3"/>
                    <a:endCxn id="630" idx="3"/>
                  </p:cNvCxnSpPr>
                  <p:nvPr/>
                </p:nvCxnSpPr>
                <p:spPr>
                  <a:xfrm flipV="1">
                    <a:off x="8335420" y="2561180"/>
                    <a:ext cx="518848" cy="1"/>
                  </a:xfrm>
                  <a:prstGeom prst="straightConnector1">
                    <a:avLst/>
                  </a:prstGeom>
                  <a:ln w="28575">
                    <a:prstDash val="solid"/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29" name="Group 628">
                    <a:extLst>
                      <a:ext uri="{FF2B5EF4-FFF2-40B4-BE49-F238E27FC236}">
                        <a16:creationId xmlns:a16="http://schemas.microsoft.com/office/drawing/2014/main" id="{7B71CD63-700E-4FF0-9E24-9628FB60491B}"/>
                      </a:ext>
                    </a:extLst>
                  </p:cNvPr>
                  <p:cNvGrpSpPr/>
                  <p:nvPr/>
                </p:nvGrpSpPr>
                <p:grpSpPr>
                  <a:xfrm>
                    <a:off x="8767931" y="2295490"/>
                    <a:ext cx="398845" cy="461665"/>
                    <a:chOff x="7484650" y="2018999"/>
                    <a:chExt cx="386272" cy="610740"/>
                  </a:xfrm>
                </p:grpSpPr>
                <p:sp>
                  <p:nvSpPr>
                    <p:cNvPr id="630" name="Rectangle: Rounded Corners 629">
                      <a:extLst>
                        <a:ext uri="{FF2B5EF4-FFF2-40B4-BE49-F238E27FC236}">
                          <a16:creationId xmlns:a16="http://schemas.microsoft.com/office/drawing/2014/main" id="{1E28BF1D-EB58-8278-D7A9-207EA7936F9A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7568265" y="2185334"/>
                      <a:ext cx="302657" cy="370297"/>
                    </a:xfrm>
                    <a:prstGeom prst="roundRect">
                      <a:avLst>
                        <a:gd name="adj" fmla="val 4198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prstDash val="sysDash"/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67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31" name="TextBox 630">
                          <a:extLst>
                            <a:ext uri="{FF2B5EF4-FFF2-40B4-BE49-F238E27FC236}">
                              <a16:creationId xmlns:a16="http://schemas.microsoft.com/office/drawing/2014/main" id="{6B658B7D-189D-0FED-E8BD-421B3AB8403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484650" y="2018999"/>
                          <a:ext cx="383058" cy="6107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2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2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2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5812" name="TextBox 5811">
                          <a:extLst>
                            <a:ext uri="{FF2B5EF4-FFF2-40B4-BE49-F238E27FC236}">
                              <a16:creationId xmlns:a16="http://schemas.microsoft.com/office/drawing/2014/main" id="{0791F2DF-55B8-FC66-C9CE-3C4631A273A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484650" y="2018999"/>
                          <a:ext cx="383058" cy="610740"/>
                        </a:xfrm>
                        <a:prstGeom prst="rect">
                          <a:avLst/>
                        </a:prstGeom>
                        <a:blipFill>
                          <a:blip r:embed="rId71"/>
                          <a:stretch>
                            <a:fillRect l="-3077" r="-7692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5" name="TextBox 544">
                      <a:extLst>
                        <a:ext uri="{FF2B5EF4-FFF2-40B4-BE49-F238E27FC236}">
                          <a16:creationId xmlns:a16="http://schemas.microsoft.com/office/drawing/2014/main" id="{408DEEFC-12AD-15D8-F329-66FAE4F17C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265938" y="2723787"/>
                      <a:ext cx="424135" cy="40075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200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4" i="1" dirty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004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4" i="1" dirty="0"/>
                    </a:p>
                  </p:txBody>
                </p:sp>
              </mc:Choice>
              <mc:Fallback xmlns="">
                <p:sp>
                  <p:nvSpPr>
                    <p:cNvPr id="5725" name="TextBox 5724">
                      <a:extLst>
                        <a:ext uri="{FF2B5EF4-FFF2-40B4-BE49-F238E27FC236}">
                          <a16:creationId xmlns:a16="http://schemas.microsoft.com/office/drawing/2014/main" id="{50D60979-CDE2-C9E3-58AD-1FAED600A3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265938" y="2723787"/>
                      <a:ext cx="424135" cy="400751"/>
                    </a:xfrm>
                    <a:prstGeom prst="rect">
                      <a:avLst/>
                    </a:prstGeom>
                    <a:blipFill>
                      <a:blip r:embed="rId72"/>
                      <a:stretch>
                        <a:fillRect b="-1538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46" name="Connector: Elbow 545">
                  <a:extLst>
                    <a:ext uri="{FF2B5EF4-FFF2-40B4-BE49-F238E27FC236}">
                      <a16:creationId xmlns:a16="http://schemas.microsoft.com/office/drawing/2014/main" id="{ABD86C97-CA9D-4C09-2661-767F5310C36F}"/>
                    </a:ext>
                  </a:extLst>
                </p:cNvPr>
                <p:cNvCxnSpPr>
                  <a:cxnSpLocks/>
                  <a:stCxn id="636" idx="0"/>
                  <a:endCxn id="621" idx="1"/>
                </p:cNvCxnSpPr>
                <p:nvPr/>
              </p:nvCxnSpPr>
              <p:spPr>
                <a:xfrm>
                  <a:off x="14111926" y="2815912"/>
                  <a:ext cx="476667" cy="514242"/>
                </a:xfrm>
                <a:prstGeom prst="bentConnector3">
                  <a:avLst>
                    <a:gd name="adj1" fmla="val 50000"/>
                  </a:avLst>
                </a:prstGeom>
                <a:ln w="28575">
                  <a:prstDash val="solid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547" name="Group 546">
                  <a:extLst>
                    <a:ext uri="{FF2B5EF4-FFF2-40B4-BE49-F238E27FC236}">
                      <a16:creationId xmlns:a16="http://schemas.microsoft.com/office/drawing/2014/main" id="{BCD74B96-1AB5-86CC-03DD-A31A5D5A1403}"/>
                    </a:ext>
                  </a:extLst>
                </p:cNvPr>
                <p:cNvGrpSpPr/>
                <p:nvPr/>
              </p:nvGrpSpPr>
              <p:grpSpPr>
                <a:xfrm>
                  <a:off x="14588593" y="3089858"/>
                  <a:ext cx="1253748" cy="542802"/>
                  <a:chOff x="1722004" y="900106"/>
                  <a:chExt cx="1214225" cy="559941"/>
                </a:xfrm>
              </p:grpSpPr>
              <p:grpSp>
                <p:nvGrpSpPr>
                  <p:cNvPr id="619" name="Group 618">
                    <a:extLst>
                      <a:ext uri="{FF2B5EF4-FFF2-40B4-BE49-F238E27FC236}">
                        <a16:creationId xmlns:a16="http://schemas.microsoft.com/office/drawing/2014/main" id="{DD64D341-54C6-CDDF-7D89-0FD4935A0742}"/>
                      </a:ext>
                    </a:extLst>
                  </p:cNvPr>
                  <p:cNvGrpSpPr/>
                  <p:nvPr/>
                </p:nvGrpSpPr>
                <p:grpSpPr>
                  <a:xfrm>
                    <a:off x="1722004" y="900106"/>
                    <a:ext cx="617978" cy="495766"/>
                    <a:chOff x="9282671" y="3794126"/>
                    <a:chExt cx="617978" cy="635776"/>
                  </a:xfrm>
                </p:grpSpPr>
                <p:sp>
                  <p:nvSpPr>
                    <p:cNvPr id="621" name="Rectangle: Rounded Corners 620">
                      <a:extLst>
                        <a:ext uri="{FF2B5EF4-FFF2-40B4-BE49-F238E27FC236}">
                          <a16:creationId xmlns:a16="http://schemas.microsoft.com/office/drawing/2014/main" id="{82BFC2C5-A801-F9C0-CD75-FCEC432BB4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82671" y="3794126"/>
                      <a:ext cx="617978" cy="635776"/>
                    </a:xfrm>
                    <a:prstGeom prst="roundRect">
                      <a:avLst>
                        <a:gd name="adj" fmla="val 10000"/>
                      </a:avLst>
                    </a:prstGeom>
                    <a:solidFill>
                      <a:schemeClr val="bg2"/>
                    </a:solidFill>
                    <a:ln w="28575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67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622" name="Rectangle 621">
                      <a:extLst>
                        <a:ext uri="{FF2B5EF4-FFF2-40B4-BE49-F238E27FC236}">
                          <a16:creationId xmlns:a16="http://schemas.microsoft.com/office/drawing/2014/main" id="{F5825C80-33B2-12E4-3110-56205341C3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82252" y="4203356"/>
                      <a:ext cx="95147" cy="15970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bg1"/>
                        </a:gs>
                        <a:gs pos="25000">
                          <a:schemeClr val="accent1">
                            <a:lumMod val="20000"/>
                            <a:lumOff val="80000"/>
                          </a:schemeClr>
                        </a:gs>
                        <a:gs pos="100000">
                          <a:schemeClr val="tx2">
                            <a:lumMod val="50000"/>
                            <a:lumOff val="50000"/>
                          </a:schemeClr>
                        </a:gs>
                      </a:gsLst>
                      <a:lin ang="16200000" scaled="1"/>
                    </a:gra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23" name="Rectangle 622">
                      <a:extLst>
                        <a:ext uri="{FF2B5EF4-FFF2-40B4-BE49-F238E27FC236}">
                          <a16:creationId xmlns:a16="http://schemas.microsoft.com/office/drawing/2014/main" id="{64E708D3-451A-E538-3E11-82495CF3D9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9288" y="4096541"/>
                      <a:ext cx="95147" cy="266516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bg1"/>
                        </a:gs>
                        <a:gs pos="25000">
                          <a:srgbClr val="FFABAB"/>
                        </a:gs>
                        <a:gs pos="100000">
                          <a:srgbClr val="FF0000"/>
                        </a:gs>
                      </a:gsLst>
                      <a:lin ang="16200000" scaled="1"/>
                    </a:gra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24" name="Rectangle 623">
                      <a:extLst>
                        <a:ext uri="{FF2B5EF4-FFF2-40B4-BE49-F238E27FC236}">
                          <a16:creationId xmlns:a16="http://schemas.microsoft.com/office/drawing/2014/main" id="{C2D13876-47DD-4BE2-54D7-EB4DB9D5E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54864" y="3859693"/>
                      <a:ext cx="95147" cy="496609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chemeClr val="bg1"/>
                        </a:gs>
                        <a:gs pos="2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2"/>
                        </a:gs>
                      </a:gsLst>
                      <a:lin ang="16200000" scaled="1"/>
                      <a:tileRect/>
                    </a:gradFill>
                    <a:ln w="3810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25" name="Rectangle 624">
                      <a:extLst>
                        <a:ext uri="{FF2B5EF4-FFF2-40B4-BE49-F238E27FC236}">
                          <a16:creationId xmlns:a16="http://schemas.microsoft.com/office/drawing/2014/main" id="{37E51FFC-8355-6035-0957-21E1CA728B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16236" y="3927471"/>
                      <a:ext cx="95147" cy="425172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chemeClr val="bg1"/>
                        </a:gs>
                        <a:gs pos="25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chemeClr val="accent5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n w="3810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620" name="TextBox 619">
                    <a:extLst>
                      <a:ext uri="{FF2B5EF4-FFF2-40B4-BE49-F238E27FC236}">
                        <a16:creationId xmlns:a16="http://schemas.microsoft.com/office/drawing/2014/main" id="{28576E3A-D053-FD64-413B-663F3527A85C}"/>
                      </a:ext>
                    </a:extLst>
                  </p:cNvPr>
                  <p:cNvSpPr txBox="1"/>
                  <p:nvPr/>
                </p:nvSpPr>
                <p:spPr>
                  <a:xfrm>
                    <a:off x="2244607" y="920307"/>
                    <a:ext cx="691622" cy="5397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b="1" i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rPr>
                      <a:t>Task logits</a:t>
                    </a:r>
                  </a:p>
                </p:txBody>
              </p:sp>
            </p:grpSp>
            <p:grpSp>
              <p:nvGrpSpPr>
                <p:cNvPr id="548" name="Group 547">
                  <a:extLst>
                    <a:ext uri="{FF2B5EF4-FFF2-40B4-BE49-F238E27FC236}">
                      <a16:creationId xmlns:a16="http://schemas.microsoft.com/office/drawing/2014/main" id="{2C725CD9-7971-3AA3-8469-3AE769252D01}"/>
                    </a:ext>
                  </a:extLst>
                </p:cNvPr>
                <p:cNvGrpSpPr/>
                <p:nvPr/>
              </p:nvGrpSpPr>
              <p:grpSpPr>
                <a:xfrm>
                  <a:off x="14461970" y="1728497"/>
                  <a:ext cx="926577" cy="568603"/>
                  <a:chOff x="8972886" y="4861764"/>
                  <a:chExt cx="897368" cy="655786"/>
                </a:xfrm>
              </p:grpSpPr>
              <p:sp>
                <p:nvSpPr>
                  <p:cNvPr id="617" name="Diamond 616">
                    <a:extLst>
                      <a:ext uri="{FF2B5EF4-FFF2-40B4-BE49-F238E27FC236}">
                        <a16:creationId xmlns:a16="http://schemas.microsoft.com/office/drawing/2014/main" id="{34B4B9CF-1EA2-CCB0-6642-FC197053EE73}"/>
                      </a:ext>
                    </a:extLst>
                  </p:cNvPr>
                  <p:cNvSpPr/>
                  <p:nvPr/>
                </p:nvSpPr>
                <p:spPr>
                  <a:xfrm>
                    <a:off x="9047490" y="4861764"/>
                    <a:ext cx="716256" cy="655786"/>
                  </a:xfrm>
                  <a:prstGeom prst="diamond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2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18" name="TextBox 617">
                        <a:extLst>
                          <a:ext uri="{FF2B5EF4-FFF2-40B4-BE49-F238E27FC236}">
                            <a16:creationId xmlns:a16="http://schemas.microsoft.com/office/drawing/2014/main" id="{16EBED15-80BE-4802-B17A-BD8B0680C7C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72886" y="4975134"/>
                        <a:ext cx="897368" cy="3904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>
                              <m:sSub>
                                <m:sSub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oMath>
                          </m:oMathPara>
                        </a14:m>
                        <a:endParaRPr lang="en-US" sz="1600" i="1" dirty="0"/>
                      </a:p>
                    </p:txBody>
                  </p:sp>
                </mc:Choice>
                <mc:Fallback xmlns="">
                  <p:sp>
                    <p:nvSpPr>
                      <p:cNvPr id="5799" name="TextBox 5798">
                        <a:extLst>
                          <a:ext uri="{FF2B5EF4-FFF2-40B4-BE49-F238E27FC236}">
                            <a16:creationId xmlns:a16="http://schemas.microsoft.com/office/drawing/2014/main" id="{947C4173-2210-BFDB-C13E-F16829102FE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972886" y="4975134"/>
                        <a:ext cx="897368" cy="390464"/>
                      </a:xfrm>
                      <a:prstGeom prst="rect">
                        <a:avLst/>
                      </a:prstGeom>
                      <a:blipFill>
                        <a:blip r:embed="rId73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549" name="Connector: Elbow 548">
                  <a:extLst>
                    <a:ext uri="{FF2B5EF4-FFF2-40B4-BE49-F238E27FC236}">
                      <a16:creationId xmlns:a16="http://schemas.microsoft.com/office/drawing/2014/main" id="{B050E8C9-943A-BED5-1D79-2AD55344D6F1}"/>
                    </a:ext>
                  </a:extLst>
                </p:cNvPr>
                <p:cNvCxnSpPr>
                  <a:cxnSpLocks/>
                  <a:stCxn id="617" idx="1"/>
                  <a:endCxn id="636" idx="1"/>
                </p:cNvCxnSpPr>
                <p:nvPr/>
              </p:nvCxnSpPr>
              <p:spPr>
                <a:xfrm rot="10800000" flipV="1">
                  <a:off x="13930991" y="2012799"/>
                  <a:ext cx="608012" cy="231888"/>
                </a:xfrm>
                <a:prstGeom prst="bentConnector2">
                  <a:avLst/>
                </a:prstGeom>
                <a:ln w="28575">
                  <a:prstDash val="solid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455C4D6A-F8E5-127E-DB50-CF9C89751BCB}"/>
                    </a:ext>
                  </a:extLst>
                </p:cNvPr>
                <p:cNvSpPr txBox="1"/>
                <p:nvPr/>
              </p:nvSpPr>
              <p:spPr>
                <a:xfrm>
                  <a:off x="13952319" y="1946718"/>
                  <a:ext cx="62051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i="1" dirty="0"/>
                    <a:t>EMA</a:t>
                  </a:r>
                </a:p>
              </p:txBody>
            </p:sp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2D2DAAD3-A108-F800-B3D0-399C59FC8ED7}"/>
                    </a:ext>
                  </a:extLst>
                </p:cNvPr>
                <p:cNvSpPr txBox="1"/>
                <p:nvPr/>
              </p:nvSpPr>
              <p:spPr>
                <a:xfrm>
                  <a:off x="16680373" y="1978833"/>
                  <a:ext cx="8635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False</a:t>
                  </a:r>
                </a:p>
              </p:txBody>
            </p:sp>
            <p:cxnSp>
              <p:nvCxnSpPr>
                <p:cNvPr id="552" name="Straight Arrow Connector 551">
                  <a:extLst>
                    <a:ext uri="{FF2B5EF4-FFF2-40B4-BE49-F238E27FC236}">
                      <a16:creationId xmlns:a16="http://schemas.microsoft.com/office/drawing/2014/main" id="{5B7FAC7B-9779-5460-17AE-78AD8F701659}"/>
                    </a:ext>
                  </a:extLst>
                </p:cNvPr>
                <p:cNvCxnSpPr>
                  <a:cxnSpLocks/>
                  <a:stCxn id="621" idx="0"/>
                  <a:endCxn id="617" idx="2"/>
                </p:cNvCxnSpPr>
                <p:nvPr/>
              </p:nvCxnSpPr>
              <p:spPr>
                <a:xfrm flipV="1">
                  <a:off x="14907640" y="2297100"/>
                  <a:ext cx="1147" cy="792758"/>
                </a:xfrm>
                <a:prstGeom prst="straightConnector1">
                  <a:avLst/>
                </a:prstGeom>
                <a:ln w="28575">
                  <a:prstDash val="solid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3" name="Arrow: Right 552">
                  <a:extLst>
                    <a:ext uri="{FF2B5EF4-FFF2-40B4-BE49-F238E27FC236}">
                      <a16:creationId xmlns:a16="http://schemas.microsoft.com/office/drawing/2014/main" id="{5E25123C-2171-6812-B5C9-770624D3914A}"/>
                    </a:ext>
                  </a:extLst>
                </p:cNvPr>
                <p:cNvSpPr/>
                <p:nvPr/>
              </p:nvSpPr>
              <p:spPr>
                <a:xfrm rot="9529823">
                  <a:off x="13342701" y="3269095"/>
                  <a:ext cx="399864" cy="169582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rgbClr val="FF0000"/>
                    </a:gs>
                    <a:gs pos="90000">
                      <a:schemeClr val="bg2"/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54" name="Group 553">
                  <a:extLst>
                    <a:ext uri="{FF2B5EF4-FFF2-40B4-BE49-F238E27FC236}">
                      <a16:creationId xmlns:a16="http://schemas.microsoft.com/office/drawing/2014/main" id="{C7C81ADD-3598-AFAD-B15E-1083DD4E0944}"/>
                    </a:ext>
                  </a:extLst>
                </p:cNvPr>
                <p:cNvGrpSpPr/>
                <p:nvPr/>
              </p:nvGrpSpPr>
              <p:grpSpPr>
                <a:xfrm>
                  <a:off x="11966800" y="2889329"/>
                  <a:ext cx="1306586" cy="890105"/>
                  <a:chOff x="2887980" y="3535680"/>
                  <a:chExt cx="1265397" cy="918210"/>
                </a:xfrm>
              </p:grpSpPr>
              <p:sp>
                <p:nvSpPr>
                  <p:cNvPr id="589" name="Freeform: Shape 588">
                    <a:extLst>
                      <a:ext uri="{FF2B5EF4-FFF2-40B4-BE49-F238E27FC236}">
                        <a16:creationId xmlns:a16="http://schemas.microsoft.com/office/drawing/2014/main" id="{ECFB3DD4-A2DF-B0DE-3BD1-6EDDABBFFC5B}"/>
                      </a:ext>
                    </a:extLst>
                  </p:cNvPr>
                  <p:cNvSpPr/>
                  <p:nvPr/>
                </p:nvSpPr>
                <p:spPr>
                  <a:xfrm>
                    <a:off x="3389733" y="4027170"/>
                    <a:ext cx="691128" cy="426720"/>
                  </a:xfrm>
                  <a:custGeom>
                    <a:avLst/>
                    <a:gdLst>
                      <a:gd name="csX0" fmla="*/ 675537 w 691128"/>
                      <a:gd name="csY0" fmla="*/ 205740 h 426720"/>
                      <a:gd name="csX1" fmla="*/ 675537 w 691128"/>
                      <a:gd name="csY1" fmla="*/ 205740 h 426720"/>
                      <a:gd name="csX2" fmla="*/ 690777 w 691128"/>
                      <a:gd name="csY2" fmla="*/ 156210 h 426720"/>
                      <a:gd name="csX3" fmla="*/ 686967 w 691128"/>
                      <a:gd name="csY3" fmla="*/ 121920 h 426720"/>
                      <a:gd name="csX4" fmla="*/ 683157 w 691128"/>
                      <a:gd name="csY4" fmla="*/ 91440 h 426720"/>
                      <a:gd name="csX5" fmla="*/ 671727 w 691128"/>
                      <a:gd name="csY5" fmla="*/ 72390 h 426720"/>
                      <a:gd name="csX6" fmla="*/ 652677 w 691128"/>
                      <a:gd name="csY6" fmla="*/ 41910 h 426720"/>
                      <a:gd name="csX7" fmla="*/ 622197 w 691128"/>
                      <a:gd name="csY7" fmla="*/ 26670 h 426720"/>
                      <a:gd name="csX8" fmla="*/ 465987 w 691128"/>
                      <a:gd name="csY8" fmla="*/ 11430 h 426720"/>
                      <a:gd name="csX9" fmla="*/ 454557 w 691128"/>
                      <a:gd name="csY9" fmla="*/ 7620 h 426720"/>
                      <a:gd name="csX10" fmla="*/ 416457 w 691128"/>
                      <a:gd name="csY10" fmla="*/ 0 h 426720"/>
                      <a:gd name="csX11" fmla="*/ 340257 w 691128"/>
                      <a:gd name="csY11" fmla="*/ 7620 h 426720"/>
                      <a:gd name="csX12" fmla="*/ 305967 w 691128"/>
                      <a:gd name="csY12" fmla="*/ 30480 h 426720"/>
                      <a:gd name="csX13" fmla="*/ 260247 w 691128"/>
                      <a:gd name="csY13" fmla="*/ 60960 h 426720"/>
                      <a:gd name="csX14" fmla="*/ 241197 w 691128"/>
                      <a:gd name="csY14" fmla="*/ 83820 h 426720"/>
                      <a:gd name="csX15" fmla="*/ 233577 w 691128"/>
                      <a:gd name="csY15" fmla="*/ 95250 h 426720"/>
                      <a:gd name="csX16" fmla="*/ 210717 w 691128"/>
                      <a:gd name="csY16" fmla="*/ 106680 h 426720"/>
                      <a:gd name="csX17" fmla="*/ 199287 w 691128"/>
                      <a:gd name="csY17" fmla="*/ 118110 h 426720"/>
                      <a:gd name="csX18" fmla="*/ 184047 w 691128"/>
                      <a:gd name="csY18" fmla="*/ 140970 h 426720"/>
                      <a:gd name="csX19" fmla="*/ 145947 w 691128"/>
                      <a:gd name="csY19" fmla="*/ 179070 h 426720"/>
                      <a:gd name="csX20" fmla="*/ 130707 w 691128"/>
                      <a:gd name="csY20" fmla="*/ 194310 h 426720"/>
                      <a:gd name="csX21" fmla="*/ 111657 w 691128"/>
                      <a:gd name="csY21" fmla="*/ 209550 h 426720"/>
                      <a:gd name="csX22" fmla="*/ 104037 w 691128"/>
                      <a:gd name="csY22" fmla="*/ 220980 h 426720"/>
                      <a:gd name="csX23" fmla="*/ 88797 w 691128"/>
                      <a:gd name="csY23" fmla="*/ 228600 h 426720"/>
                      <a:gd name="csX24" fmla="*/ 58317 w 691128"/>
                      <a:gd name="csY24" fmla="*/ 255270 h 426720"/>
                      <a:gd name="csX25" fmla="*/ 43077 w 691128"/>
                      <a:gd name="csY25" fmla="*/ 266700 h 426720"/>
                      <a:gd name="csX26" fmla="*/ 4977 w 691128"/>
                      <a:gd name="csY26" fmla="*/ 308610 h 426720"/>
                      <a:gd name="csX27" fmla="*/ 4977 w 691128"/>
                      <a:gd name="csY27" fmla="*/ 369570 h 426720"/>
                      <a:gd name="csX28" fmla="*/ 35457 w 691128"/>
                      <a:gd name="csY28" fmla="*/ 392430 h 426720"/>
                      <a:gd name="csX29" fmla="*/ 73557 w 691128"/>
                      <a:gd name="csY29" fmla="*/ 411480 h 426720"/>
                      <a:gd name="csX30" fmla="*/ 107847 w 691128"/>
                      <a:gd name="csY30" fmla="*/ 426720 h 426720"/>
                      <a:gd name="csX31" fmla="*/ 229767 w 691128"/>
                      <a:gd name="csY31" fmla="*/ 415290 h 426720"/>
                      <a:gd name="csX32" fmla="*/ 260247 w 691128"/>
                      <a:gd name="csY32" fmla="*/ 407670 h 426720"/>
                      <a:gd name="csX33" fmla="*/ 321207 w 691128"/>
                      <a:gd name="csY33" fmla="*/ 381000 h 426720"/>
                      <a:gd name="csX34" fmla="*/ 435507 w 691128"/>
                      <a:gd name="csY34" fmla="*/ 388620 h 426720"/>
                      <a:gd name="csX35" fmla="*/ 496467 w 691128"/>
                      <a:gd name="csY35" fmla="*/ 403860 h 426720"/>
                      <a:gd name="csX36" fmla="*/ 629817 w 691128"/>
                      <a:gd name="csY36" fmla="*/ 392430 h 426720"/>
                      <a:gd name="csX37" fmla="*/ 656487 w 691128"/>
                      <a:gd name="csY37" fmla="*/ 381000 h 426720"/>
                      <a:gd name="csX38" fmla="*/ 667917 w 691128"/>
                      <a:gd name="csY38" fmla="*/ 369570 h 426720"/>
                      <a:gd name="csX39" fmla="*/ 675537 w 691128"/>
                      <a:gd name="csY39" fmla="*/ 354330 h 426720"/>
                      <a:gd name="csX40" fmla="*/ 686967 w 691128"/>
                      <a:gd name="csY40" fmla="*/ 335280 h 426720"/>
                      <a:gd name="csX41" fmla="*/ 675537 w 691128"/>
                      <a:gd name="csY41" fmla="*/ 205740 h 42672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</a:cxnLst>
                    <a:rect l="l" t="t" r="r" b="b"/>
                    <a:pathLst>
                      <a:path w="691128" h="426720">
                        <a:moveTo>
                          <a:pt x="675537" y="205740"/>
                        </a:moveTo>
                        <a:lnTo>
                          <a:pt x="675537" y="205740"/>
                        </a:lnTo>
                        <a:cubicBezTo>
                          <a:pt x="680617" y="189230"/>
                          <a:pt x="688443" y="173325"/>
                          <a:pt x="690777" y="156210"/>
                        </a:cubicBezTo>
                        <a:cubicBezTo>
                          <a:pt x="692331" y="144815"/>
                          <a:pt x="688311" y="133342"/>
                          <a:pt x="686967" y="121920"/>
                        </a:cubicBezTo>
                        <a:cubicBezTo>
                          <a:pt x="685771" y="111751"/>
                          <a:pt x="686168" y="101226"/>
                          <a:pt x="683157" y="91440"/>
                        </a:cubicBezTo>
                        <a:cubicBezTo>
                          <a:pt x="680979" y="84362"/>
                          <a:pt x="675323" y="78863"/>
                          <a:pt x="671727" y="72390"/>
                        </a:cubicBezTo>
                        <a:cubicBezTo>
                          <a:pt x="664182" y="58809"/>
                          <a:pt x="664256" y="53489"/>
                          <a:pt x="652677" y="41910"/>
                        </a:cubicBezTo>
                        <a:cubicBezTo>
                          <a:pt x="642875" y="32108"/>
                          <a:pt x="635659" y="28087"/>
                          <a:pt x="622197" y="26670"/>
                        </a:cubicBezTo>
                        <a:cubicBezTo>
                          <a:pt x="420986" y="5490"/>
                          <a:pt x="548564" y="23227"/>
                          <a:pt x="465987" y="11430"/>
                        </a:cubicBezTo>
                        <a:cubicBezTo>
                          <a:pt x="462177" y="10160"/>
                          <a:pt x="458470" y="8523"/>
                          <a:pt x="454557" y="7620"/>
                        </a:cubicBezTo>
                        <a:cubicBezTo>
                          <a:pt x="441937" y="4708"/>
                          <a:pt x="416457" y="0"/>
                          <a:pt x="416457" y="0"/>
                        </a:cubicBezTo>
                        <a:cubicBezTo>
                          <a:pt x="391057" y="2540"/>
                          <a:pt x="364865" y="832"/>
                          <a:pt x="340257" y="7620"/>
                        </a:cubicBezTo>
                        <a:cubicBezTo>
                          <a:pt x="327014" y="11273"/>
                          <a:pt x="316810" y="22046"/>
                          <a:pt x="305967" y="30480"/>
                        </a:cubicBezTo>
                        <a:cubicBezTo>
                          <a:pt x="268507" y="59616"/>
                          <a:pt x="285414" y="52571"/>
                          <a:pt x="260247" y="60960"/>
                        </a:cubicBezTo>
                        <a:cubicBezTo>
                          <a:pt x="241328" y="89339"/>
                          <a:pt x="265643" y="54484"/>
                          <a:pt x="241197" y="83820"/>
                        </a:cubicBezTo>
                        <a:cubicBezTo>
                          <a:pt x="238266" y="87338"/>
                          <a:pt x="236815" y="92012"/>
                          <a:pt x="233577" y="95250"/>
                        </a:cubicBezTo>
                        <a:cubicBezTo>
                          <a:pt x="226191" y="102636"/>
                          <a:pt x="220013" y="103581"/>
                          <a:pt x="210717" y="106680"/>
                        </a:cubicBezTo>
                        <a:cubicBezTo>
                          <a:pt x="206907" y="110490"/>
                          <a:pt x="202595" y="113857"/>
                          <a:pt x="199287" y="118110"/>
                        </a:cubicBezTo>
                        <a:cubicBezTo>
                          <a:pt x="193664" y="125339"/>
                          <a:pt x="190523" y="134494"/>
                          <a:pt x="184047" y="140970"/>
                        </a:cubicBezTo>
                        <a:lnTo>
                          <a:pt x="145947" y="179070"/>
                        </a:lnTo>
                        <a:cubicBezTo>
                          <a:pt x="140867" y="184150"/>
                          <a:pt x="136317" y="189822"/>
                          <a:pt x="130707" y="194310"/>
                        </a:cubicBezTo>
                        <a:cubicBezTo>
                          <a:pt x="124357" y="199390"/>
                          <a:pt x="117407" y="203800"/>
                          <a:pt x="111657" y="209550"/>
                        </a:cubicBezTo>
                        <a:cubicBezTo>
                          <a:pt x="108419" y="212788"/>
                          <a:pt x="107555" y="218049"/>
                          <a:pt x="104037" y="220980"/>
                        </a:cubicBezTo>
                        <a:cubicBezTo>
                          <a:pt x="99674" y="224616"/>
                          <a:pt x="93523" y="225450"/>
                          <a:pt x="88797" y="228600"/>
                        </a:cubicBezTo>
                        <a:cubicBezTo>
                          <a:pt x="62373" y="246216"/>
                          <a:pt x="77595" y="238746"/>
                          <a:pt x="58317" y="255270"/>
                        </a:cubicBezTo>
                        <a:cubicBezTo>
                          <a:pt x="53496" y="259403"/>
                          <a:pt x="47776" y="262429"/>
                          <a:pt x="43077" y="266700"/>
                        </a:cubicBezTo>
                        <a:cubicBezTo>
                          <a:pt x="18594" y="288957"/>
                          <a:pt x="20578" y="287809"/>
                          <a:pt x="4977" y="308610"/>
                        </a:cubicBezTo>
                        <a:cubicBezTo>
                          <a:pt x="207" y="332461"/>
                          <a:pt x="-3298" y="340606"/>
                          <a:pt x="4977" y="369570"/>
                        </a:cubicBezTo>
                        <a:cubicBezTo>
                          <a:pt x="7343" y="377851"/>
                          <a:pt x="31441" y="389752"/>
                          <a:pt x="35457" y="392430"/>
                        </a:cubicBezTo>
                        <a:cubicBezTo>
                          <a:pt x="78683" y="421247"/>
                          <a:pt x="17401" y="385955"/>
                          <a:pt x="73557" y="411480"/>
                        </a:cubicBezTo>
                        <a:cubicBezTo>
                          <a:pt x="113837" y="429789"/>
                          <a:pt x="73586" y="418155"/>
                          <a:pt x="107847" y="426720"/>
                        </a:cubicBezTo>
                        <a:cubicBezTo>
                          <a:pt x="148487" y="422910"/>
                          <a:pt x="189264" y="420353"/>
                          <a:pt x="229767" y="415290"/>
                        </a:cubicBezTo>
                        <a:cubicBezTo>
                          <a:pt x="240159" y="413991"/>
                          <a:pt x="250312" y="410982"/>
                          <a:pt x="260247" y="407670"/>
                        </a:cubicBezTo>
                        <a:cubicBezTo>
                          <a:pt x="287853" y="398468"/>
                          <a:pt x="297576" y="392816"/>
                          <a:pt x="321207" y="381000"/>
                        </a:cubicBezTo>
                        <a:cubicBezTo>
                          <a:pt x="330325" y="381434"/>
                          <a:pt x="410162" y="383551"/>
                          <a:pt x="435507" y="388620"/>
                        </a:cubicBezTo>
                        <a:cubicBezTo>
                          <a:pt x="456046" y="392728"/>
                          <a:pt x="496467" y="403860"/>
                          <a:pt x="496467" y="403860"/>
                        </a:cubicBezTo>
                        <a:lnTo>
                          <a:pt x="629817" y="392430"/>
                        </a:lnTo>
                        <a:cubicBezTo>
                          <a:pt x="641411" y="391241"/>
                          <a:pt x="647773" y="388262"/>
                          <a:pt x="656487" y="381000"/>
                        </a:cubicBezTo>
                        <a:cubicBezTo>
                          <a:pt x="660626" y="377551"/>
                          <a:pt x="664785" y="373955"/>
                          <a:pt x="667917" y="369570"/>
                        </a:cubicBezTo>
                        <a:cubicBezTo>
                          <a:pt x="671218" y="364948"/>
                          <a:pt x="672779" y="359295"/>
                          <a:pt x="675537" y="354330"/>
                        </a:cubicBezTo>
                        <a:cubicBezTo>
                          <a:pt x="679133" y="347857"/>
                          <a:pt x="683157" y="341630"/>
                          <a:pt x="686967" y="335280"/>
                        </a:cubicBezTo>
                        <a:cubicBezTo>
                          <a:pt x="698249" y="278870"/>
                          <a:pt x="677442" y="227330"/>
                          <a:pt x="675537" y="205740"/>
                        </a:cubicBezTo>
                        <a:close/>
                      </a:path>
                    </a:pathLst>
                  </a:custGeom>
                  <a:solidFill>
                    <a:srgbClr val="C9F1FF"/>
                  </a:solidFill>
                  <a:ln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0" name="Freeform: Shape 589">
                    <a:extLst>
                      <a:ext uri="{FF2B5EF4-FFF2-40B4-BE49-F238E27FC236}">
                        <a16:creationId xmlns:a16="http://schemas.microsoft.com/office/drawing/2014/main" id="{8C1F39D1-4C95-D6B8-6B21-F0D75BDDA6EB}"/>
                      </a:ext>
                    </a:extLst>
                  </p:cNvPr>
                  <p:cNvSpPr/>
                  <p:nvPr/>
                </p:nvSpPr>
                <p:spPr>
                  <a:xfrm>
                    <a:off x="3508804" y="3535680"/>
                    <a:ext cx="644573" cy="491171"/>
                  </a:xfrm>
                  <a:custGeom>
                    <a:avLst/>
                    <a:gdLst>
                      <a:gd name="csX0" fmla="*/ 381206 w 644573"/>
                      <a:gd name="csY0" fmla="*/ 0 h 491171"/>
                      <a:gd name="csX1" fmla="*/ 381206 w 644573"/>
                      <a:gd name="csY1" fmla="*/ 0 h 491171"/>
                      <a:gd name="csX2" fmla="*/ 339296 w 644573"/>
                      <a:gd name="csY2" fmla="*/ 30480 h 491171"/>
                      <a:gd name="csX3" fmla="*/ 305006 w 644573"/>
                      <a:gd name="csY3" fmla="*/ 41910 h 491171"/>
                      <a:gd name="csX4" fmla="*/ 274526 w 644573"/>
                      <a:gd name="csY4" fmla="*/ 34290 h 491171"/>
                      <a:gd name="csX5" fmla="*/ 255476 w 644573"/>
                      <a:gd name="csY5" fmla="*/ 15240 h 491171"/>
                      <a:gd name="csX6" fmla="*/ 244046 w 644573"/>
                      <a:gd name="csY6" fmla="*/ 7620 h 491171"/>
                      <a:gd name="csX7" fmla="*/ 167846 w 644573"/>
                      <a:gd name="csY7" fmla="*/ 11430 h 491171"/>
                      <a:gd name="csX8" fmla="*/ 99266 w 644573"/>
                      <a:gd name="csY8" fmla="*/ 30480 h 491171"/>
                      <a:gd name="csX9" fmla="*/ 61166 w 644573"/>
                      <a:gd name="csY9" fmla="*/ 38100 h 491171"/>
                      <a:gd name="csX10" fmla="*/ 38306 w 644573"/>
                      <a:gd name="csY10" fmla="*/ 49530 h 491171"/>
                      <a:gd name="csX11" fmla="*/ 23066 w 644573"/>
                      <a:gd name="csY11" fmla="*/ 53340 h 491171"/>
                      <a:gd name="csX12" fmla="*/ 11636 w 644573"/>
                      <a:gd name="csY12" fmla="*/ 64770 h 491171"/>
                      <a:gd name="csX13" fmla="*/ 206 w 644573"/>
                      <a:gd name="csY13" fmla="*/ 95250 h 491171"/>
                      <a:gd name="csX14" fmla="*/ 4016 w 644573"/>
                      <a:gd name="csY14" fmla="*/ 118110 h 491171"/>
                      <a:gd name="csX15" fmla="*/ 15446 w 644573"/>
                      <a:gd name="csY15" fmla="*/ 152400 h 491171"/>
                      <a:gd name="csX16" fmla="*/ 23066 w 644573"/>
                      <a:gd name="csY16" fmla="*/ 175260 h 491171"/>
                      <a:gd name="csX17" fmla="*/ 30686 w 644573"/>
                      <a:gd name="csY17" fmla="*/ 198120 h 491171"/>
                      <a:gd name="csX18" fmla="*/ 42116 w 644573"/>
                      <a:gd name="csY18" fmla="*/ 224790 h 491171"/>
                      <a:gd name="csX19" fmla="*/ 53546 w 644573"/>
                      <a:gd name="csY19" fmla="*/ 232410 h 491171"/>
                      <a:gd name="csX20" fmla="*/ 61166 w 644573"/>
                      <a:gd name="csY20" fmla="*/ 262890 h 491171"/>
                      <a:gd name="csX21" fmla="*/ 57356 w 644573"/>
                      <a:gd name="csY21" fmla="*/ 297180 h 491171"/>
                      <a:gd name="csX22" fmla="*/ 64976 w 644573"/>
                      <a:gd name="csY22" fmla="*/ 426720 h 491171"/>
                      <a:gd name="csX23" fmla="*/ 76406 w 644573"/>
                      <a:gd name="csY23" fmla="*/ 434340 h 491171"/>
                      <a:gd name="csX24" fmla="*/ 91646 w 644573"/>
                      <a:gd name="csY24" fmla="*/ 449580 h 491171"/>
                      <a:gd name="csX25" fmla="*/ 110696 w 644573"/>
                      <a:gd name="csY25" fmla="*/ 464820 h 491171"/>
                      <a:gd name="csX26" fmla="*/ 194516 w 644573"/>
                      <a:gd name="csY26" fmla="*/ 480060 h 491171"/>
                      <a:gd name="csX27" fmla="*/ 358346 w 644573"/>
                      <a:gd name="csY27" fmla="*/ 480060 h 491171"/>
                      <a:gd name="csX28" fmla="*/ 377396 w 644573"/>
                      <a:gd name="csY28" fmla="*/ 472440 h 491171"/>
                      <a:gd name="csX29" fmla="*/ 411686 w 644573"/>
                      <a:gd name="csY29" fmla="*/ 468630 h 491171"/>
                      <a:gd name="csX30" fmla="*/ 442166 w 644573"/>
                      <a:gd name="csY30" fmla="*/ 461010 h 491171"/>
                      <a:gd name="csX31" fmla="*/ 621236 w 644573"/>
                      <a:gd name="csY31" fmla="*/ 441960 h 491171"/>
                      <a:gd name="csX32" fmla="*/ 632666 w 644573"/>
                      <a:gd name="csY32" fmla="*/ 430530 h 491171"/>
                      <a:gd name="csX33" fmla="*/ 636476 w 644573"/>
                      <a:gd name="csY33" fmla="*/ 411480 h 491171"/>
                      <a:gd name="csX34" fmla="*/ 644096 w 644573"/>
                      <a:gd name="csY34" fmla="*/ 388620 h 491171"/>
                      <a:gd name="csX35" fmla="*/ 640286 w 644573"/>
                      <a:gd name="csY35" fmla="*/ 323850 h 491171"/>
                      <a:gd name="csX36" fmla="*/ 628856 w 644573"/>
                      <a:gd name="csY36" fmla="*/ 320040 h 491171"/>
                      <a:gd name="csX37" fmla="*/ 575516 w 644573"/>
                      <a:gd name="csY37" fmla="*/ 316230 h 491171"/>
                      <a:gd name="csX38" fmla="*/ 564086 w 644573"/>
                      <a:gd name="csY38" fmla="*/ 247650 h 491171"/>
                      <a:gd name="csX39" fmla="*/ 548846 w 644573"/>
                      <a:gd name="csY39" fmla="*/ 205740 h 491171"/>
                      <a:gd name="csX40" fmla="*/ 529796 w 644573"/>
                      <a:gd name="csY40" fmla="*/ 201930 h 491171"/>
                      <a:gd name="csX41" fmla="*/ 472646 w 644573"/>
                      <a:gd name="csY41" fmla="*/ 198120 h 491171"/>
                      <a:gd name="csX42" fmla="*/ 449786 w 644573"/>
                      <a:gd name="csY42" fmla="*/ 186690 h 491171"/>
                      <a:gd name="csX43" fmla="*/ 438356 w 644573"/>
                      <a:gd name="csY43" fmla="*/ 179070 h 491171"/>
                      <a:gd name="csX44" fmla="*/ 445976 w 644573"/>
                      <a:gd name="csY44" fmla="*/ 156210 h 491171"/>
                      <a:gd name="csX45" fmla="*/ 449786 w 644573"/>
                      <a:gd name="csY45" fmla="*/ 121920 h 491171"/>
                      <a:gd name="csX46" fmla="*/ 445976 w 644573"/>
                      <a:gd name="csY46" fmla="*/ 64770 h 491171"/>
                      <a:gd name="csX47" fmla="*/ 438356 w 644573"/>
                      <a:gd name="csY47" fmla="*/ 45720 h 491171"/>
                      <a:gd name="csX48" fmla="*/ 426926 w 644573"/>
                      <a:gd name="csY48" fmla="*/ 30480 h 491171"/>
                      <a:gd name="csX49" fmla="*/ 407876 w 644573"/>
                      <a:gd name="csY49" fmla="*/ 22860 h 491171"/>
                      <a:gd name="csX50" fmla="*/ 381206 w 644573"/>
                      <a:gd name="csY50" fmla="*/ 0 h 49117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</a:cxnLst>
                    <a:rect l="l" t="t" r="r" b="b"/>
                    <a:pathLst>
                      <a:path w="644573" h="491171">
                        <a:moveTo>
                          <a:pt x="381206" y="0"/>
                        </a:moveTo>
                        <a:lnTo>
                          <a:pt x="381206" y="0"/>
                        </a:lnTo>
                        <a:cubicBezTo>
                          <a:pt x="348760" y="37853"/>
                          <a:pt x="372798" y="20908"/>
                          <a:pt x="339296" y="30480"/>
                        </a:cubicBezTo>
                        <a:cubicBezTo>
                          <a:pt x="327711" y="33790"/>
                          <a:pt x="305006" y="41910"/>
                          <a:pt x="305006" y="41910"/>
                        </a:cubicBezTo>
                        <a:cubicBezTo>
                          <a:pt x="294846" y="39370"/>
                          <a:pt x="283747" y="39255"/>
                          <a:pt x="274526" y="34290"/>
                        </a:cubicBezTo>
                        <a:cubicBezTo>
                          <a:pt x="266619" y="30032"/>
                          <a:pt x="262234" y="21154"/>
                          <a:pt x="255476" y="15240"/>
                        </a:cubicBezTo>
                        <a:cubicBezTo>
                          <a:pt x="252030" y="12225"/>
                          <a:pt x="247856" y="10160"/>
                          <a:pt x="244046" y="7620"/>
                        </a:cubicBezTo>
                        <a:cubicBezTo>
                          <a:pt x="218646" y="8890"/>
                          <a:pt x="193081" y="8276"/>
                          <a:pt x="167846" y="11430"/>
                        </a:cubicBezTo>
                        <a:cubicBezTo>
                          <a:pt x="118609" y="17585"/>
                          <a:pt x="134843" y="21586"/>
                          <a:pt x="99266" y="30480"/>
                        </a:cubicBezTo>
                        <a:cubicBezTo>
                          <a:pt x="86701" y="33621"/>
                          <a:pt x="73866" y="35560"/>
                          <a:pt x="61166" y="38100"/>
                        </a:cubicBezTo>
                        <a:cubicBezTo>
                          <a:pt x="53546" y="41910"/>
                          <a:pt x="46216" y="46366"/>
                          <a:pt x="38306" y="49530"/>
                        </a:cubicBezTo>
                        <a:cubicBezTo>
                          <a:pt x="33444" y="51475"/>
                          <a:pt x="27612" y="50742"/>
                          <a:pt x="23066" y="53340"/>
                        </a:cubicBezTo>
                        <a:cubicBezTo>
                          <a:pt x="18388" y="56013"/>
                          <a:pt x="15446" y="60960"/>
                          <a:pt x="11636" y="64770"/>
                        </a:cubicBezTo>
                        <a:cubicBezTo>
                          <a:pt x="7826" y="74930"/>
                          <a:pt x="1741" y="84508"/>
                          <a:pt x="206" y="95250"/>
                        </a:cubicBezTo>
                        <a:cubicBezTo>
                          <a:pt x="-886" y="102897"/>
                          <a:pt x="2634" y="110509"/>
                          <a:pt x="4016" y="118110"/>
                        </a:cubicBezTo>
                        <a:cubicBezTo>
                          <a:pt x="10118" y="151669"/>
                          <a:pt x="3897" y="123528"/>
                          <a:pt x="15446" y="152400"/>
                        </a:cubicBezTo>
                        <a:cubicBezTo>
                          <a:pt x="18429" y="159858"/>
                          <a:pt x="20526" y="167640"/>
                          <a:pt x="23066" y="175260"/>
                        </a:cubicBezTo>
                        <a:lnTo>
                          <a:pt x="30686" y="198120"/>
                        </a:lnTo>
                        <a:cubicBezTo>
                          <a:pt x="33333" y="206061"/>
                          <a:pt x="36885" y="218513"/>
                          <a:pt x="42116" y="224790"/>
                        </a:cubicBezTo>
                        <a:cubicBezTo>
                          <a:pt x="45047" y="228308"/>
                          <a:pt x="49736" y="229870"/>
                          <a:pt x="53546" y="232410"/>
                        </a:cubicBezTo>
                        <a:cubicBezTo>
                          <a:pt x="56552" y="241429"/>
                          <a:pt x="61166" y="253695"/>
                          <a:pt x="61166" y="262890"/>
                        </a:cubicBezTo>
                        <a:cubicBezTo>
                          <a:pt x="61166" y="274390"/>
                          <a:pt x="58626" y="285750"/>
                          <a:pt x="57356" y="297180"/>
                        </a:cubicBezTo>
                        <a:cubicBezTo>
                          <a:pt x="59896" y="340360"/>
                          <a:pt x="59026" y="383877"/>
                          <a:pt x="64976" y="426720"/>
                        </a:cubicBezTo>
                        <a:cubicBezTo>
                          <a:pt x="65606" y="431256"/>
                          <a:pt x="73545" y="430764"/>
                          <a:pt x="76406" y="434340"/>
                        </a:cubicBezTo>
                        <a:cubicBezTo>
                          <a:pt x="91184" y="452813"/>
                          <a:pt x="66708" y="441267"/>
                          <a:pt x="91646" y="449580"/>
                        </a:cubicBezTo>
                        <a:cubicBezTo>
                          <a:pt x="104491" y="468848"/>
                          <a:pt x="92293" y="455618"/>
                          <a:pt x="110696" y="464820"/>
                        </a:cubicBezTo>
                        <a:cubicBezTo>
                          <a:pt x="156813" y="487878"/>
                          <a:pt x="97466" y="474351"/>
                          <a:pt x="194516" y="480060"/>
                        </a:cubicBezTo>
                        <a:cubicBezTo>
                          <a:pt x="252866" y="499510"/>
                          <a:pt x="218224" y="489401"/>
                          <a:pt x="358346" y="480060"/>
                        </a:cubicBezTo>
                        <a:cubicBezTo>
                          <a:pt x="365170" y="479605"/>
                          <a:pt x="370709" y="473873"/>
                          <a:pt x="377396" y="472440"/>
                        </a:cubicBezTo>
                        <a:cubicBezTo>
                          <a:pt x="388641" y="470030"/>
                          <a:pt x="400256" y="469900"/>
                          <a:pt x="411686" y="468630"/>
                        </a:cubicBezTo>
                        <a:cubicBezTo>
                          <a:pt x="421846" y="466090"/>
                          <a:pt x="431727" y="461845"/>
                          <a:pt x="442166" y="461010"/>
                        </a:cubicBezTo>
                        <a:cubicBezTo>
                          <a:pt x="512994" y="455344"/>
                          <a:pt x="569790" y="480545"/>
                          <a:pt x="621236" y="441960"/>
                        </a:cubicBezTo>
                        <a:cubicBezTo>
                          <a:pt x="625547" y="438727"/>
                          <a:pt x="628856" y="434340"/>
                          <a:pt x="632666" y="430530"/>
                        </a:cubicBezTo>
                        <a:cubicBezTo>
                          <a:pt x="633936" y="424180"/>
                          <a:pt x="634772" y="417728"/>
                          <a:pt x="636476" y="411480"/>
                        </a:cubicBezTo>
                        <a:cubicBezTo>
                          <a:pt x="638589" y="403731"/>
                          <a:pt x="643747" y="396645"/>
                          <a:pt x="644096" y="388620"/>
                        </a:cubicBezTo>
                        <a:cubicBezTo>
                          <a:pt x="645035" y="367013"/>
                          <a:pt x="644978" y="344962"/>
                          <a:pt x="640286" y="323850"/>
                        </a:cubicBezTo>
                        <a:cubicBezTo>
                          <a:pt x="639415" y="319930"/>
                          <a:pt x="632845" y="320509"/>
                          <a:pt x="628856" y="320040"/>
                        </a:cubicBezTo>
                        <a:cubicBezTo>
                          <a:pt x="611153" y="317957"/>
                          <a:pt x="593296" y="317500"/>
                          <a:pt x="575516" y="316230"/>
                        </a:cubicBezTo>
                        <a:cubicBezTo>
                          <a:pt x="567045" y="282347"/>
                          <a:pt x="573492" y="310354"/>
                          <a:pt x="564086" y="247650"/>
                        </a:cubicBezTo>
                        <a:cubicBezTo>
                          <a:pt x="562115" y="234508"/>
                          <a:pt x="561321" y="215096"/>
                          <a:pt x="548846" y="205740"/>
                        </a:cubicBezTo>
                        <a:cubicBezTo>
                          <a:pt x="543665" y="201855"/>
                          <a:pt x="536240" y="202574"/>
                          <a:pt x="529796" y="201930"/>
                        </a:cubicBezTo>
                        <a:cubicBezTo>
                          <a:pt x="510798" y="200030"/>
                          <a:pt x="491696" y="199390"/>
                          <a:pt x="472646" y="198120"/>
                        </a:cubicBezTo>
                        <a:cubicBezTo>
                          <a:pt x="465026" y="194310"/>
                          <a:pt x="457233" y="190827"/>
                          <a:pt x="449786" y="186690"/>
                        </a:cubicBezTo>
                        <a:cubicBezTo>
                          <a:pt x="445783" y="184466"/>
                          <a:pt x="438924" y="183614"/>
                          <a:pt x="438356" y="179070"/>
                        </a:cubicBezTo>
                        <a:cubicBezTo>
                          <a:pt x="437360" y="171100"/>
                          <a:pt x="443436" y="163830"/>
                          <a:pt x="445976" y="156210"/>
                        </a:cubicBezTo>
                        <a:cubicBezTo>
                          <a:pt x="447246" y="144780"/>
                          <a:pt x="449786" y="133420"/>
                          <a:pt x="449786" y="121920"/>
                        </a:cubicBezTo>
                        <a:cubicBezTo>
                          <a:pt x="449786" y="102828"/>
                          <a:pt x="448808" y="83651"/>
                          <a:pt x="445976" y="64770"/>
                        </a:cubicBezTo>
                        <a:cubicBezTo>
                          <a:pt x="444961" y="58007"/>
                          <a:pt x="441677" y="51699"/>
                          <a:pt x="438356" y="45720"/>
                        </a:cubicBezTo>
                        <a:cubicBezTo>
                          <a:pt x="435272" y="40169"/>
                          <a:pt x="432006" y="34290"/>
                          <a:pt x="426926" y="30480"/>
                        </a:cubicBezTo>
                        <a:cubicBezTo>
                          <a:pt x="421455" y="26377"/>
                          <a:pt x="414452" y="24739"/>
                          <a:pt x="407876" y="22860"/>
                        </a:cubicBezTo>
                        <a:cubicBezTo>
                          <a:pt x="359832" y="9133"/>
                          <a:pt x="385651" y="3810"/>
                          <a:pt x="381206" y="0"/>
                        </a:cubicBezTo>
                        <a:close/>
                      </a:path>
                    </a:pathLst>
                  </a:custGeom>
                  <a:solidFill>
                    <a:srgbClr val="FFD9D9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1" name="Freeform: Shape 590">
                    <a:extLst>
                      <a:ext uri="{FF2B5EF4-FFF2-40B4-BE49-F238E27FC236}">
                        <a16:creationId xmlns:a16="http://schemas.microsoft.com/office/drawing/2014/main" id="{52FA40E1-D9B0-B443-FDA9-CCCFAA949E0C}"/>
                      </a:ext>
                    </a:extLst>
                  </p:cNvPr>
                  <p:cNvSpPr/>
                  <p:nvPr/>
                </p:nvSpPr>
                <p:spPr>
                  <a:xfrm>
                    <a:off x="3177540" y="3646115"/>
                    <a:ext cx="369570" cy="407725"/>
                  </a:xfrm>
                  <a:custGeom>
                    <a:avLst/>
                    <a:gdLst>
                      <a:gd name="csX0" fmla="*/ 106680 w 369570"/>
                      <a:gd name="csY0" fmla="*/ 55 h 407725"/>
                      <a:gd name="csX1" fmla="*/ 106680 w 369570"/>
                      <a:gd name="csY1" fmla="*/ 55 h 407725"/>
                      <a:gd name="csX2" fmla="*/ 64770 w 369570"/>
                      <a:gd name="csY2" fmla="*/ 3865 h 407725"/>
                      <a:gd name="csX3" fmla="*/ 45720 w 369570"/>
                      <a:gd name="csY3" fmla="*/ 15295 h 407725"/>
                      <a:gd name="csX4" fmla="*/ 19050 w 369570"/>
                      <a:gd name="csY4" fmla="*/ 34345 h 407725"/>
                      <a:gd name="csX5" fmla="*/ 15240 w 369570"/>
                      <a:gd name="csY5" fmla="*/ 45775 h 407725"/>
                      <a:gd name="csX6" fmla="*/ 7620 w 369570"/>
                      <a:gd name="csY6" fmla="*/ 61015 h 407725"/>
                      <a:gd name="csX7" fmla="*/ 3810 w 369570"/>
                      <a:gd name="csY7" fmla="*/ 87685 h 407725"/>
                      <a:gd name="csX8" fmla="*/ 0 w 369570"/>
                      <a:gd name="csY8" fmla="*/ 102925 h 407725"/>
                      <a:gd name="csX9" fmla="*/ 3810 w 369570"/>
                      <a:gd name="csY9" fmla="*/ 129595 h 407725"/>
                      <a:gd name="csX10" fmla="*/ 11430 w 369570"/>
                      <a:gd name="csY10" fmla="*/ 141025 h 407725"/>
                      <a:gd name="csX11" fmla="*/ 34290 w 369570"/>
                      <a:gd name="csY11" fmla="*/ 167695 h 407725"/>
                      <a:gd name="csX12" fmla="*/ 53340 w 369570"/>
                      <a:gd name="csY12" fmla="*/ 194365 h 407725"/>
                      <a:gd name="csX13" fmla="*/ 64770 w 369570"/>
                      <a:gd name="csY13" fmla="*/ 201985 h 407725"/>
                      <a:gd name="csX14" fmla="*/ 68580 w 369570"/>
                      <a:gd name="csY14" fmla="*/ 213415 h 407725"/>
                      <a:gd name="csX15" fmla="*/ 87630 w 369570"/>
                      <a:gd name="csY15" fmla="*/ 236275 h 407725"/>
                      <a:gd name="csX16" fmla="*/ 91440 w 369570"/>
                      <a:gd name="csY16" fmla="*/ 262945 h 407725"/>
                      <a:gd name="csX17" fmla="*/ 95250 w 369570"/>
                      <a:gd name="csY17" fmla="*/ 304855 h 407725"/>
                      <a:gd name="csX18" fmla="*/ 114300 w 369570"/>
                      <a:gd name="csY18" fmla="*/ 350575 h 407725"/>
                      <a:gd name="csX19" fmla="*/ 140970 w 369570"/>
                      <a:gd name="csY19" fmla="*/ 365815 h 407725"/>
                      <a:gd name="csX20" fmla="*/ 171450 w 369570"/>
                      <a:gd name="csY20" fmla="*/ 381055 h 407725"/>
                      <a:gd name="csX21" fmla="*/ 220980 w 369570"/>
                      <a:gd name="csY21" fmla="*/ 384865 h 407725"/>
                      <a:gd name="csX22" fmla="*/ 243840 w 369570"/>
                      <a:gd name="csY22" fmla="*/ 392485 h 407725"/>
                      <a:gd name="csX23" fmla="*/ 270510 w 369570"/>
                      <a:gd name="csY23" fmla="*/ 407725 h 407725"/>
                      <a:gd name="csX24" fmla="*/ 312420 w 369570"/>
                      <a:gd name="csY24" fmla="*/ 403915 h 407725"/>
                      <a:gd name="csX25" fmla="*/ 323850 w 369570"/>
                      <a:gd name="csY25" fmla="*/ 388675 h 407725"/>
                      <a:gd name="csX26" fmla="*/ 331470 w 369570"/>
                      <a:gd name="csY26" fmla="*/ 377245 h 407725"/>
                      <a:gd name="csX27" fmla="*/ 339090 w 369570"/>
                      <a:gd name="csY27" fmla="*/ 350575 h 407725"/>
                      <a:gd name="csX28" fmla="*/ 346710 w 369570"/>
                      <a:gd name="csY28" fmla="*/ 331525 h 407725"/>
                      <a:gd name="csX29" fmla="*/ 354330 w 369570"/>
                      <a:gd name="csY29" fmla="*/ 293425 h 407725"/>
                      <a:gd name="csX30" fmla="*/ 361950 w 369570"/>
                      <a:gd name="csY30" fmla="*/ 274375 h 407725"/>
                      <a:gd name="csX31" fmla="*/ 365760 w 369570"/>
                      <a:gd name="csY31" fmla="*/ 255325 h 407725"/>
                      <a:gd name="csX32" fmla="*/ 369570 w 369570"/>
                      <a:gd name="csY32" fmla="*/ 240085 h 407725"/>
                      <a:gd name="csX33" fmla="*/ 361950 w 369570"/>
                      <a:gd name="csY33" fmla="*/ 152455 h 407725"/>
                      <a:gd name="csX34" fmla="*/ 354330 w 369570"/>
                      <a:gd name="csY34" fmla="*/ 137215 h 407725"/>
                      <a:gd name="csX35" fmla="*/ 327660 w 369570"/>
                      <a:gd name="csY35" fmla="*/ 102925 h 407725"/>
                      <a:gd name="csX36" fmla="*/ 304800 w 369570"/>
                      <a:gd name="csY36" fmla="*/ 72445 h 407725"/>
                      <a:gd name="csX37" fmla="*/ 285750 w 369570"/>
                      <a:gd name="csY37" fmla="*/ 45775 h 407725"/>
                      <a:gd name="csX38" fmla="*/ 251460 w 369570"/>
                      <a:gd name="csY38" fmla="*/ 19105 h 407725"/>
                      <a:gd name="csX39" fmla="*/ 228600 w 369570"/>
                      <a:gd name="csY39" fmla="*/ 15295 h 407725"/>
                      <a:gd name="csX40" fmla="*/ 213360 w 369570"/>
                      <a:gd name="csY40" fmla="*/ 11485 h 407725"/>
                      <a:gd name="csX41" fmla="*/ 163830 w 369570"/>
                      <a:gd name="csY41" fmla="*/ 7675 h 407725"/>
                      <a:gd name="csX42" fmla="*/ 106680 w 369570"/>
                      <a:gd name="csY42" fmla="*/ 55 h 40772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</a:cxnLst>
                    <a:rect l="l" t="t" r="r" b="b"/>
                    <a:pathLst>
                      <a:path w="369570" h="407725">
                        <a:moveTo>
                          <a:pt x="106680" y="55"/>
                        </a:moveTo>
                        <a:lnTo>
                          <a:pt x="106680" y="55"/>
                        </a:lnTo>
                        <a:cubicBezTo>
                          <a:pt x="92710" y="1325"/>
                          <a:pt x="78379" y="463"/>
                          <a:pt x="64770" y="3865"/>
                        </a:cubicBezTo>
                        <a:cubicBezTo>
                          <a:pt x="57586" y="5661"/>
                          <a:pt x="52193" y="11699"/>
                          <a:pt x="45720" y="15295"/>
                        </a:cubicBezTo>
                        <a:cubicBezTo>
                          <a:pt x="23153" y="27832"/>
                          <a:pt x="36875" y="16520"/>
                          <a:pt x="19050" y="34345"/>
                        </a:cubicBezTo>
                        <a:cubicBezTo>
                          <a:pt x="17780" y="38155"/>
                          <a:pt x="16822" y="42084"/>
                          <a:pt x="15240" y="45775"/>
                        </a:cubicBezTo>
                        <a:cubicBezTo>
                          <a:pt x="13003" y="50995"/>
                          <a:pt x="9114" y="55536"/>
                          <a:pt x="7620" y="61015"/>
                        </a:cubicBezTo>
                        <a:cubicBezTo>
                          <a:pt x="5257" y="69679"/>
                          <a:pt x="5416" y="78850"/>
                          <a:pt x="3810" y="87685"/>
                        </a:cubicBezTo>
                        <a:cubicBezTo>
                          <a:pt x="2873" y="92837"/>
                          <a:pt x="1270" y="97845"/>
                          <a:pt x="0" y="102925"/>
                        </a:cubicBezTo>
                        <a:cubicBezTo>
                          <a:pt x="1270" y="111815"/>
                          <a:pt x="1230" y="120993"/>
                          <a:pt x="3810" y="129595"/>
                        </a:cubicBezTo>
                        <a:cubicBezTo>
                          <a:pt x="5126" y="133981"/>
                          <a:pt x="8768" y="137299"/>
                          <a:pt x="11430" y="141025"/>
                        </a:cubicBezTo>
                        <a:cubicBezTo>
                          <a:pt x="39967" y="180977"/>
                          <a:pt x="6597" y="134463"/>
                          <a:pt x="34290" y="167695"/>
                        </a:cubicBezTo>
                        <a:cubicBezTo>
                          <a:pt x="45107" y="180675"/>
                          <a:pt x="39614" y="180639"/>
                          <a:pt x="53340" y="194365"/>
                        </a:cubicBezTo>
                        <a:cubicBezTo>
                          <a:pt x="56578" y="197603"/>
                          <a:pt x="60960" y="199445"/>
                          <a:pt x="64770" y="201985"/>
                        </a:cubicBezTo>
                        <a:cubicBezTo>
                          <a:pt x="66040" y="205795"/>
                          <a:pt x="66784" y="209823"/>
                          <a:pt x="68580" y="213415"/>
                        </a:cubicBezTo>
                        <a:cubicBezTo>
                          <a:pt x="73884" y="224024"/>
                          <a:pt x="79204" y="227849"/>
                          <a:pt x="87630" y="236275"/>
                        </a:cubicBezTo>
                        <a:cubicBezTo>
                          <a:pt x="88900" y="245165"/>
                          <a:pt x="90448" y="254020"/>
                          <a:pt x="91440" y="262945"/>
                        </a:cubicBezTo>
                        <a:cubicBezTo>
                          <a:pt x="92989" y="276887"/>
                          <a:pt x="93355" y="290956"/>
                          <a:pt x="95250" y="304855"/>
                        </a:cubicBezTo>
                        <a:cubicBezTo>
                          <a:pt x="101405" y="349988"/>
                          <a:pt x="90017" y="342481"/>
                          <a:pt x="114300" y="350575"/>
                        </a:cubicBezTo>
                        <a:cubicBezTo>
                          <a:pt x="151151" y="378213"/>
                          <a:pt x="111880" y="351270"/>
                          <a:pt x="140970" y="365815"/>
                        </a:cubicBezTo>
                        <a:cubicBezTo>
                          <a:pt x="150557" y="370608"/>
                          <a:pt x="159995" y="379623"/>
                          <a:pt x="171450" y="381055"/>
                        </a:cubicBezTo>
                        <a:cubicBezTo>
                          <a:pt x="187881" y="383109"/>
                          <a:pt x="204470" y="383595"/>
                          <a:pt x="220980" y="384865"/>
                        </a:cubicBezTo>
                        <a:cubicBezTo>
                          <a:pt x="228600" y="387405"/>
                          <a:pt x="237414" y="387666"/>
                          <a:pt x="243840" y="392485"/>
                        </a:cubicBezTo>
                        <a:cubicBezTo>
                          <a:pt x="262293" y="406325"/>
                          <a:pt x="253056" y="401907"/>
                          <a:pt x="270510" y="407725"/>
                        </a:cubicBezTo>
                        <a:cubicBezTo>
                          <a:pt x="284480" y="406455"/>
                          <a:pt x="299210" y="408633"/>
                          <a:pt x="312420" y="403915"/>
                        </a:cubicBezTo>
                        <a:cubicBezTo>
                          <a:pt x="318400" y="401779"/>
                          <a:pt x="320159" y="393842"/>
                          <a:pt x="323850" y="388675"/>
                        </a:cubicBezTo>
                        <a:cubicBezTo>
                          <a:pt x="326512" y="384949"/>
                          <a:pt x="329422" y="381341"/>
                          <a:pt x="331470" y="377245"/>
                        </a:cubicBezTo>
                        <a:cubicBezTo>
                          <a:pt x="335139" y="369907"/>
                          <a:pt x="336649" y="357899"/>
                          <a:pt x="339090" y="350575"/>
                        </a:cubicBezTo>
                        <a:cubicBezTo>
                          <a:pt x="341253" y="344087"/>
                          <a:pt x="344948" y="338133"/>
                          <a:pt x="346710" y="331525"/>
                        </a:cubicBezTo>
                        <a:cubicBezTo>
                          <a:pt x="350047" y="319011"/>
                          <a:pt x="349520" y="305450"/>
                          <a:pt x="354330" y="293425"/>
                        </a:cubicBezTo>
                        <a:cubicBezTo>
                          <a:pt x="356870" y="287075"/>
                          <a:pt x="359985" y="280926"/>
                          <a:pt x="361950" y="274375"/>
                        </a:cubicBezTo>
                        <a:cubicBezTo>
                          <a:pt x="363811" y="268172"/>
                          <a:pt x="364355" y="261647"/>
                          <a:pt x="365760" y="255325"/>
                        </a:cubicBezTo>
                        <a:cubicBezTo>
                          <a:pt x="366896" y="250213"/>
                          <a:pt x="368300" y="245165"/>
                          <a:pt x="369570" y="240085"/>
                        </a:cubicBezTo>
                        <a:cubicBezTo>
                          <a:pt x="367030" y="210875"/>
                          <a:pt x="366247" y="181459"/>
                          <a:pt x="361950" y="152455"/>
                        </a:cubicBezTo>
                        <a:cubicBezTo>
                          <a:pt x="361118" y="146837"/>
                          <a:pt x="357252" y="142085"/>
                          <a:pt x="354330" y="137215"/>
                        </a:cubicBezTo>
                        <a:cubicBezTo>
                          <a:pt x="327720" y="92865"/>
                          <a:pt x="350497" y="130837"/>
                          <a:pt x="327660" y="102925"/>
                        </a:cubicBezTo>
                        <a:cubicBezTo>
                          <a:pt x="319618" y="93096"/>
                          <a:pt x="311845" y="83012"/>
                          <a:pt x="304800" y="72445"/>
                        </a:cubicBezTo>
                        <a:cubicBezTo>
                          <a:pt x="298769" y="63399"/>
                          <a:pt x="292839" y="54045"/>
                          <a:pt x="285750" y="45775"/>
                        </a:cubicBezTo>
                        <a:cubicBezTo>
                          <a:pt x="278872" y="37751"/>
                          <a:pt x="260059" y="20538"/>
                          <a:pt x="251460" y="19105"/>
                        </a:cubicBezTo>
                        <a:cubicBezTo>
                          <a:pt x="243840" y="17835"/>
                          <a:pt x="236175" y="16810"/>
                          <a:pt x="228600" y="15295"/>
                        </a:cubicBezTo>
                        <a:cubicBezTo>
                          <a:pt x="223465" y="14268"/>
                          <a:pt x="218560" y="12097"/>
                          <a:pt x="213360" y="11485"/>
                        </a:cubicBezTo>
                        <a:cubicBezTo>
                          <a:pt x="196915" y="9550"/>
                          <a:pt x="180340" y="8945"/>
                          <a:pt x="163830" y="7675"/>
                        </a:cubicBezTo>
                        <a:cubicBezTo>
                          <a:pt x="135347" y="-3718"/>
                          <a:pt x="116205" y="1325"/>
                          <a:pt x="106680" y="55"/>
                        </a:cubicBezTo>
                        <a:close/>
                      </a:path>
                    </a:pathLst>
                  </a:custGeom>
                  <a:solidFill>
                    <a:srgbClr val="F8E4F6"/>
                  </a:solidFill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2" name="Freeform: Shape 591">
                    <a:extLst>
                      <a:ext uri="{FF2B5EF4-FFF2-40B4-BE49-F238E27FC236}">
                        <a16:creationId xmlns:a16="http://schemas.microsoft.com/office/drawing/2014/main" id="{79DA38E7-B133-85D8-F041-63E4688EF65F}"/>
                      </a:ext>
                    </a:extLst>
                  </p:cNvPr>
                  <p:cNvSpPr/>
                  <p:nvPr/>
                </p:nvSpPr>
                <p:spPr>
                  <a:xfrm>
                    <a:off x="2887980" y="3817620"/>
                    <a:ext cx="594360" cy="567690"/>
                  </a:xfrm>
                  <a:custGeom>
                    <a:avLst/>
                    <a:gdLst>
                      <a:gd name="csX0" fmla="*/ 445770 w 594360"/>
                      <a:gd name="csY0" fmla="*/ 259080 h 567690"/>
                      <a:gd name="csX1" fmla="*/ 445770 w 594360"/>
                      <a:gd name="csY1" fmla="*/ 259080 h 567690"/>
                      <a:gd name="csX2" fmla="*/ 354330 w 594360"/>
                      <a:gd name="csY2" fmla="*/ 182880 h 567690"/>
                      <a:gd name="csX3" fmla="*/ 365760 w 594360"/>
                      <a:gd name="csY3" fmla="*/ 163830 h 567690"/>
                      <a:gd name="csX4" fmla="*/ 358140 w 594360"/>
                      <a:gd name="csY4" fmla="*/ 102870 h 567690"/>
                      <a:gd name="csX5" fmla="*/ 323850 w 594360"/>
                      <a:gd name="csY5" fmla="*/ 60960 h 567690"/>
                      <a:gd name="csX6" fmla="*/ 217170 w 594360"/>
                      <a:gd name="csY6" fmla="*/ 0 h 567690"/>
                      <a:gd name="csX7" fmla="*/ 209550 w 594360"/>
                      <a:gd name="csY7" fmla="*/ 19050 h 567690"/>
                      <a:gd name="csX8" fmla="*/ 190500 w 594360"/>
                      <a:gd name="csY8" fmla="*/ 53340 h 567690"/>
                      <a:gd name="csX9" fmla="*/ 182880 w 594360"/>
                      <a:gd name="csY9" fmla="*/ 80010 h 567690"/>
                      <a:gd name="csX10" fmla="*/ 171450 w 594360"/>
                      <a:gd name="csY10" fmla="*/ 133350 h 567690"/>
                      <a:gd name="csX11" fmla="*/ 160020 w 594360"/>
                      <a:gd name="csY11" fmla="*/ 140970 h 567690"/>
                      <a:gd name="csX12" fmla="*/ 95250 w 594360"/>
                      <a:gd name="csY12" fmla="*/ 148590 h 567690"/>
                      <a:gd name="csX13" fmla="*/ 68580 w 594360"/>
                      <a:gd name="csY13" fmla="*/ 163830 h 567690"/>
                      <a:gd name="csX14" fmla="*/ 41910 w 594360"/>
                      <a:gd name="csY14" fmla="*/ 190500 h 567690"/>
                      <a:gd name="csX15" fmla="*/ 11430 w 594360"/>
                      <a:gd name="csY15" fmla="*/ 217170 h 567690"/>
                      <a:gd name="csX16" fmla="*/ 0 w 594360"/>
                      <a:gd name="csY16" fmla="*/ 251460 h 567690"/>
                      <a:gd name="csX17" fmla="*/ 3810 w 594360"/>
                      <a:gd name="csY17" fmla="*/ 285750 h 567690"/>
                      <a:gd name="csX18" fmla="*/ 30480 w 594360"/>
                      <a:gd name="csY18" fmla="*/ 316230 h 567690"/>
                      <a:gd name="csX19" fmla="*/ 45720 w 594360"/>
                      <a:gd name="csY19" fmla="*/ 339090 h 567690"/>
                      <a:gd name="csX20" fmla="*/ 57150 w 594360"/>
                      <a:gd name="csY20" fmla="*/ 354330 h 567690"/>
                      <a:gd name="csX21" fmla="*/ 41910 w 594360"/>
                      <a:gd name="csY21" fmla="*/ 396240 h 567690"/>
                      <a:gd name="csX22" fmla="*/ 30480 w 594360"/>
                      <a:gd name="csY22" fmla="*/ 445770 h 567690"/>
                      <a:gd name="csX23" fmla="*/ 34290 w 594360"/>
                      <a:gd name="csY23" fmla="*/ 491490 h 567690"/>
                      <a:gd name="csX24" fmla="*/ 45720 w 594360"/>
                      <a:gd name="csY24" fmla="*/ 502920 h 567690"/>
                      <a:gd name="csX25" fmla="*/ 72390 w 594360"/>
                      <a:gd name="csY25" fmla="*/ 529590 h 567690"/>
                      <a:gd name="csX26" fmla="*/ 83820 w 594360"/>
                      <a:gd name="csY26" fmla="*/ 533400 h 567690"/>
                      <a:gd name="csX27" fmla="*/ 121920 w 594360"/>
                      <a:gd name="csY27" fmla="*/ 556260 h 567690"/>
                      <a:gd name="csX28" fmla="*/ 201930 w 594360"/>
                      <a:gd name="csY28" fmla="*/ 563880 h 567690"/>
                      <a:gd name="csX29" fmla="*/ 232410 w 594360"/>
                      <a:gd name="csY29" fmla="*/ 567690 h 567690"/>
                      <a:gd name="csX30" fmla="*/ 266700 w 594360"/>
                      <a:gd name="csY30" fmla="*/ 552450 h 567690"/>
                      <a:gd name="csX31" fmla="*/ 274320 w 594360"/>
                      <a:gd name="csY31" fmla="*/ 541020 h 567690"/>
                      <a:gd name="csX32" fmla="*/ 278130 w 594360"/>
                      <a:gd name="csY32" fmla="*/ 521970 h 567690"/>
                      <a:gd name="csX33" fmla="*/ 312420 w 594360"/>
                      <a:gd name="csY33" fmla="*/ 472440 h 567690"/>
                      <a:gd name="csX34" fmla="*/ 342900 w 594360"/>
                      <a:gd name="csY34" fmla="*/ 461010 h 567690"/>
                      <a:gd name="csX35" fmla="*/ 369570 w 594360"/>
                      <a:gd name="csY35" fmla="*/ 457200 h 567690"/>
                      <a:gd name="csX36" fmla="*/ 434340 w 594360"/>
                      <a:gd name="csY36" fmla="*/ 461010 h 567690"/>
                      <a:gd name="csX37" fmla="*/ 449580 w 594360"/>
                      <a:gd name="csY37" fmla="*/ 464820 h 567690"/>
                      <a:gd name="csX38" fmla="*/ 529590 w 594360"/>
                      <a:gd name="csY38" fmla="*/ 457200 h 567690"/>
                      <a:gd name="csX39" fmla="*/ 579120 w 594360"/>
                      <a:gd name="csY39" fmla="*/ 422910 h 567690"/>
                      <a:gd name="csX40" fmla="*/ 586740 w 594360"/>
                      <a:gd name="csY40" fmla="*/ 411480 h 567690"/>
                      <a:gd name="csX41" fmla="*/ 594360 w 594360"/>
                      <a:gd name="csY41" fmla="*/ 377190 h 567690"/>
                      <a:gd name="csX42" fmla="*/ 590550 w 594360"/>
                      <a:gd name="csY42" fmla="*/ 323850 h 567690"/>
                      <a:gd name="csX43" fmla="*/ 579120 w 594360"/>
                      <a:gd name="csY43" fmla="*/ 308610 h 567690"/>
                      <a:gd name="csX44" fmla="*/ 544830 w 594360"/>
                      <a:gd name="csY44" fmla="*/ 289560 h 567690"/>
                      <a:gd name="csX45" fmla="*/ 491490 w 594360"/>
                      <a:gd name="csY45" fmla="*/ 266700 h 567690"/>
                      <a:gd name="csX46" fmla="*/ 445770 w 594360"/>
                      <a:gd name="csY46" fmla="*/ 259080 h 56769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</a:cxnLst>
                    <a:rect l="l" t="t" r="r" b="b"/>
                    <a:pathLst>
                      <a:path w="594360" h="567690">
                        <a:moveTo>
                          <a:pt x="445770" y="259080"/>
                        </a:moveTo>
                        <a:lnTo>
                          <a:pt x="445770" y="259080"/>
                        </a:lnTo>
                        <a:cubicBezTo>
                          <a:pt x="346256" y="247138"/>
                          <a:pt x="337003" y="278176"/>
                          <a:pt x="354330" y="182880"/>
                        </a:cubicBezTo>
                        <a:cubicBezTo>
                          <a:pt x="355655" y="175594"/>
                          <a:pt x="361950" y="170180"/>
                          <a:pt x="365760" y="163830"/>
                        </a:cubicBezTo>
                        <a:cubicBezTo>
                          <a:pt x="363220" y="143510"/>
                          <a:pt x="362156" y="122950"/>
                          <a:pt x="358140" y="102870"/>
                        </a:cubicBezTo>
                        <a:cubicBezTo>
                          <a:pt x="355132" y="87829"/>
                          <a:pt x="331882" y="66314"/>
                          <a:pt x="323850" y="60960"/>
                        </a:cubicBezTo>
                        <a:cubicBezTo>
                          <a:pt x="243889" y="7653"/>
                          <a:pt x="280779" y="25444"/>
                          <a:pt x="217170" y="0"/>
                        </a:cubicBezTo>
                        <a:cubicBezTo>
                          <a:pt x="214630" y="6350"/>
                          <a:pt x="212609" y="12933"/>
                          <a:pt x="209550" y="19050"/>
                        </a:cubicBezTo>
                        <a:cubicBezTo>
                          <a:pt x="203072" y="32005"/>
                          <a:pt x="195392" y="39886"/>
                          <a:pt x="190500" y="53340"/>
                        </a:cubicBezTo>
                        <a:cubicBezTo>
                          <a:pt x="187340" y="62029"/>
                          <a:pt x="185022" y="71016"/>
                          <a:pt x="182880" y="80010"/>
                        </a:cubicBezTo>
                        <a:cubicBezTo>
                          <a:pt x="178668" y="97699"/>
                          <a:pt x="186580" y="123264"/>
                          <a:pt x="171450" y="133350"/>
                        </a:cubicBezTo>
                        <a:cubicBezTo>
                          <a:pt x="167640" y="135890"/>
                          <a:pt x="164116" y="138922"/>
                          <a:pt x="160020" y="140970"/>
                        </a:cubicBezTo>
                        <a:cubicBezTo>
                          <a:pt x="142701" y="149630"/>
                          <a:pt x="103678" y="147988"/>
                          <a:pt x="95250" y="148590"/>
                        </a:cubicBezTo>
                        <a:cubicBezTo>
                          <a:pt x="87604" y="152413"/>
                          <a:pt x="75312" y="157772"/>
                          <a:pt x="68580" y="163830"/>
                        </a:cubicBezTo>
                        <a:cubicBezTo>
                          <a:pt x="59235" y="172240"/>
                          <a:pt x="51968" y="182957"/>
                          <a:pt x="41910" y="190500"/>
                        </a:cubicBezTo>
                        <a:cubicBezTo>
                          <a:pt x="20923" y="206241"/>
                          <a:pt x="31160" y="197440"/>
                          <a:pt x="11430" y="217170"/>
                        </a:cubicBezTo>
                        <a:cubicBezTo>
                          <a:pt x="9008" y="223225"/>
                          <a:pt x="0" y="243257"/>
                          <a:pt x="0" y="251460"/>
                        </a:cubicBezTo>
                        <a:cubicBezTo>
                          <a:pt x="0" y="262960"/>
                          <a:pt x="173" y="274840"/>
                          <a:pt x="3810" y="285750"/>
                        </a:cubicBezTo>
                        <a:cubicBezTo>
                          <a:pt x="10160" y="304800"/>
                          <a:pt x="17145" y="307340"/>
                          <a:pt x="30480" y="316230"/>
                        </a:cubicBezTo>
                        <a:cubicBezTo>
                          <a:pt x="35560" y="323850"/>
                          <a:pt x="40468" y="331587"/>
                          <a:pt x="45720" y="339090"/>
                        </a:cubicBezTo>
                        <a:cubicBezTo>
                          <a:pt x="49361" y="344292"/>
                          <a:pt x="56623" y="348002"/>
                          <a:pt x="57150" y="354330"/>
                        </a:cubicBezTo>
                        <a:cubicBezTo>
                          <a:pt x="58767" y="373731"/>
                          <a:pt x="50815" y="382883"/>
                          <a:pt x="41910" y="396240"/>
                        </a:cubicBezTo>
                        <a:cubicBezTo>
                          <a:pt x="32719" y="433002"/>
                          <a:pt x="36344" y="416451"/>
                          <a:pt x="30480" y="445770"/>
                        </a:cubicBezTo>
                        <a:cubicBezTo>
                          <a:pt x="31750" y="461010"/>
                          <a:pt x="30350" y="476714"/>
                          <a:pt x="34290" y="491490"/>
                        </a:cubicBezTo>
                        <a:cubicBezTo>
                          <a:pt x="35678" y="496696"/>
                          <a:pt x="42213" y="498829"/>
                          <a:pt x="45720" y="502920"/>
                        </a:cubicBezTo>
                        <a:cubicBezTo>
                          <a:pt x="59131" y="518566"/>
                          <a:pt x="53899" y="519024"/>
                          <a:pt x="72390" y="529590"/>
                        </a:cubicBezTo>
                        <a:cubicBezTo>
                          <a:pt x="75877" y="531583"/>
                          <a:pt x="80284" y="531496"/>
                          <a:pt x="83820" y="533400"/>
                        </a:cubicBezTo>
                        <a:cubicBezTo>
                          <a:pt x="96860" y="540422"/>
                          <a:pt x="107224" y="554423"/>
                          <a:pt x="121920" y="556260"/>
                        </a:cubicBezTo>
                        <a:cubicBezTo>
                          <a:pt x="191563" y="564965"/>
                          <a:pt x="105429" y="554689"/>
                          <a:pt x="201930" y="563880"/>
                        </a:cubicBezTo>
                        <a:cubicBezTo>
                          <a:pt x="212123" y="564851"/>
                          <a:pt x="222250" y="566420"/>
                          <a:pt x="232410" y="567690"/>
                        </a:cubicBezTo>
                        <a:cubicBezTo>
                          <a:pt x="247784" y="563846"/>
                          <a:pt x="253130" y="564082"/>
                          <a:pt x="266700" y="552450"/>
                        </a:cubicBezTo>
                        <a:cubicBezTo>
                          <a:pt x="270177" y="549470"/>
                          <a:pt x="271780" y="544830"/>
                          <a:pt x="274320" y="541020"/>
                        </a:cubicBezTo>
                        <a:cubicBezTo>
                          <a:pt x="275590" y="534670"/>
                          <a:pt x="276082" y="528113"/>
                          <a:pt x="278130" y="521970"/>
                        </a:cubicBezTo>
                        <a:cubicBezTo>
                          <a:pt x="289476" y="487933"/>
                          <a:pt x="285238" y="484985"/>
                          <a:pt x="312420" y="472440"/>
                        </a:cubicBezTo>
                        <a:cubicBezTo>
                          <a:pt x="322272" y="467893"/>
                          <a:pt x="332415" y="463806"/>
                          <a:pt x="342900" y="461010"/>
                        </a:cubicBezTo>
                        <a:cubicBezTo>
                          <a:pt x="351577" y="458696"/>
                          <a:pt x="360680" y="458470"/>
                          <a:pt x="369570" y="457200"/>
                        </a:cubicBezTo>
                        <a:cubicBezTo>
                          <a:pt x="391160" y="458470"/>
                          <a:pt x="412810" y="458960"/>
                          <a:pt x="434340" y="461010"/>
                        </a:cubicBezTo>
                        <a:cubicBezTo>
                          <a:pt x="439553" y="461506"/>
                          <a:pt x="444348" y="465029"/>
                          <a:pt x="449580" y="464820"/>
                        </a:cubicBezTo>
                        <a:cubicBezTo>
                          <a:pt x="476349" y="463749"/>
                          <a:pt x="502920" y="459740"/>
                          <a:pt x="529590" y="457200"/>
                        </a:cubicBezTo>
                        <a:cubicBezTo>
                          <a:pt x="552242" y="443609"/>
                          <a:pt x="564518" y="440432"/>
                          <a:pt x="579120" y="422910"/>
                        </a:cubicBezTo>
                        <a:cubicBezTo>
                          <a:pt x="582051" y="419392"/>
                          <a:pt x="584200" y="415290"/>
                          <a:pt x="586740" y="411480"/>
                        </a:cubicBezTo>
                        <a:cubicBezTo>
                          <a:pt x="588209" y="405602"/>
                          <a:pt x="594360" y="382027"/>
                          <a:pt x="594360" y="377190"/>
                        </a:cubicBezTo>
                        <a:cubicBezTo>
                          <a:pt x="594360" y="359365"/>
                          <a:pt x="594417" y="341251"/>
                          <a:pt x="590550" y="323850"/>
                        </a:cubicBezTo>
                        <a:cubicBezTo>
                          <a:pt x="589172" y="317651"/>
                          <a:pt x="583253" y="313431"/>
                          <a:pt x="579120" y="308610"/>
                        </a:cubicBezTo>
                        <a:cubicBezTo>
                          <a:pt x="563453" y="290331"/>
                          <a:pt x="570652" y="300626"/>
                          <a:pt x="544830" y="289560"/>
                        </a:cubicBezTo>
                        <a:cubicBezTo>
                          <a:pt x="478918" y="261312"/>
                          <a:pt x="545101" y="284570"/>
                          <a:pt x="491490" y="266700"/>
                        </a:cubicBezTo>
                        <a:cubicBezTo>
                          <a:pt x="467481" y="247493"/>
                          <a:pt x="453390" y="260350"/>
                          <a:pt x="445770" y="259080"/>
                        </a:cubicBezTo>
                        <a:close/>
                      </a:path>
                    </a:pathLst>
                  </a:custGeom>
                  <a:solidFill>
                    <a:srgbClr val="FCEDE4"/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3" name="Oval 592">
                    <a:extLst>
                      <a:ext uri="{FF2B5EF4-FFF2-40B4-BE49-F238E27FC236}">
                        <a16:creationId xmlns:a16="http://schemas.microsoft.com/office/drawing/2014/main" id="{996C2E33-3C5B-EF38-C421-4DF42820477B}"/>
                      </a:ext>
                    </a:extLst>
                  </p:cNvPr>
                  <p:cNvSpPr/>
                  <p:nvPr/>
                </p:nvSpPr>
                <p:spPr>
                  <a:xfrm>
                    <a:off x="3130084" y="3925958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4" name="Oval 593">
                    <a:extLst>
                      <a:ext uri="{FF2B5EF4-FFF2-40B4-BE49-F238E27FC236}">
                        <a16:creationId xmlns:a16="http://schemas.microsoft.com/office/drawing/2014/main" id="{4D0030DA-5500-DDA3-7300-2C124ECF5DF9}"/>
                      </a:ext>
                    </a:extLst>
                  </p:cNvPr>
                  <p:cNvSpPr/>
                  <p:nvPr/>
                </p:nvSpPr>
                <p:spPr>
                  <a:xfrm>
                    <a:off x="3138683" y="4056101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5" name="Oval 594">
                    <a:extLst>
                      <a:ext uri="{FF2B5EF4-FFF2-40B4-BE49-F238E27FC236}">
                        <a16:creationId xmlns:a16="http://schemas.microsoft.com/office/drawing/2014/main" id="{46A9D889-9E2D-D5A0-6AC8-06C60B3D8BB8}"/>
                      </a:ext>
                    </a:extLst>
                  </p:cNvPr>
                  <p:cNvSpPr/>
                  <p:nvPr/>
                </p:nvSpPr>
                <p:spPr>
                  <a:xfrm>
                    <a:off x="3736598" y="4157685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6" name="Oval 595">
                    <a:extLst>
                      <a:ext uri="{FF2B5EF4-FFF2-40B4-BE49-F238E27FC236}">
                        <a16:creationId xmlns:a16="http://schemas.microsoft.com/office/drawing/2014/main" id="{817B6D7C-7050-704E-1B2A-40F069267B7B}"/>
                      </a:ext>
                    </a:extLst>
                  </p:cNvPr>
                  <p:cNvSpPr/>
                  <p:nvPr/>
                </p:nvSpPr>
                <p:spPr>
                  <a:xfrm>
                    <a:off x="3005607" y="4222787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7" name="Oval 596">
                    <a:extLst>
                      <a:ext uri="{FF2B5EF4-FFF2-40B4-BE49-F238E27FC236}">
                        <a16:creationId xmlns:a16="http://schemas.microsoft.com/office/drawing/2014/main" id="{31C359FE-91C8-AD7E-B504-7415F3476460}"/>
                      </a:ext>
                    </a:extLst>
                  </p:cNvPr>
                  <p:cNvSpPr/>
                  <p:nvPr/>
                </p:nvSpPr>
                <p:spPr>
                  <a:xfrm>
                    <a:off x="3228738" y="3698603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8" name="Oval 597">
                    <a:extLst>
                      <a:ext uri="{FF2B5EF4-FFF2-40B4-BE49-F238E27FC236}">
                        <a16:creationId xmlns:a16="http://schemas.microsoft.com/office/drawing/2014/main" id="{51B47811-9289-EBBE-3D65-C60AA2F019E4}"/>
                      </a:ext>
                    </a:extLst>
                  </p:cNvPr>
                  <p:cNvSpPr/>
                  <p:nvPr/>
                </p:nvSpPr>
                <p:spPr>
                  <a:xfrm>
                    <a:off x="3890858" y="3757076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9" name="Oval 598">
                    <a:extLst>
                      <a:ext uri="{FF2B5EF4-FFF2-40B4-BE49-F238E27FC236}">
                        <a16:creationId xmlns:a16="http://schemas.microsoft.com/office/drawing/2014/main" id="{75A70078-AB2C-F1EA-281A-2F95ED7073B8}"/>
                      </a:ext>
                    </a:extLst>
                  </p:cNvPr>
                  <p:cNvSpPr/>
                  <p:nvPr/>
                </p:nvSpPr>
                <p:spPr>
                  <a:xfrm>
                    <a:off x="3384122" y="3751611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0" name="Oval 599">
                    <a:extLst>
                      <a:ext uri="{FF2B5EF4-FFF2-40B4-BE49-F238E27FC236}">
                        <a16:creationId xmlns:a16="http://schemas.microsoft.com/office/drawing/2014/main" id="{BB0929BF-24DF-3077-49C5-547664698804}"/>
                      </a:ext>
                    </a:extLst>
                  </p:cNvPr>
                  <p:cNvSpPr/>
                  <p:nvPr/>
                </p:nvSpPr>
                <p:spPr>
                  <a:xfrm>
                    <a:off x="3952445" y="4128112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1" name="Oval 600">
                    <a:extLst>
                      <a:ext uri="{FF2B5EF4-FFF2-40B4-BE49-F238E27FC236}">
                        <a16:creationId xmlns:a16="http://schemas.microsoft.com/office/drawing/2014/main" id="{3ED29FC2-DA5F-2DEF-9E1D-B2A4926CE72C}"/>
                      </a:ext>
                    </a:extLst>
                  </p:cNvPr>
                  <p:cNvSpPr/>
                  <p:nvPr/>
                </p:nvSpPr>
                <p:spPr>
                  <a:xfrm>
                    <a:off x="4020096" y="3878926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2" name="Oval 601">
                    <a:extLst>
                      <a:ext uri="{FF2B5EF4-FFF2-40B4-BE49-F238E27FC236}">
                        <a16:creationId xmlns:a16="http://schemas.microsoft.com/office/drawing/2014/main" id="{D468D3C0-1152-700D-4073-07EB803CB6AB}"/>
                      </a:ext>
                    </a:extLst>
                  </p:cNvPr>
                  <p:cNvSpPr/>
                  <p:nvPr/>
                </p:nvSpPr>
                <p:spPr>
                  <a:xfrm>
                    <a:off x="3816745" y="3594840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3" name="Oval 602">
                    <a:extLst>
                      <a:ext uri="{FF2B5EF4-FFF2-40B4-BE49-F238E27FC236}">
                        <a16:creationId xmlns:a16="http://schemas.microsoft.com/office/drawing/2014/main" id="{7A02F351-99B0-B30C-82FC-5B4ECBE11F7D}"/>
                      </a:ext>
                    </a:extLst>
                  </p:cNvPr>
                  <p:cNvSpPr/>
                  <p:nvPr/>
                </p:nvSpPr>
                <p:spPr>
                  <a:xfrm>
                    <a:off x="3814629" y="4282752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4" name="Oval 603">
                    <a:extLst>
                      <a:ext uri="{FF2B5EF4-FFF2-40B4-BE49-F238E27FC236}">
                        <a16:creationId xmlns:a16="http://schemas.microsoft.com/office/drawing/2014/main" id="{F684A035-70A0-7D04-9A37-7F8EB5E8A5F9}"/>
                      </a:ext>
                    </a:extLst>
                  </p:cNvPr>
                  <p:cNvSpPr/>
                  <p:nvPr/>
                </p:nvSpPr>
                <p:spPr>
                  <a:xfrm>
                    <a:off x="3654787" y="4263653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5" name="Oval 604">
                    <a:extLst>
                      <a:ext uri="{FF2B5EF4-FFF2-40B4-BE49-F238E27FC236}">
                        <a16:creationId xmlns:a16="http://schemas.microsoft.com/office/drawing/2014/main" id="{7F521661-ADAA-BD37-8836-AD5AF0E53160}"/>
                      </a:ext>
                    </a:extLst>
                  </p:cNvPr>
                  <p:cNvSpPr/>
                  <p:nvPr/>
                </p:nvSpPr>
                <p:spPr>
                  <a:xfrm>
                    <a:off x="3473696" y="4282753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6" name="Oval 605">
                    <a:extLst>
                      <a:ext uri="{FF2B5EF4-FFF2-40B4-BE49-F238E27FC236}">
                        <a16:creationId xmlns:a16="http://schemas.microsoft.com/office/drawing/2014/main" id="{8BE5A7D4-51BA-C73E-6040-648E8E0838AF}"/>
                      </a:ext>
                    </a:extLst>
                  </p:cNvPr>
                  <p:cNvSpPr/>
                  <p:nvPr/>
                </p:nvSpPr>
                <p:spPr>
                  <a:xfrm>
                    <a:off x="3601015" y="3724842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7" name="Oval 606">
                    <a:extLst>
                      <a:ext uri="{FF2B5EF4-FFF2-40B4-BE49-F238E27FC236}">
                        <a16:creationId xmlns:a16="http://schemas.microsoft.com/office/drawing/2014/main" id="{F07F6021-1F77-B44C-0B74-E865406D3614}"/>
                      </a:ext>
                    </a:extLst>
                  </p:cNvPr>
                  <p:cNvSpPr/>
                  <p:nvPr/>
                </p:nvSpPr>
                <p:spPr>
                  <a:xfrm>
                    <a:off x="3609615" y="3878926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608" name="Connector: Curved 607">
                    <a:extLst>
                      <a:ext uri="{FF2B5EF4-FFF2-40B4-BE49-F238E27FC236}">
                        <a16:creationId xmlns:a16="http://schemas.microsoft.com/office/drawing/2014/main" id="{DF4ADE9B-05B3-27AA-1603-CE24AF0BB9B6}"/>
                      </a:ext>
                    </a:extLst>
                  </p:cNvPr>
                  <p:cNvCxnSpPr>
                    <a:cxnSpLocks/>
                    <a:stCxn id="601" idx="6"/>
                    <a:endCxn id="603" idx="6"/>
                  </p:cNvCxnSpPr>
                  <p:nvPr/>
                </p:nvCxnSpPr>
                <p:spPr>
                  <a:xfrm flipH="1">
                    <a:off x="3904684" y="3923433"/>
                    <a:ext cx="205467" cy="403826"/>
                  </a:xfrm>
                  <a:prstGeom prst="curvedConnector3">
                    <a:avLst>
                      <a:gd name="adj1" fmla="val -35232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9" name="Oval 608">
                    <a:extLst>
                      <a:ext uri="{FF2B5EF4-FFF2-40B4-BE49-F238E27FC236}">
                        <a16:creationId xmlns:a16="http://schemas.microsoft.com/office/drawing/2014/main" id="{70396929-A000-0583-7301-6A773C0939CE}"/>
                      </a:ext>
                    </a:extLst>
                  </p:cNvPr>
                  <p:cNvSpPr/>
                  <p:nvPr/>
                </p:nvSpPr>
                <p:spPr>
                  <a:xfrm>
                    <a:off x="3320505" y="3880238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0" name="Oval 609">
                    <a:extLst>
                      <a:ext uri="{FF2B5EF4-FFF2-40B4-BE49-F238E27FC236}">
                        <a16:creationId xmlns:a16="http://schemas.microsoft.com/office/drawing/2014/main" id="{DDBA01F1-82A2-6D6A-83E4-6C3697F3C81A}"/>
                      </a:ext>
                    </a:extLst>
                  </p:cNvPr>
                  <p:cNvSpPr/>
                  <p:nvPr/>
                </p:nvSpPr>
                <p:spPr>
                  <a:xfrm>
                    <a:off x="3632512" y="3567566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1" name="Oval 610">
                    <a:extLst>
                      <a:ext uri="{FF2B5EF4-FFF2-40B4-BE49-F238E27FC236}">
                        <a16:creationId xmlns:a16="http://schemas.microsoft.com/office/drawing/2014/main" id="{3F45E153-27AB-3F16-A619-262917FFF945}"/>
                      </a:ext>
                    </a:extLst>
                  </p:cNvPr>
                  <p:cNvSpPr/>
                  <p:nvPr/>
                </p:nvSpPr>
                <p:spPr>
                  <a:xfrm>
                    <a:off x="3260237" y="4128112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2" name="Oval 611">
                    <a:extLst>
                      <a:ext uri="{FF2B5EF4-FFF2-40B4-BE49-F238E27FC236}">
                        <a16:creationId xmlns:a16="http://schemas.microsoft.com/office/drawing/2014/main" id="{0AC73FFD-E05A-43FF-3225-ECB616DEF913}"/>
                      </a:ext>
                    </a:extLst>
                  </p:cNvPr>
                  <p:cNvSpPr/>
                  <p:nvPr/>
                </p:nvSpPr>
                <p:spPr>
                  <a:xfrm>
                    <a:off x="3728930" y="3695733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613" name="Connector: Curved 612">
                    <a:extLst>
                      <a:ext uri="{FF2B5EF4-FFF2-40B4-BE49-F238E27FC236}">
                        <a16:creationId xmlns:a16="http://schemas.microsoft.com/office/drawing/2014/main" id="{9E4E4E2E-EBE5-C54E-B333-2A789228F6D3}"/>
                      </a:ext>
                    </a:extLst>
                  </p:cNvPr>
                  <p:cNvCxnSpPr>
                    <a:cxnSpLocks/>
                    <a:stCxn id="600" idx="0"/>
                    <a:endCxn id="612" idx="4"/>
                  </p:cNvCxnSpPr>
                  <p:nvPr/>
                </p:nvCxnSpPr>
                <p:spPr>
                  <a:xfrm rot="16200000" flipV="1">
                    <a:off x="3714033" y="3844671"/>
                    <a:ext cx="343366" cy="223515"/>
                  </a:xfrm>
                  <a:prstGeom prst="curvedConnector3">
                    <a:avLst>
                      <a:gd name="adj1" fmla="val 50000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4" name="Oval 613">
                    <a:extLst>
                      <a:ext uri="{FF2B5EF4-FFF2-40B4-BE49-F238E27FC236}">
                        <a16:creationId xmlns:a16="http://schemas.microsoft.com/office/drawing/2014/main" id="{EE0C68EE-386E-A858-3327-DAB7566782A7}"/>
                      </a:ext>
                    </a:extLst>
                  </p:cNvPr>
                  <p:cNvSpPr/>
                  <p:nvPr/>
                </p:nvSpPr>
                <p:spPr>
                  <a:xfrm>
                    <a:off x="2952357" y="4032698"/>
                    <a:ext cx="90055" cy="89013"/>
                  </a:xfrm>
                  <a:prstGeom prst="ellipse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615" name="Connector: Curved 614">
                    <a:extLst>
                      <a:ext uri="{FF2B5EF4-FFF2-40B4-BE49-F238E27FC236}">
                        <a16:creationId xmlns:a16="http://schemas.microsoft.com/office/drawing/2014/main" id="{9F05F9C1-03EA-FE88-1929-5D20EFF1EB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 flipV="1">
                    <a:off x="3104076" y="3493880"/>
                    <a:ext cx="465132" cy="616476"/>
                  </a:xfrm>
                  <a:prstGeom prst="curvedConnector3">
                    <a:avLst>
                      <a:gd name="adj1" fmla="val -6898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6" name="Connector: Curved 615">
                    <a:extLst>
                      <a:ext uri="{FF2B5EF4-FFF2-40B4-BE49-F238E27FC236}">
                        <a16:creationId xmlns:a16="http://schemas.microsoft.com/office/drawing/2014/main" id="{44EE4D3F-5E5B-EFB8-D162-D5DFDCAB8646}"/>
                      </a:ext>
                    </a:extLst>
                  </p:cNvPr>
                  <p:cNvCxnSpPr>
                    <a:cxnSpLocks/>
                    <a:stCxn id="605" idx="7"/>
                    <a:endCxn id="609" idx="6"/>
                  </p:cNvCxnSpPr>
                  <p:nvPr/>
                </p:nvCxnSpPr>
                <p:spPr>
                  <a:xfrm rot="16200000" flipV="1">
                    <a:off x="3295040" y="4040265"/>
                    <a:ext cx="371044" cy="140003"/>
                  </a:xfrm>
                  <a:prstGeom prst="curvedConnector2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55" name="Group 554">
                  <a:extLst>
                    <a:ext uri="{FF2B5EF4-FFF2-40B4-BE49-F238E27FC236}">
                      <a16:creationId xmlns:a16="http://schemas.microsoft.com/office/drawing/2014/main" id="{7D702988-BEFC-DBDE-8547-76F10FD6F6F1}"/>
                    </a:ext>
                  </a:extLst>
                </p:cNvPr>
                <p:cNvGrpSpPr/>
                <p:nvPr/>
              </p:nvGrpSpPr>
              <p:grpSpPr>
                <a:xfrm>
                  <a:off x="15431749" y="2715495"/>
                  <a:ext cx="363006" cy="358187"/>
                  <a:chOff x="8817139" y="630617"/>
                  <a:chExt cx="351563" cy="473848"/>
                </a:xfrm>
              </p:grpSpPr>
              <p:sp>
                <p:nvSpPr>
                  <p:cNvPr id="586" name="Cube 585">
                    <a:extLst>
                      <a:ext uri="{FF2B5EF4-FFF2-40B4-BE49-F238E27FC236}">
                        <a16:creationId xmlns:a16="http://schemas.microsoft.com/office/drawing/2014/main" id="{608197B5-4682-1E78-C313-7D5604110190}"/>
                      </a:ext>
                    </a:extLst>
                  </p:cNvPr>
                  <p:cNvSpPr/>
                  <p:nvPr/>
                </p:nvSpPr>
                <p:spPr>
                  <a:xfrm>
                    <a:off x="8896563" y="690254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7" name="Cube 586">
                    <a:extLst>
                      <a:ext uri="{FF2B5EF4-FFF2-40B4-BE49-F238E27FC236}">
                        <a16:creationId xmlns:a16="http://schemas.microsoft.com/office/drawing/2014/main" id="{2E837104-B040-E048-B447-4C83D0992A3E}"/>
                      </a:ext>
                    </a:extLst>
                  </p:cNvPr>
                  <p:cNvSpPr/>
                  <p:nvPr/>
                </p:nvSpPr>
                <p:spPr>
                  <a:xfrm>
                    <a:off x="8896563" y="907366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8" name="Rectangle: Rounded Corners 587">
                    <a:extLst>
                      <a:ext uri="{FF2B5EF4-FFF2-40B4-BE49-F238E27FC236}">
                        <a16:creationId xmlns:a16="http://schemas.microsoft.com/office/drawing/2014/main" id="{D9653821-013D-1345-93BB-01AC3F6684AF}"/>
                      </a:ext>
                    </a:extLst>
                  </p:cNvPr>
                  <p:cNvSpPr/>
                  <p:nvPr/>
                </p:nvSpPr>
                <p:spPr>
                  <a:xfrm>
                    <a:off x="8817139" y="630617"/>
                    <a:ext cx="351563" cy="473848"/>
                  </a:xfrm>
                  <a:prstGeom prst="roundRect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56" name="Group 555">
                  <a:extLst>
                    <a:ext uri="{FF2B5EF4-FFF2-40B4-BE49-F238E27FC236}">
                      <a16:creationId xmlns:a16="http://schemas.microsoft.com/office/drawing/2014/main" id="{3CD8310F-040D-D4C5-16F7-D1C1AD066D67}"/>
                    </a:ext>
                  </a:extLst>
                </p:cNvPr>
                <p:cNvGrpSpPr/>
                <p:nvPr/>
              </p:nvGrpSpPr>
              <p:grpSpPr>
                <a:xfrm>
                  <a:off x="15830140" y="2715494"/>
                  <a:ext cx="363006" cy="358187"/>
                  <a:chOff x="9294411" y="630616"/>
                  <a:chExt cx="351563" cy="473848"/>
                </a:xfrm>
              </p:grpSpPr>
              <p:sp>
                <p:nvSpPr>
                  <p:cNvPr id="583" name="Cube 582">
                    <a:extLst>
                      <a:ext uri="{FF2B5EF4-FFF2-40B4-BE49-F238E27FC236}">
                        <a16:creationId xmlns:a16="http://schemas.microsoft.com/office/drawing/2014/main" id="{08D66DDB-F551-4168-726E-33F38FADE9AC}"/>
                      </a:ext>
                    </a:extLst>
                  </p:cNvPr>
                  <p:cNvSpPr/>
                  <p:nvPr/>
                </p:nvSpPr>
                <p:spPr>
                  <a:xfrm>
                    <a:off x="9373835" y="690253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4" name="Cube 583">
                    <a:extLst>
                      <a:ext uri="{FF2B5EF4-FFF2-40B4-BE49-F238E27FC236}">
                        <a16:creationId xmlns:a16="http://schemas.microsoft.com/office/drawing/2014/main" id="{CB92F2B8-4D9F-FD68-A94F-853502A30615}"/>
                      </a:ext>
                    </a:extLst>
                  </p:cNvPr>
                  <p:cNvSpPr/>
                  <p:nvPr/>
                </p:nvSpPr>
                <p:spPr>
                  <a:xfrm>
                    <a:off x="9373835" y="907365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5" name="Rectangle: Rounded Corners 584">
                    <a:extLst>
                      <a:ext uri="{FF2B5EF4-FFF2-40B4-BE49-F238E27FC236}">
                        <a16:creationId xmlns:a16="http://schemas.microsoft.com/office/drawing/2014/main" id="{9E1FAAA3-FD1C-546F-F5CF-A2ED512C72F6}"/>
                      </a:ext>
                    </a:extLst>
                  </p:cNvPr>
                  <p:cNvSpPr/>
                  <p:nvPr/>
                </p:nvSpPr>
                <p:spPr>
                  <a:xfrm>
                    <a:off x="9294411" y="630616"/>
                    <a:ext cx="351563" cy="473848"/>
                  </a:xfrm>
                  <a:prstGeom prst="roundRect">
                    <a:avLst/>
                  </a:prstGeom>
                  <a:noFill/>
                  <a:ln>
                    <a:solidFill>
                      <a:schemeClr val="tx2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57" name="Group 556">
                  <a:extLst>
                    <a:ext uri="{FF2B5EF4-FFF2-40B4-BE49-F238E27FC236}">
                      <a16:creationId xmlns:a16="http://schemas.microsoft.com/office/drawing/2014/main" id="{920E8971-F289-31B8-1191-E32A274E4D91}"/>
                    </a:ext>
                  </a:extLst>
                </p:cNvPr>
                <p:cNvGrpSpPr/>
                <p:nvPr/>
              </p:nvGrpSpPr>
              <p:grpSpPr>
                <a:xfrm>
                  <a:off x="16968101" y="2715494"/>
                  <a:ext cx="363006" cy="358187"/>
                  <a:chOff x="6980138" y="618173"/>
                  <a:chExt cx="351563" cy="369497"/>
                </a:xfrm>
              </p:grpSpPr>
              <p:sp>
                <p:nvSpPr>
                  <p:cNvPr id="580" name="Cube 579">
                    <a:extLst>
                      <a:ext uri="{FF2B5EF4-FFF2-40B4-BE49-F238E27FC236}">
                        <a16:creationId xmlns:a16="http://schemas.microsoft.com/office/drawing/2014/main" id="{E1B1BC84-7BCF-660D-B0B8-CA7C5F3CEFAD}"/>
                      </a:ext>
                    </a:extLst>
                  </p:cNvPr>
                  <p:cNvSpPr/>
                  <p:nvPr/>
                </p:nvSpPr>
                <p:spPr>
                  <a:xfrm>
                    <a:off x="7059562" y="664677"/>
                    <a:ext cx="204575" cy="118990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1" name="Cube 580">
                    <a:extLst>
                      <a:ext uri="{FF2B5EF4-FFF2-40B4-BE49-F238E27FC236}">
                        <a16:creationId xmlns:a16="http://schemas.microsoft.com/office/drawing/2014/main" id="{A13A01EC-C068-8325-79EF-89D9E005CE61}"/>
                      </a:ext>
                    </a:extLst>
                  </p:cNvPr>
                  <p:cNvSpPr/>
                  <p:nvPr/>
                </p:nvSpPr>
                <p:spPr>
                  <a:xfrm>
                    <a:off x="7059562" y="833976"/>
                    <a:ext cx="204575" cy="118990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82" name="Rectangle: Rounded Corners 581">
                    <a:extLst>
                      <a:ext uri="{FF2B5EF4-FFF2-40B4-BE49-F238E27FC236}">
                        <a16:creationId xmlns:a16="http://schemas.microsoft.com/office/drawing/2014/main" id="{7697EDD5-D6EB-A8E0-9C8F-852643D0BCC9}"/>
                      </a:ext>
                    </a:extLst>
                  </p:cNvPr>
                  <p:cNvSpPr/>
                  <p:nvPr/>
                </p:nvSpPr>
                <p:spPr>
                  <a:xfrm>
                    <a:off x="6980138" y="618173"/>
                    <a:ext cx="351563" cy="369497"/>
                  </a:xfrm>
                  <a:prstGeom prst="roundRect">
                    <a:avLst/>
                  </a:prstGeom>
                  <a:noFill/>
                  <a:ln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FAAB88CB-E379-F223-637F-BB38BFA07BE9}"/>
                    </a:ext>
                  </a:extLst>
                </p:cNvPr>
                <p:cNvSpPr txBox="1"/>
                <p:nvPr/>
              </p:nvSpPr>
              <p:spPr>
                <a:xfrm>
                  <a:off x="16509928" y="2604919"/>
                  <a:ext cx="470418" cy="5849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1" dirty="0"/>
                    <a:t>…</a:t>
                  </a:r>
                </a:p>
              </p:txBody>
            </p:sp>
            <p:grpSp>
              <p:nvGrpSpPr>
                <p:cNvPr id="559" name="Group 558">
                  <a:extLst>
                    <a:ext uri="{FF2B5EF4-FFF2-40B4-BE49-F238E27FC236}">
                      <a16:creationId xmlns:a16="http://schemas.microsoft.com/office/drawing/2014/main" id="{D80D2390-59CB-3A60-00FD-6990C4610EEA}"/>
                    </a:ext>
                  </a:extLst>
                </p:cNvPr>
                <p:cNvGrpSpPr/>
                <p:nvPr/>
              </p:nvGrpSpPr>
              <p:grpSpPr>
                <a:xfrm>
                  <a:off x="16225690" y="2558349"/>
                  <a:ext cx="363006" cy="519798"/>
                  <a:chOff x="9768932" y="630616"/>
                  <a:chExt cx="351563" cy="687644"/>
                </a:xfrm>
              </p:grpSpPr>
              <p:sp>
                <p:nvSpPr>
                  <p:cNvPr id="576" name="Cube 575">
                    <a:extLst>
                      <a:ext uri="{FF2B5EF4-FFF2-40B4-BE49-F238E27FC236}">
                        <a16:creationId xmlns:a16="http://schemas.microsoft.com/office/drawing/2014/main" id="{F9485E11-B454-7EC9-BD5A-B648280A9C12}"/>
                      </a:ext>
                    </a:extLst>
                  </p:cNvPr>
                  <p:cNvSpPr/>
                  <p:nvPr/>
                </p:nvSpPr>
                <p:spPr>
                  <a:xfrm>
                    <a:off x="9848356" y="690253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7" name="Cube 576">
                    <a:extLst>
                      <a:ext uri="{FF2B5EF4-FFF2-40B4-BE49-F238E27FC236}">
                        <a16:creationId xmlns:a16="http://schemas.microsoft.com/office/drawing/2014/main" id="{6F6FF44D-46DE-365C-ABC0-29AE550F3252}"/>
                      </a:ext>
                    </a:extLst>
                  </p:cNvPr>
                  <p:cNvSpPr/>
                  <p:nvPr/>
                </p:nvSpPr>
                <p:spPr>
                  <a:xfrm>
                    <a:off x="9848356" y="907365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8" name="Rectangle: Rounded Corners 577">
                    <a:extLst>
                      <a:ext uri="{FF2B5EF4-FFF2-40B4-BE49-F238E27FC236}">
                        <a16:creationId xmlns:a16="http://schemas.microsoft.com/office/drawing/2014/main" id="{9D5111B5-9C7C-6743-0E42-5A12E61C201C}"/>
                      </a:ext>
                    </a:extLst>
                  </p:cNvPr>
                  <p:cNvSpPr/>
                  <p:nvPr/>
                </p:nvSpPr>
                <p:spPr>
                  <a:xfrm>
                    <a:off x="9768932" y="630616"/>
                    <a:ext cx="351563" cy="687644"/>
                  </a:xfrm>
                  <a:prstGeom prst="round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79" name="Cube 578">
                    <a:extLst>
                      <a:ext uri="{FF2B5EF4-FFF2-40B4-BE49-F238E27FC236}">
                        <a16:creationId xmlns:a16="http://schemas.microsoft.com/office/drawing/2014/main" id="{04D6A8F1-7E47-5ABA-5961-BA79C2E89077}"/>
                      </a:ext>
                    </a:extLst>
                  </p:cNvPr>
                  <p:cNvSpPr/>
                  <p:nvPr/>
                </p:nvSpPr>
                <p:spPr>
                  <a:xfrm>
                    <a:off x="9848356" y="1121628"/>
                    <a:ext cx="204575" cy="152594"/>
                  </a:xfrm>
                  <a:prstGeom prst="cube">
                    <a:avLst>
                      <a:gd name="adj" fmla="val 52933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60" name="Group 559">
                  <a:extLst>
                    <a:ext uri="{FF2B5EF4-FFF2-40B4-BE49-F238E27FC236}">
                      <a16:creationId xmlns:a16="http://schemas.microsoft.com/office/drawing/2014/main" id="{F09B8042-E1C9-DEE4-55F2-C30881E3C7FC}"/>
                    </a:ext>
                  </a:extLst>
                </p:cNvPr>
                <p:cNvGrpSpPr/>
                <p:nvPr/>
              </p:nvGrpSpPr>
              <p:grpSpPr>
                <a:xfrm>
                  <a:off x="16126120" y="3284758"/>
                  <a:ext cx="414955" cy="411075"/>
                  <a:chOff x="6685369" y="1011769"/>
                  <a:chExt cx="401874" cy="54381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74" name="TextBox 573">
                        <a:extLst>
                          <a:ext uri="{FF2B5EF4-FFF2-40B4-BE49-F238E27FC236}">
                            <a16:creationId xmlns:a16="http://schemas.microsoft.com/office/drawing/2014/main" id="{2FF36761-D435-02D7-5BB3-2515696DC3D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85369" y="1011769"/>
                        <a:ext cx="401874" cy="54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acc>
                                <m:accPr>
                                  <m:chr m:val="̂"/>
                                  <m:ctrlPr>
                                    <a:rPr lang="en-US" sz="2004" i="1" dirty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4" i="1" dirty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𝒴</m:t>
                                  </m:r>
                                </m:e>
                              </m:acc>
                            </m:oMath>
                          </m:oMathPara>
                        </a14:m>
                        <a:endParaRPr lang="en-US" i="1" dirty="0">
                          <a:solidFill>
                            <a:schemeClr val="accent2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755" name="TextBox 5754">
                        <a:extLst>
                          <a:ext uri="{FF2B5EF4-FFF2-40B4-BE49-F238E27FC236}">
                            <a16:creationId xmlns:a16="http://schemas.microsoft.com/office/drawing/2014/main" id="{E037027F-3564-6052-3A28-F91E65D4C0D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685369" y="1011769"/>
                        <a:ext cx="401874" cy="543812"/>
                      </a:xfrm>
                      <a:prstGeom prst="rect">
                        <a:avLst/>
                      </a:prstGeom>
                      <a:blipFill>
                        <a:blip r:embed="rId74"/>
                        <a:stretch>
                          <a:fillRect l="-1471" t="-8955" r="-22059" b="-13433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75" name="Rectangle: Rounded Corners 574">
                    <a:extLst>
                      <a:ext uri="{FF2B5EF4-FFF2-40B4-BE49-F238E27FC236}">
                        <a16:creationId xmlns:a16="http://schemas.microsoft.com/office/drawing/2014/main" id="{DC09EEE4-9A06-E1DC-2657-B92F17229939}"/>
                      </a:ext>
                    </a:extLst>
                  </p:cNvPr>
                  <p:cNvSpPr/>
                  <p:nvPr/>
                </p:nvSpPr>
                <p:spPr>
                  <a:xfrm>
                    <a:off x="6751207" y="1073674"/>
                    <a:ext cx="259194" cy="418388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561" name="Straight Arrow Connector 560">
                  <a:extLst>
                    <a:ext uri="{FF2B5EF4-FFF2-40B4-BE49-F238E27FC236}">
                      <a16:creationId xmlns:a16="http://schemas.microsoft.com/office/drawing/2014/main" id="{2E88FC6A-8DD8-1BAE-815F-EB82E1B18569}"/>
                    </a:ext>
                  </a:extLst>
                </p:cNvPr>
                <p:cNvCxnSpPr>
                  <a:cxnSpLocks/>
                  <a:stCxn id="617" idx="3"/>
                  <a:endCxn id="572" idx="1"/>
                </p:cNvCxnSpPr>
                <p:nvPr/>
              </p:nvCxnSpPr>
              <p:spPr>
                <a:xfrm>
                  <a:off x="15278572" y="2012799"/>
                  <a:ext cx="565884" cy="0"/>
                </a:xfrm>
                <a:prstGeom prst="straightConnector1">
                  <a:avLst/>
                </a:prstGeom>
                <a:ln w="28575">
                  <a:prstDash val="solid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8C4FCE74-39E3-E851-98D6-0FEA084F8E15}"/>
                    </a:ext>
                  </a:extLst>
                </p:cNvPr>
                <p:cNvSpPr txBox="1"/>
                <p:nvPr/>
              </p:nvSpPr>
              <p:spPr>
                <a:xfrm>
                  <a:off x="15175023" y="1680503"/>
                  <a:ext cx="7676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i="1" dirty="0"/>
                    <a:t>False</a:t>
                  </a:r>
                </a:p>
              </p:txBody>
            </p:sp>
            <p:grpSp>
              <p:nvGrpSpPr>
                <p:cNvPr id="563" name="Group 562">
                  <a:extLst>
                    <a:ext uri="{FF2B5EF4-FFF2-40B4-BE49-F238E27FC236}">
                      <a16:creationId xmlns:a16="http://schemas.microsoft.com/office/drawing/2014/main" id="{F8F021A7-368D-2ED1-9251-7FE2A7A32657}"/>
                    </a:ext>
                  </a:extLst>
                </p:cNvPr>
                <p:cNvGrpSpPr/>
                <p:nvPr/>
              </p:nvGrpSpPr>
              <p:grpSpPr>
                <a:xfrm>
                  <a:off x="15844456" y="1647372"/>
                  <a:ext cx="944952" cy="730853"/>
                  <a:chOff x="8948321" y="4781142"/>
                  <a:chExt cx="915163" cy="842913"/>
                </a:xfrm>
              </p:grpSpPr>
              <p:sp>
                <p:nvSpPr>
                  <p:cNvPr id="572" name="Diamond 571">
                    <a:extLst>
                      <a:ext uri="{FF2B5EF4-FFF2-40B4-BE49-F238E27FC236}">
                        <a16:creationId xmlns:a16="http://schemas.microsoft.com/office/drawing/2014/main" id="{469BD494-F532-0796-0EF2-F3F063E81D25}"/>
                      </a:ext>
                    </a:extLst>
                  </p:cNvPr>
                  <p:cNvSpPr/>
                  <p:nvPr/>
                </p:nvSpPr>
                <p:spPr>
                  <a:xfrm>
                    <a:off x="8948321" y="4781142"/>
                    <a:ext cx="914594" cy="842913"/>
                  </a:xfrm>
                  <a:prstGeom prst="diamond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3" name="TextBox 572">
                    <a:extLst>
                      <a:ext uri="{FF2B5EF4-FFF2-40B4-BE49-F238E27FC236}">
                        <a16:creationId xmlns:a16="http://schemas.microsoft.com/office/drawing/2014/main" id="{64510C5F-DCEE-92CA-EFBF-571A1A306003}"/>
                      </a:ext>
                    </a:extLst>
                  </p:cNvPr>
                  <p:cNvSpPr txBox="1"/>
                  <p:nvPr/>
                </p:nvSpPr>
                <p:spPr>
                  <a:xfrm>
                    <a:off x="8966116" y="4873593"/>
                    <a:ext cx="897368" cy="67443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i="1" dirty="0"/>
                      <a:t>Truth Task?</a:t>
                    </a:r>
                  </a:p>
                </p:txBody>
              </p:sp>
            </p:grpSp>
            <p:cxnSp>
              <p:nvCxnSpPr>
                <p:cNvPr id="564" name="Connector: Elbow 563">
                  <a:extLst>
                    <a:ext uri="{FF2B5EF4-FFF2-40B4-BE49-F238E27FC236}">
                      <a16:creationId xmlns:a16="http://schemas.microsoft.com/office/drawing/2014/main" id="{11048BDE-EB16-148E-09BC-93073DA707F3}"/>
                    </a:ext>
                  </a:extLst>
                </p:cNvPr>
                <p:cNvCxnSpPr>
                  <a:cxnSpLocks/>
                  <a:stCxn id="572" idx="2"/>
                  <a:endCxn id="588" idx="0"/>
                </p:cNvCxnSpPr>
                <p:nvPr/>
              </p:nvCxnSpPr>
              <p:spPr>
                <a:xfrm rot="5400000">
                  <a:off x="15796310" y="2195167"/>
                  <a:ext cx="337270" cy="703386"/>
                </a:xfrm>
                <a:prstGeom prst="bentConnector3">
                  <a:avLst>
                    <a:gd name="adj1" fmla="val 29666"/>
                  </a:avLst>
                </a:prstGeom>
                <a:ln w="28575">
                  <a:prstDash val="solid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999EE73C-8982-531A-DA0B-3AF90CD698CC}"/>
                    </a:ext>
                  </a:extLst>
                </p:cNvPr>
                <p:cNvSpPr txBox="1"/>
                <p:nvPr/>
              </p:nvSpPr>
              <p:spPr>
                <a:xfrm>
                  <a:off x="15591222" y="2163499"/>
                  <a:ext cx="7029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True</a:t>
                  </a:r>
                </a:p>
              </p:txBody>
            </p:sp>
            <p:grpSp>
              <p:nvGrpSpPr>
                <p:cNvPr id="566" name="Group 565">
                  <a:extLst>
                    <a:ext uri="{FF2B5EF4-FFF2-40B4-BE49-F238E27FC236}">
                      <a16:creationId xmlns:a16="http://schemas.microsoft.com/office/drawing/2014/main" id="{CCE0ED17-F6FB-9BA5-8EB8-A1E20EC3569F}"/>
                    </a:ext>
                  </a:extLst>
                </p:cNvPr>
                <p:cNvGrpSpPr/>
                <p:nvPr/>
              </p:nvGrpSpPr>
              <p:grpSpPr>
                <a:xfrm>
                  <a:off x="16568961" y="1237560"/>
                  <a:ext cx="991846" cy="443198"/>
                  <a:chOff x="6143641" y="1040067"/>
                  <a:chExt cx="960579" cy="58631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70" name="TextBox 569">
                        <a:extLst>
                          <a:ext uri="{FF2B5EF4-FFF2-40B4-BE49-F238E27FC236}">
                            <a16:creationId xmlns:a16="http://schemas.microsoft.com/office/drawing/2014/main" id="{E6FC6D6F-D949-CD30-E688-1A2355EDBA5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43641" y="1040067"/>
                        <a:ext cx="960579" cy="586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2004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4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4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4" i="1" dirty="0">
                                      <a:latin typeface="Cambria Math" panose="02040503050406030204" pitchFamily="18" charset="0"/>
                                    </a:rPr>
                                    <m:t>𝑔𝑙𝑜𝑏𝑎𝑙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i="1" dirty="0"/>
                      </a:p>
                    </p:txBody>
                  </p:sp>
                </mc:Choice>
                <mc:Fallback xmlns="">
                  <p:sp>
                    <p:nvSpPr>
                      <p:cNvPr id="5751" name="TextBox 5750">
                        <a:extLst>
                          <a:ext uri="{FF2B5EF4-FFF2-40B4-BE49-F238E27FC236}">
                            <a16:creationId xmlns:a16="http://schemas.microsoft.com/office/drawing/2014/main" id="{30991DA1-CA2B-AA2C-F451-F3E123360AD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43641" y="1040067"/>
                        <a:ext cx="960579" cy="586310"/>
                      </a:xfrm>
                      <a:prstGeom prst="rect">
                        <a:avLst/>
                      </a:prstGeom>
                      <a:blipFill>
                        <a:blip r:embed="rId75"/>
                        <a:stretch>
                          <a:fillRect l="-1235" t="-5556" b="-9722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71" name="Rectangle: Rounded Corners 570">
                    <a:extLst>
                      <a:ext uri="{FF2B5EF4-FFF2-40B4-BE49-F238E27FC236}">
                        <a16:creationId xmlns:a16="http://schemas.microsoft.com/office/drawing/2014/main" id="{E0B45C07-EC29-A608-4F11-D6B770622A4C}"/>
                      </a:ext>
                    </a:extLst>
                  </p:cNvPr>
                  <p:cNvSpPr/>
                  <p:nvPr/>
                </p:nvSpPr>
                <p:spPr>
                  <a:xfrm>
                    <a:off x="6167964" y="1124715"/>
                    <a:ext cx="853439" cy="488592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567" name="Connector: Elbow 566">
                  <a:extLst>
                    <a:ext uri="{FF2B5EF4-FFF2-40B4-BE49-F238E27FC236}">
                      <a16:creationId xmlns:a16="http://schemas.microsoft.com/office/drawing/2014/main" id="{914B2DD8-1B3C-3C0A-CF58-B0C4B39D3BE2}"/>
                    </a:ext>
                  </a:extLst>
                </p:cNvPr>
                <p:cNvCxnSpPr>
                  <a:cxnSpLocks/>
                  <a:stCxn id="572" idx="3"/>
                  <a:endCxn id="571" idx="2"/>
                </p:cNvCxnSpPr>
                <p:nvPr/>
              </p:nvCxnSpPr>
              <p:spPr>
                <a:xfrm flipV="1">
                  <a:off x="16788820" y="1670878"/>
                  <a:ext cx="245866" cy="341921"/>
                </a:xfrm>
                <a:prstGeom prst="bentConnector2">
                  <a:avLst/>
                </a:prstGeom>
                <a:ln w="28575">
                  <a:prstDash val="solid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BFDE0097-924F-2B15-00F7-F24C516AEF1F}"/>
                    </a:ext>
                  </a:extLst>
                </p:cNvPr>
                <p:cNvSpPr txBox="1"/>
                <p:nvPr/>
              </p:nvSpPr>
              <p:spPr>
                <a:xfrm>
                  <a:off x="13952319" y="1717302"/>
                  <a:ext cx="8635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True</a:t>
                  </a:r>
                </a:p>
              </p:txBody>
            </p:sp>
            <p:cxnSp>
              <p:nvCxnSpPr>
                <p:cNvPr id="569" name="Connector: Elbow 568">
                  <a:extLst>
                    <a:ext uri="{FF2B5EF4-FFF2-40B4-BE49-F238E27FC236}">
                      <a16:creationId xmlns:a16="http://schemas.microsoft.com/office/drawing/2014/main" id="{BA70FADA-26DC-87CE-583B-578EA3D67E33}"/>
                    </a:ext>
                  </a:extLst>
                </p:cNvPr>
                <p:cNvCxnSpPr>
                  <a:cxnSpLocks/>
                  <a:stCxn id="588" idx="2"/>
                  <a:endCxn id="575" idx="0"/>
                </p:cNvCxnSpPr>
                <p:nvPr/>
              </p:nvCxnSpPr>
              <p:spPr>
                <a:xfrm rot="16200000" flipH="1">
                  <a:off x="15841649" y="2845284"/>
                  <a:ext cx="257871" cy="714664"/>
                </a:xfrm>
                <a:prstGeom prst="bentConnector3">
                  <a:avLst>
                    <a:gd name="adj1" fmla="val 35225"/>
                  </a:avLst>
                </a:prstGeom>
                <a:ln w="28575">
                  <a:prstDash val="solid"/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7" name="Arrow: Bent 536">
                <a:extLst>
                  <a:ext uri="{FF2B5EF4-FFF2-40B4-BE49-F238E27FC236}">
                    <a16:creationId xmlns:a16="http://schemas.microsoft.com/office/drawing/2014/main" id="{9394908D-BA63-3AB6-26AD-96ECDC47387F}"/>
                  </a:ext>
                </a:extLst>
              </p:cNvPr>
              <p:cNvSpPr/>
              <p:nvPr/>
            </p:nvSpPr>
            <p:spPr>
              <a:xfrm rot="5400000" flipV="1">
                <a:off x="13534644" y="605019"/>
                <a:ext cx="658582" cy="559897"/>
              </a:xfrm>
              <a:prstGeom prst="bentArrow">
                <a:avLst>
                  <a:gd name="adj1" fmla="val 20038"/>
                  <a:gd name="adj2" fmla="val 15195"/>
                  <a:gd name="adj3" fmla="val 18379"/>
                  <a:gd name="adj4" fmla="val 55707"/>
                </a:avLst>
              </a:prstGeom>
              <a:solidFill>
                <a:srgbClr val="FF8989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2" name="Group 661">
              <a:extLst>
                <a:ext uri="{FF2B5EF4-FFF2-40B4-BE49-F238E27FC236}">
                  <a16:creationId xmlns:a16="http://schemas.microsoft.com/office/drawing/2014/main" id="{D1AC59E5-0B3F-2568-5D42-0758C655BF85}"/>
                </a:ext>
              </a:extLst>
            </p:cNvPr>
            <p:cNvGrpSpPr/>
            <p:nvPr/>
          </p:nvGrpSpPr>
          <p:grpSpPr>
            <a:xfrm>
              <a:off x="1775645" y="20105"/>
              <a:ext cx="11911184" cy="3857156"/>
              <a:chOff x="964049" y="525315"/>
              <a:chExt cx="11911184" cy="3492099"/>
            </a:xfrm>
          </p:grpSpPr>
          <p:grpSp>
            <p:nvGrpSpPr>
              <p:cNvPr id="856" name="Group 855">
                <a:extLst>
                  <a:ext uri="{FF2B5EF4-FFF2-40B4-BE49-F238E27FC236}">
                    <a16:creationId xmlns:a16="http://schemas.microsoft.com/office/drawing/2014/main" id="{0A5A83FF-F833-0BB6-18CE-FEF728DAA374}"/>
                  </a:ext>
                </a:extLst>
              </p:cNvPr>
              <p:cNvGrpSpPr/>
              <p:nvPr/>
            </p:nvGrpSpPr>
            <p:grpSpPr>
              <a:xfrm>
                <a:off x="11817875" y="525315"/>
                <a:ext cx="1057358" cy="489129"/>
                <a:chOff x="11817875" y="525315"/>
                <a:chExt cx="1057358" cy="489129"/>
              </a:xfrm>
            </p:grpSpPr>
            <p:sp>
              <p:nvSpPr>
                <p:cNvPr id="860" name="Arrow: Circular 859">
                  <a:extLst>
                    <a:ext uri="{FF2B5EF4-FFF2-40B4-BE49-F238E27FC236}">
                      <a16:creationId xmlns:a16="http://schemas.microsoft.com/office/drawing/2014/main" id="{758A658B-D09C-F432-EEC0-A8209B8F9732}"/>
                    </a:ext>
                  </a:extLst>
                </p:cNvPr>
                <p:cNvSpPr/>
                <p:nvPr/>
              </p:nvSpPr>
              <p:spPr>
                <a:xfrm rot="15579544" flipH="1" flipV="1">
                  <a:off x="11890525" y="499811"/>
                  <a:ext cx="441983" cy="587283"/>
                </a:xfrm>
                <a:prstGeom prst="circularArrow">
                  <a:avLst>
                    <a:gd name="adj1" fmla="val 15315"/>
                    <a:gd name="adj2" fmla="val 1051935"/>
                    <a:gd name="adj3" fmla="val 20543810"/>
                    <a:gd name="adj4" fmla="val 8752312"/>
                    <a:gd name="adj5" fmla="val 12500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1" name="TextBox 860">
                      <a:extLst>
                        <a:ext uri="{FF2B5EF4-FFF2-40B4-BE49-F238E27FC236}">
                          <a16:creationId xmlns:a16="http://schemas.microsoft.com/office/drawing/2014/main" id="{FCC8823D-920B-7C35-6A3B-B147DDACF8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31241" y="525315"/>
                      <a:ext cx="743992" cy="41797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oMath>
                        </m:oMathPara>
                      </a14:m>
                      <a:endParaRPr lang="en-US" sz="2400" i="1" dirty="0"/>
                    </a:p>
                  </p:txBody>
                </p:sp>
              </mc:Choice>
              <mc:Fallback xmlns="">
                <p:sp>
                  <p:nvSpPr>
                    <p:cNvPr id="5463" name="TextBox 5462">
                      <a:extLst>
                        <a:ext uri="{FF2B5EF4-FFF2-40B4-BE49-F238E27FC236}">
                          <a16:creationId xmlns:a16="http://schemas.microsoft.com/office/drawing/2014/main" id="{0D3EF467-D170-81A6-D1DD-5A05B31F2A4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131241" y="525315"/>
                      <a:ext cx="743992" cy="417971"/>
                    </a:xfrm>
                    <a:prstGeom prst="rect">
                      <a:avLst/>
                    </a:prstGeom>
                    <a:blipFill>
                      <a:blip r:embed="rId7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57" name="Group 856">
                <a:extLst>
                  <a:ext uri="{FF2B5EF4-FFF2-40B4-BE49-F238E27FC236}">
                    <a16:creationId xmlns:a16="http://schemas.microsoft.com/office/drawing/2014/main" id="{6E13C5ED-52BC-E516-78E0-81CFD2155071}"/>
                  </a:ext>
                </a:extLst>
              </p:cNvPr>
              <p:cNvGrpSpPr/>
              <p:nvPr/>
            </p:nvGrpSpPr>
            <p:grpSpPr>
              <a:xfrm>
                <a:off x="964049" y="560568"/>
                <a:ext cx="11170166" cy="3456846"/>
                <a:chOff x="4353053" y="808242"/>
                <a:chExt cx="9977445" cy="3137273"/>
              </a:xfrm>
            </p:grpSpPr>
            <p:sp>
              <p:nvSpPr>
                <p:cNvPr id="858" name="Rectangle: Rounded Corners 857">
                  <a:extLst>
                    <a:ext uri="{FF2B5EF4-FFF2-40B4-BE49-F238E27FC236}">
                      <a16:creationId xmlns:a16="http://schemas.microsoft.com/office/drawing/2014/main" id="{949FBE52-224E-884E-48B8-318C298717A7}"/>
                    </a:ext>
                  </a:extLst>
                </p:cNvPr>
                <p:cNvSpPr/>
                <p:nvPr/>
              </p:nvSpPr>
              <p:spPr>
                <a:xfrm rot="16200000">
                  <a:off x="7797093" y="-2567615"/>
                  <a:ext cx="3069090" cy="9957170"/>
                </a:xfrm>
                <a:prstGeom prst="roundRect">
                  <a:avLst>
                    <a:gd name="adj" fmla="val 1903"/>
                  </a:avLst>
                </a:prstGeom>
                <a:solidFill>
                  <a:srgbClr val="F8E4F6"/>
                </a:solidFill>
                <a:ln w="28575">
                  <a:noFill/>
                  <a:prstDash val="solid"/>
                </a:ln>
                <a:effectLst>
                  <a:outerShdw blurRad="101600" dist="50800" dir="3000000" algn="ctr" rotWithShape="0">
                    <a:srgbClr val="000000">
                      <a:alpha val="99000"/>
                    </a:srgbClr>
                  </a:outerShdw>
                </a:effectLst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6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9" name="TextBox 858">
                  <a:extLst>
                    <a:ext uri="{FF2B5EF4-FFF2-40B4-BE49-F238E27FC236}">
                      <a16:creationId xmlns:a16="http://schemas.microsoft.com/office/drawing/2014/main" id="{34405296-9DF0-0B88-B9DC-D61EA2C9EC33}"/>
                    </a:ext>
                  </a:extLst>
                </p:cNvPr>
                <p:cNvSpPr txBox="1"/>
                <p:nvPr/>
              </p:nvSpPr>
              <p:spPr>
                <a:xfrm>
                  <a:off x="8284234" y="808242"/>
                  <a:ext cx="6046264" cy="4299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800" b="1" i="1" dirty="0">
                      <a:solidFill>
                        <a:schemeClr val="accent5">
                          <a:lumMod val="50000"/>
                        </a:schemeClr>
                      </a:solidFill>
                    </a:rPr>
                    <a:t>(2) Stabilized Drift-Controlled Adaptation</a:t>
                  </a:r>
                </a:p>
              </p:txBody>
            </p:sp>
          </p:grpSp>
        </p:grpSp>
        <p:cxnSp>
          <p:nvCxnSpPr>
            <p:cNvPr id="663" name="Connector: Curved 662">
              <a:extLst>
                <a:ext uri="{FF2B5EF4-FFF2-40B4-BE49-F238E27FC236}">
                  <a16:creationId xmlns:a16="http://schemas.microsoft.com/office/drawing/2014/main" id="{5F8BFFD7-BCB2-39BB-7535-764303511205}"/>
                </a:ext>
              </a:extLst>
            </p:cNvPr>
            <p:cNvCxnSpPr>
              <a:cxnSpLocks/>
              <a:stCxn id="676" idx="3"/>
              <a:endCxn id="680" idx="1"/>
            </p:cNvCxnSpPr>
            <p:nvPr/>
          </p:nvCxnSpPr>
          <p:spPr>
            <a:xfrm>
              <a:off x="2854838" y="296461"/>
              <a:ext cx="532868" cy="589528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4" name="Arrow: Right 663">
              <a:extLst>
                <a:ext uri="{FF2B5EF4-FFF2-40B4-BE49-F238E27FC236}">
                  <a16:creationId xmlns:a16="http://schemas.microsoft.com/office/drawing/2014/main" id="{9695C895-7736-E1E8-062C-C6D22D4D0053}"/>
                </a:ext>
              </a:extLst>
            </p:cNvPr>
            <p:cNvSpPr/>
            <p:nvPr/>
          </p:nvSpPr>
          <p:spPr>
            <a:xfrm>
              <a:off x="3636054" y="2279190"/>
              <a:ext cx="241673" cy="172837"/>
            </a:xfrm>
            <a:prstGeom prst="rightArrow">
              <a:avLst>
                <a:gd name="adj1" fmla="val 50000"/>
                <a:gd name="adj2" fmla="val 47899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5" name="Arrow: Right 664">
              <a:extLst>
                <a:ext uri="{FF2B5EF4-FFF2-40B4-BE49-F238E27FC236}">
                  <a16:creationId xmlns:a16="http://schemas.microsoft.com/office/drawing/2014/main" id="{3F681D79-8F5B-8C6B-F991-ACD55BC9F70C}"/>
                </a:ext>
              </a:extLst>
            </p:cNvPr>
            <p:cNvSpPr/>
            <p:nvPr/>
          </p:nvSpPr>
          <p:spPr>
            <a:xfrm>
              <a:off x="4207601" y="1957540"/>
              <a:ext cx="241674" cy="181405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90000">
                  <a:schemeClr val="bg2"/>
                </a:gs>
              </a:gsLst>
              <a:path path="circle">
                <a:fillToRect l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6" name="Arrow: Right 665">
              <a:extLst>
                <a:ext uri="{FF2B5EF4-FFF2-40B4-BE49-F238E27FC236}">
                  <a16:creationId xmlns:a16="http://schemas.microsoft.com/office/drawing/2014/main" id="{F7C4B6E8-566F-758F-F88A-8CC1E0A794CA}"/>
                </a:ext>
              </a:extLst>
            </p:cNvPr>
            <p:cNvSpPr/>
            <p:nvPr/>
          </p:nvSpPr>
          <p:spPr>
            <a:xfrm>
              <a:off x="4211629" y="2225682"/>
              <a:ext cx="241674" cy="181405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90000">
                  <a:schemeClr val="bg2"/>
                </a:gs>
              </a:gsLst>
              <a:path path="circle">
                <a:fillToRect l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7" name="Arrow: Right 666">
              <a:extLst>
                <a:ext uri="{FF2B5EF4-FFF2-40B4-BE49-F238E27FC236}">
                  <a16:creationId xmlns:a16="http://schemas.microsoft.com/office/drawing/2014/main" id="{12E3872D-DBEA-0118-969B-EB5B74C2B556}"/>
                </a:ext>
              </a:extLst>
            </p:cNvPr>
            <p:cNvSpPr/>
            <p:nvPr/>
          </p:nvSpPr>
          <p:spPr>
            <a:xfrm>
              <a:off x="4207184" y="2557178"/>
              <a:ext cx="241674" cy="181405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90000">
                  <a:schemeClr val="bg2"/>
                </a:gs>
              </a:gsLst>
              <a:path path="circle">
                <a:fillToRect l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8" name="Group 667">
              <a:extLst>
                <a:ext uri="{FF2B5EF4-FFF2-40B4-BE49-F238E27FC236}">
                  <a16:creationId xmlns:a16="http://schemas.microsoft.com/office/drawing/2014/main" id="{A9263F0A-244E-479B-F486-8EFB0E25B749}"/>
                </a:ext>
              </a:extLst>
            </p:cNvPr>
            <p:cNvGrpSpPr/>
            <p:nvPr/>
          </p:nvGrpSpPr>
          <p:grpSpPr>
            <a:xfrm>
              <a:off x="4487980" y="1718113"/>
              <a:ext cx="520237" cy="1261878"/>
              <a:chOff x="2646750" y="3462338"/>
              <a:chExt cx="416847" cy="1065124"/>
            </a:xfrm>
          </p:grpSpPr>
          <p:sp>
            <p:nvSpPr>
              <p:cNvPr id="850" name="Cube 849">
                <a:extLst>
                  <a:ext uri="{FF2B5EF4-FFF2-40B4-BE49-F238E27FC236}">
                    <a16:creationId xmlns:a16="http://schemas.microsoft.com/office/drawing/2014/main" id="{34776EAC-1F6A-833F-3010-F5548143290A}"/>
                  </a:ext>
                </a:extLst>
              </p:cNvPr>
              <p:cNvSpPr/>
              <p:nvPr/>
            </p:nvSpPr>
            <p:spPr>
              <a:xfrm>
                <a:off x="2684415" y="3499218"/>
                <a:ext cx="204575" cy="152594"/>
              </a:xfrm>
              <a:prstGeom prst="cube">
                <a:avLst>
                  <a:gd name="adj" fmla="val 5293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2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1" name="Cube 850">
                <a:extLst>
                  <a:ext uri="{FF2B5EF4-FFF2-40B4-BE49-F238E27FC236}">
                    <a16:creationId xmlns:a16="http://schemas.microsoft.com/office/drawing/2014/main" id="{1FD56E2D-59EF-6964-4E4A-649C8DC49DB4}"/>
                  </a:ext>
                </a:extLst>
              </p:cNvPr>
              <p:cNvSpPr/>
              <p:nvPr/>
            </p:nvSpPr>
            <p:spPr>
              <a:xfrm>
                <a:off x="2692898" y="3721637"/>
                <a:ext cx="204575" cy="152594"/>
              </a:xfrm>
              <a:prstGeom prst="cube">
                <a:avLst>
                  <a:gd name="adj" fmla="val 5293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2" name="Cube 851">
                <a:extLst>
                  <a:ext uri="{FF2B5EF4-FFF2-40B4-BE49-F238E27FC236}">
                    <a16:creationId xmlns:a16="http://schemas.microsoft.com/office/drawing/2014/main" id="{6DEDC983-2585-5852-9FF7-ACCF09B4ECA7}"/>
                  </a:ext>
                </a:extLst>
              </p:cNvPr>
              <p:cNvSpPr/>
              <p:nvPr/>
            </p:nvSpPr>
            <p:spPr>
              <a:xfrm>
                <a:off x="2692898" y="3933977"/>
                <a:ext cx="204575" cy="152594"/>
              </a:xfrm>
              <a:prstGeom prst="cube">
                <a:avLst>
                  <a:gd name="adj" fmla="val 5293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3" name="Cube 852">
                <a:extLst>
                  <a:ext uri="{FF2B5EF4-FFF2-40B4-BE49-F238E27FC236}">
                    <a16:creationId xmlns:a16="http://schemas.microsoft.com/office/drawing/2014/main" id="{45E03F63-A537-7EC1-43B9-930127AC9A2F}"/>
                  </a:ext>
                </a:extLst>
              </p:cNvPr>
              <p:cNvSpPr/>
              <p:nvPr/>
            </p:nvSpPr>
            <p:spPr>
              <a:xfrm>
                <a:off x="2692898" y="4325685"/>
                <a:ext cx="204575" cy="152594"/>
              </a:xfrm>
              <a:prstGeom prst="cube">
                <a:avLst>
                  <a:gd name="adj" fmla="val 5293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4" name="Rectangle: Rounded Corners 853">
                <a:extLst>
                  <a:ext uri="{FF2B5EF4-FFF2-40B4-BE49-F238E27FC236}">
                    <a16:creationId xmlns:a16="http://schemas.microsoft.com/office/drawing/2014/main" id="{DA1FACB3-B5D3-3A59-BDFA-647D12A3D02E}"/>
                  </a:ext>
                </a:extLst>
              </p:cNvPr>
              <p:cNvSpPr/>
              <p:nvPr/>
            </p:nvSpPr>
            <p:spPr>
              <a:xfrm rot="5400000">
                <a:off x="2254595" y="3854493"/>
                <a:ext cx="1065124" cy="280814"/>
              </a:xfrm>
              <a:prstGeom prst="roundRect">
                <a:avLst>
                  <a:gd name="adj" fmla="val 10000"/>
                </a:avLst>
              </a:prstGeom>
              <a:noFill/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67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5" name="TextBox 854">
                <a:extLst>
                  <a:ext uri="{FF2B5EF4-FFF2-40B4-BE49-F238E27FC236}">
                    <a16:creationId xmlns:a16="http://schemas.microsoft.com/office/drawing/2014/main" id="{504AF3FF-60E3-B3EE-1A94-A72BD59D3D32}"/>
                  </a:ext>
                </a:extLst>
              </p:cNvPr>
              <p:cNvSpPr txBox="1"/>
              <p:nvPr/>
            </p:nvSpPr>
            <p:spPr>
              <a:xfrm rot="5400000">
                <a:off x="2661235" y="4033144"/>
                <a:ext cx="434809" cy="369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…</a:t>
                </a:r>
                <a:endParaRPr lang="en-US" sz="3201" dirty="0"/>
              </a:p>
            </p:txBody>
          </p:sp>
        </p:grpSp>
        <p:sp>
          <p:nvSpPr>
            <p:cNvPr id="669" name="Arrow: Right 668">
              <a:extLst>
                <a:ext uri="{FF2B5EF4-FFF2-40B4-BE49-F238E27FC236}">
                  <a16:creationId xmlns:a16="http://schemas.microsoft.com/office/drawing/2014/main" id="{1FEF7054-ADC6-EB67-A336-D6328B89CD0E}"/>
                </a:ext>
              </a:extLst>
            </p:cNvPr>
            <p:cNvSpPr/>
            <p:nvPr/>
          </p:nvSpPr>
          <p:spPr>
            <a:xfrm>
              <a:off x="2722865" y="2271276"/>
              <a:ext cx="342521" cy="222226"/>
            </a:xfrm>
            <a:prstGeom prst="rightArrow">
              <a:avLst>
                <a:gd name="adj1" fmla="val 50000"/>
                <a:gd name="adj2" fmla="val 47899"/>
              </a:avLst>
            </a:prstGeom>
            <a:solidFill>
              <a:srgbClr val="FF8989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70" name="Connector: Elbow 669">
              <a:extLst>
                <a:ext uri="{FF2B5EF4-FFF2-40B4-BE49-F238E27FC236}">
                  <a16:creationId xmlns:a16="http://schemas.microsoft.com/office/drawing/2014/main" id="{CBC2F16B-D819-572B-7520-36A06432B6AB}"/>
                </a:ext>
              </a:extLst>
            </p:cNvPr>
            <p:cNvCxnSpPr>
              <a:cxnSpLocks/>
              <a:stCxn id="848" idx="3"/>
            </p:cNvCxnSpPr>
            <p:nvPr/>
          </p:nvCxnSpPr>
          <p:spPr>
            <a:xfrm>
              <a:off x="4071531" y="1455253"/>
              <a:ext cx="296472" cy="1254686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1" name="Straight Arrow Connector 670">
              <a:extLst>
                <a:ext uri="{FF2B5EF4-FFF2-40B4-BE49-F238E27FC236}">
                  <a16:creationId xmlns:a16="http://schemas.microsoft.com/office/drawing/2014/main" id="{18FF1371-0A48-D984-1902-9A86F1281355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305132" y="2048242"/>
              <a:ext cx="135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2" name="Straight Arrow Connector 671">
              <a:extLst>
                <a:ext uri="{FF2B5EF4-FFF2-40B4-BE49-F238E27FC236}">
                  <a16:creationId xmlns:a16="http://schemas.microsoft.com/office/drawing/2014/main" id="{5CC86C9B-CA8A-593C-11FC-99F95736197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305132" y="2314314"/>
              <a:ext cx="135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3" name="Straight Arrow Connector 672">
              <a:extLst>
                <a:ext uri="{FF2B5EF4-FFF2-40B4-BE49-F238E27FC236}">
                  <a16:creationId xmlns:a16="http://schemas.microsoft.com/office/drawing/2014/main" id="{76EB82D8-05E4-D187-7010-7D0A6BFFFB8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290183" y="2647880"/>
              <a:ext cx="135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4" name="TextBox 673">
                  <a:extLst>
                    <a:ext uri="{FF2B5EF4-FFF2-40B4-BE49-F238E27FC236}">
                      <a16:creationId xmlns:a16="http://schemas.microsoft.com/office/drawing/2014/main" id="{BFDCB867-D69C-3884-6B0C-C867604C968B}"/>
                    </a:ext>
                  </a:extLst>
                </p:cNvPr>
                <p:cNvSpPr txBox="1"/>
                <p:nvPr/>
              </p:nvSpPr>
              <p:spPr>
                <a:xfrm>
                  <a:off x="4050649" y="1406831"/>
                  <a:ext cx="410765" cy="4007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4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4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004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4" i="1" dirty="0"/>
                </a:p>
              </p:txBody>
            </p:sp>
          </mc:Choice>
          <mc:Fallback>
            <p:sp>
              <p:nvSpPr>
                <p:cNvPr id="674" name="TextBox 673">
                  <a:extLst>
                    <a:ext uri="{FF2B5EF4-FFF2-40B4-BE49-F238E27FC236}">
                      <a16:creationId xmlns:a16="http://schemas.microsoft.com/office/drawing/2014/main" id="{BFDCB867-D69C-3884-6B0C-C867604C96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0649" y="1406831"/>
                  <a:ext cx="410765" cy="400751"/>
                </a:xfrm>
                <a:prstGeom prst="rect">
                  <a:avLst/>
                </a:prstGeom>
                <a:blipFill>
                  <a:blip r:embed="rId7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5" name="TextBox 674">
                  <a:extLst>
                    <a:ext uri="{FF2B5EF4-FFF2-40B4-BE49-F238E27FC236}">
                      <a16:creationId xmlns:a16="http://schemas.microsoft.com/office/drawing/2014/main" id="{DC741D78-5406-6C4F-8CCD-16EF18EE2B63}"/>
                    </a:ext>
                  </a:extLst>
                </p:cNvPr>
                <p:cNvSpPr txBox="1"/>
                <p:nvPr/>
              </p:nvSpPr>
              <p:spPr>
                <a:xfrm>
                  <a:off x="3202946" y="142025"/>
                  <a:ext cx="743462" cy="4738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75" name="TextBox 674">
                  <a:extLst>
                    <a:ext uri="{FF2B5EF4-FFF2-40B4-BE49-F238E27FC236}">
                      <a16:creationId xmlns:a16="http://schemas.microsoft.com/office/drawing/2014/main" id="{DC741D78-5406-6C4F-8CCD-16EF18EE2B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946" y="142025"/>
                  <a:ext cx="743462" cy="473848"/>
                </a:xfrm>
                <a:prstGeom prst="rect">
                  <a:avLst/>
                </a:prstGeom>
                <a:blipFill>
                  <a:blip r:embed="rId78"/>
                  <a:stretch>
                    <a:fillRect t="-7692" r="-3279" b="-12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6" name="TextBox 675">
                  <a:extLst>
                    <a:ext uri="{FF2B5EF4-FFF2-40B4-BE49-F238E27FC236}">
                      <a16:creationId xmlns:a16="http://schemas.microsoft.com/office/drawing/2014/main" id="{5CBB9CE1-D7B3-EF7C-E9EB-B6AB999AA3BC}"/>
                    </a:ext>
                  </a:extLst>
                </p:cNvPr>
                <p:cNvSpPr txBox="1"/>
                <p:nvPr/>
              </p:nvSpPr>
              <p:spPr>
                <a:xfrm>
                  <a:off x="1890987" y="50592"/>
                  <a:ext cx="963851" cy="4917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𝑓𝑜𝑟𝑔𝑒𝑡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76" name="TextBox 675">
                  <a:extLst>
                    <a:ext uri="{FF2B5EF4-FFF2-40B4-BE49-F238E27FC236}">
                      <a16:creationId xmlns:a16="http://schemas.microsoft.com/office/drawing/2014/main" id="{5CBB9CE1-D7B3-EF7C-E9EB-B6AB999AA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0987" y="50592"/>
                  <a:ext cx="963851" cy="491738"/>
                </a:xfrm>
                <a:prstGeom prst="rect">
                  <a:avLst/>
                </a:prstGeom>
                <a:blipFill>
                  <a:blip r:embed="rId79"/>
                  <a:stretch>
                    <a:fillRect l="-1266" r="-20886" b="-123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7" name="Group 676">
              <a:extLst>
                <a:ext uri="{FF2B5EF4-FFF2-40B4-BE49-F238E27FC236}">
                  <a16:creationId xmlns:a16="http://schemas.microsoft.com/office/drawing/2014/main" id="{98809F1A-97A5-C1CB-CD77-046232337FF1}"/>
                </a:ext>
              </a:extLst>
            </p:cNvPr>
            <p:cNvGrpSpPr/>
            <p:nvPr/>
          </p:nvGrpSpPr>
          <p:grpSpPr>
            <a:xfrm>
              <a:off x="2755279" y="1194745"/>
              <a:ext cx="1355455" cy="539602"/>
              <a:chOff x="2146863" y="1406418"/>
              <a:chExt cx="1355455" cy="488532"/>
            </a:xfrm>
          </p:grpSpPr>
          <p:sp>
            <p:nvSpPr>
              <p:cNvPr id="847" name="Rectangle: Rounded Corners 846">
                <a:extLst>
                  <a:ext uri="{FF2B5EF4-FFF2-40B4-BE49-F238E27FC236}">
                    <a16:creationId xmlns:a16="http://schemas.microsoft.com/office/drawing/2014/main" id="{BAC5B342-3EB3-DBDC-6C17-FAA57B24C9D7}"/>
                  </a:ext>
                </a:extLst>
              </p:cNvPr>
              <p:cNvSpPr/>
              <p:nvPr/>
            </p:nvSpPr>
            <p:spPr>
              <a:xfrm>
                <a:off x="2250754" y="1406418"/>
                <a:ext cx="1251564" cy="488532"/>
              </a:xfrm>
              <a:prstGeom prst="roundRect">
                <a:avLst>
                  <a:gd name="adj" fmla="val 5822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8" name="TextBox 847">
                    <a:extLst>
                      <a:ext uri="{FF2B5EF4-FFF2-40B4-BE49-F238E27FC236}">
                        <a16:creationId xmlns:a16="http://schemas.microsoft.com/office/drawing/2014/main" id="{65465121-74A4-7416-3A4E-1B8FFEE7E80A}"/>
                      </a:ext>
                    </a:extLst>
                  </p:cNvPr>
                  <p:cNvSpPr txBox="1"/>
                  <p:nvPr/>
                </p:nvSpPr>
                <p:spPr>
                  <a:xfrm>
                    <a:off x="3080057" y="1433284"/>
                    <a:ext cx="383058" cy="4179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/>
                  </a:p>
                </p:txBody>
              </p:sp>
            </mc:Choice>
            <mc:Fallback xmlns="">
              <p:sp>
                <p:nvSpPr>
                  <p:cNvPr id="5450" name="TextBox 5449">
                    <a:extLst>
                      <a:ext uri="{FF2B5EF4-FFF2-40B4-BE49-F238E27FC236}">
                        <a16:creationId xmlns:a16="http://schemas.microsoft.com/office/drawing/2014/main" id="{8978F47A-939C-0238-8C4B-F98D262E2E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0057" y="1433284"/>
                    <a:ext cx="383058" cy="417971"/>
                  </a:xfrm>
                  <a:prstGeom prst="rect">
                    <a:avLst/>
                  </a:prstGeom>
                  <a:blipFill>
                    <a:blip r:embed="rId80"/>
                    <a:stretch>
                      <a:fillRect l="-4762" r="-634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9" name="TextBox 848">
                    <a:extLst>
                      <a:ext uri="{FF2B5EF4-FFF2-40B4-BE49-F238E27FC236}">
                        <a16:creationId xmlns:a16="http://schemas.microsoft.com/office/drawing/2014/main" id="{73FE3B6B-CAB6-E0BB-02B0-96448096376F}"/>
                      </a:ext>
                    </a:extLst>
                  </p:cNvPr>
                  <p:cNvSpPr txBox="1"/>
                  <p:nvPr/>
                </p:nvSpPr>
                <p:spPr>
                  <a:xfrm>
                    <a:off x="2146863" y="1421928"/>
                    <a:ext cx="1067848" cy="4290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390AE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51" name="TextBox 5450">
                    <a:extLst>
                      <a:ext uri="{FF2B5EF4-FFF2-40B4-BE49-F238E27FC236}">
                        <a16:creationId xmlns:a16="http://schemas.microsoft.com/office/drawing/2014/main" id="{C420BC1A-FCD1-285C-7B00-20419E6929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6863" y="1421928"/>
                    <a:ext cx="1067848" cy="429001"/>
                  </a:xfrm>
                  <a:prstGeom prst="rect">
                    <a:avLst/>
                  </a:prstGeom>
                  <a:blipFill>
                    <a:blip r:embed="rId81"/>
                    <a:stretch>
                      <a:fillRect t="-769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78" name="Group 677">
              <a:extLst>
                <a:ext uri="{FF2B5EF4-FFF2-40B4-BE49-F238E27FC236}">
                  <a16:creationId xmlns:a16="http://schemas.microsoft.com/office/drawing/2014/main" id="{9A3CE9AE-9CD7-8547-0509-92D2CC60C573}"/>
                </a:ext>
              </a:extLst>
            </p:cNvPr>
            <p:cNvGrpSpPr/>
            <p:nvPr/>
          </p:nvGrpSpPr>
          <p:grpSpPr>
            <a:xfrm>
              <a:off x="3874566" y="1914251"/>
              <a:ext cx="393839" cy="1198025"/>
              <a:chOff x="9363230" y="2330457"/>
              <a:chExt cx="393839" cy="1084639"/>
            </a:xfrm>
          </p:grpSpPr>
          <p:grpSp>
            <p:nvGrpSpPr>
              <p:cNvPr id="834" name="Group 833">
                <a:extLst>
                  <a:ext uri="{FF2B5EF4-FFF2-40B4-BE49-F238E27FC236}">
                    <a16:creationId xmlns:a16="http://schemas.microsoft.com/office/drawing/2014/main" id="{5B47BDC0-5415-D7DF-D1EC-E78A41F0490E}"/>
                  </a:ext>
                </a:extLst>
              </p:cNvPr>
              <p:cNvGrpSpPr/>
              <p:nvPr/>
            </p:nvGrpSpPr>
            <p:grpSpPr>
              <a:xfrm>
                <a:off x="9410743" y="2330457"/>
                <a:ext cx="346326" cy="805141"/>
                <a:chOff x="8870998" y="2596722"/>
                <a:chExt cx="346326" cy="830563"/>
              </a:xfrm>
            </p:grpSpPr>
            <p:sp>
              <p:nvSpPr>
                <p:cNvPr id="836" name="Rectangle: Rounded Corners 835">
                  <a:extLst>
                    <a:ext uri="{FF2B5EF4-FFF2-40B4-BE49-F238E27FC236}">
                      <a16:creationId xmlns:a16="http://schemas.microsoft.com/office/drawing/2014/main" id="{DAAAABC7-6F3F-5227-1F42-CE6F0DFAAA0A}"/>
                    </a:ext>
                  </a:extLst>
                </p:cNvPr>
                <p:cNvSpPr/>
                <p:nvPr/>
              </p:nvSpPr>
              <p:spPr>
                <a:xfrm rot="5400000">
                  <a:off x="8576552" y="2891168"/>
                  <a:ext cx="830563" cy="241672"/>
                </a:xfrm>
                <a:prstGeom prst="roundRect">
                  <a:avLst>
                    <a:gd name="adj" fmla="val 10000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6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37" name="Group 836">
                  <a:extLst>
                    <a:ext uri="{FF2B5EF4-FFF2-40B4-BE49-F238E27FC236}">
                      <a16:creationId xmlns:a16="http://schemas.microsoft.com/office/drawing/2014/main" id="{8A803CAF-6B37-AA7E-FE2D-EEDE95B1DF08}"/>
                    </a:ext>
                  </a:extLst>
                </p:cNvPr>
                <p:cNvGrpSpPr/>
                <p:nvPr/>
              </p:nvGrpSpPr>
              <p:grpSpPr>
                <a:xfrm>
                  <a:off x="8913787" y="2640181"/>
                  <a:ext cx="130798" cy="193528"/>
                  <a:chOff x="8913787" y="2640181"/>
                  <a:chExt cx="130798" cy="193528"/>
                </a:xfrm>
              </p:grpSpPr>
              <p:sp>
                <p:nvSpPr>
                  <p:cNvPr id="845" name="Cube 844">
                    <a:extLst>
                      <a:ext uri="{FF2B5EF4-FFF2-40B4-BE49-F238E27FC236}">
                        <a16:creationId xmlns:a16="http://schemas.microsoft.com/office/drawing/2014/main" id="{4C86E627-1CB9-10A0-D9F0-62557B8BF8ED}"/>
                      </a:ext>
                    </a:extLst>
                  </p:cNvPr>
                  <p:cNvSpPr/>
                  <p:nvPr/>
                </p:nvSpPr>
                <p:spPr>
                  <a:xfrm>
                    <a:off x="8913787" y="2730940"/>
                    <a:ext cx="130798" cy="102769"/>
                  </a:xfrm>
                  <a:prstGeom prst="cube">
                    <a:avLst>
                      <a:gd name="adj" fmla="val 35592"/>
                    </a:avLst>
                  </a:prstGeom>
                  <a:gradFill flip="none" rotWithShape="1">
                    <a:gsLst>
                      <a:gs pos="18000">
                        <a:schemeClr val="accent1">
                          <a:lumMod val="0"/>
                          <a:lumOff val="100000"/>
                        </a:schemeClr>
                      </a:gs>
                      <a:gs pos="92000">
                        <a:srgbClr val="00B050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6" name="Cube 845">
                    <a:extLst>
                      <a:ext uri="{FF2B5EF4-FFF2-40B4-BE49-F238E27FC236}">
                        <a16:creationId xmlns:a16="http://schemas.microsoft.com/office/drawing/2014/main" id="{2D4E7B2A-56D4-235C-C3D6-241C8A7BEA9F}"/>
                      </a:ext>
                    </a:extLst>
                  </p:cNvPr>
                  <p:cNvSpPr/>
                  <p:nvPr/>
                </p:nvSpPr>
                <p:spPr>
                  <a:xfrm>
                    <a:off x="8913787" y="2640181"/>
                    <a:ext cx="130798" cy="102769"/>
                  </a:xfrm>
                  <a:prstGeom prst="cube">
                    <a:avLst>
                      <a:gd name="adj" fmla="val 35592"/>
                    </a:avLst>
                  </a:prstGeom>
                  <a:gradFill flip="none" rotWithShape="1">
                    <a:gsLst>
                      <a:gs pos="18000">
                        <a:schemeClr val="accent1">
                          <a:lumMod val="0"/>
                          <a:lumOff val="100000"/>
                        </a:schemeClr>
                      </a:gs>
                      <a:gs pos="92000">
                        <a:srgbClr val="00B050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38" name="TextBox 837">
                  <a:extLst>
                    <a:ext uri="{FF2B5EF4-FFF2-40B4-BE49-F238E27FC236}">
                      <a16:creationId xmlns:a16="http://schemas.microsoft.com/office/drawing/2014/main" id="{26A016D7-8852-2456-68C9-DEFD6540EE77}"/>
                    </a:ext>
                  </a:extLst>
                </p:cNvPr>
                <p:cNvSpPr txBox="1"/>
                <p:nvPr/>
              </p:nvSpPr>
              <p:spPr>
                <a:xfrm rot="5400000">
                  <a:off x="8910612" y="2951901"/>
                  <a:ext cx="2748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/>
                    <a:t>…</a:t>
                  </a:r>
                </a:p>
              </p:txBody>
            </p:sp>
            <p:grpSp>
              <p:nvGrpSpPr>
                <p:cNvPr id="839" name="Group 838">
                  <a:extLst>
                    <a:ext uri="{FF2B5EF4-FFF2-40B4-BE49-F238E27FC236}">
                      <a16:creationId xmlns:a16="http://schemas.microsoft.com/office/drawing/2014/main" id="{093C5924-8964-D7C3-5D66-AAF865400608}"/>
                    </a:ext>
                  </a:extLst>
                </p:cNvPr>
                <p:cNvGrpSpPr/>
                <p:nvPr/>
              </p:nvGrpSpPr>
              <p:grpSpPr>
                <a:xfrm>
                  <a:off x="8913787" y="2874745"/>
                  <a:ext cx="130798" cy="193528"/>
                  <a:chOff x="8913787" y="2640181"/>
                  <a:chExt cx="130798" cy="193528"/>
                </a:xfrm>
              </p:grpSpPr>
              <p:sp>
                <p:nvSpPr>
                  <p:cNvPr id="843" name="Cube 842">
                    <a:extLst>
                      <a:ext uri="{FF2B5EF4-FFF2-40B4-BE49-F238E27FC236}">
                        <a16:creationId xmlns:a16="http://schemas.microsoft.com/office/drawing/2014/main" id="{220AC651-7DEE-9F8A-FD61-4C0482D899FA}"/>
                      </a:ext>
                    </a:extLst>
                  </p:cNvPr>
                  <p:cNvSpPr/>
                  <p:nvPr/>
                </p:nvSpPr>
                <p:spPr>
                  <a:xfrm>
                    <a:off x="8913787" y="2730940"/>
                    <a:ext cx="130798" cy="102769"/>
                  </a:xfrm>
                  <a:prstGeom prst="cube">
                    <a:avLst>
                      <a:gd name="adj" fmla="val 35592"/>
                    </a:avLst>
                  </a:prstGeom>
                  <a:gradFill flip="none" rotWithShape="1">
                    <a:gsLst>
                      <a:gs pos="18000">
                        <a:schemeClr val="accent1">
                          <a:lumMod val="0"/>
                          <a:lumOff val="100000"/>
                        </a:schemeClr>
                      </a:gs>
                      <a:gs pos="92000">
                        <a:srgbClr val="00B050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4" name="Cube 843">
                    <a:extLst>
                      <a:ext uri="{FF2B5EF4-FFF2-40B4-BE49-F238E27FC236}">
                        <a16:creationId xmlns:a16="http://schemas.microsoft.com/office/drawing/2014/main" id="{EFAB7687-22D2-F863-3E69-65F2882E11B6}"/>
                      </a:ext>
                    </a:extLst>
                  </p:cNvPr>
                  <p:cNvSpPr/>
                  <p:nvPr/>
                </p:nvSpPr>
                <p:spPr>
                  <a:xfrm>
                    <a:off x="8913787" y="2640181"/>
                    <a:ext cx="130798" cy="102769"/>
                  </a:xfrm>
                  <a:prstGeom prst="cube">
                    <a:avLst>
                      <a:gd name="adj" fmla="val 35592"/>
                    </a:avLst>
                  </a:prstGeom>
                  <a:gradFill flip="none" rotWithShape="1">
                    <a:gsLst>
                      <a:gs pos="18000">
                        <a:schemeClr val="accent1">
                          <a:lumMod val="0"/>
                          <a:lumOff val="100000"/>
                        </a:schemeClr>
                      </a:gs>
                      <a:gs pos="92000">
                        <a:srgbClr val="00B050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840" name="Group 839">
                  <a:extLst>
                    <a:ext uri="{FF2B5EF4-FFF2-40B4-BE49-F238E27FC236}">
                      <a16:creationId xmlns:a16="http://schemas.microsoft.com/office/drawing/2014/main" id="{40F67AF3-9207-5904-073A-918CFF6C0D8D}"/>
                    </a:ext>
                  </a:extLst>
                </p:cNvPr>
                <p:cNvGrpSpPr/>
                <p:nvPr/>
              </p:nvGrpSpPr>
              <p:grpSpPr>
                <a:xfrm>
                  <a:off x="8920390" y="3203093"/>
                  <a:ext cx="130798" cy="193528"/>
                  <a:chOff x="8913787" y="2640181"/>
                  <a:chExt cx="130798" cy="193528"/>
                </a:xfrm>
              </p:grpSpPr>
              <p:sp>
                <p:nvSpPr>
                  <p:cNvPr id="841" name="Cube 840">
                    <a:extLst>
                      <a:ext uri="{FF2B5EF4-FFF2-40B4-BE49-F238E27FC236}">
                        <a16:creationId xmlns:a16="http://schemas.microsoft.com/office/drawing/2014/main" id="{55F70946-DEC1-9B7C-98FF-0A03E53E17EC}"/>
                      </a:ext>
                    </a:extLst>
                  </p:cNvPr>
                  <p:cNvSpPr/>
                  <p:nvPr/>
                </p:nvSpPr>
                <p:spPr>
                  <a:xfrm>
                    <a:off x="8913787" y="2730940"/>
                    <a:ext cx="130798" cy="102769"/>
                  </a:xfrm>
                  <a:prstGeom prst="cube">
                    <a:avLst>
                      <a:gd name="adj" fmla="val 35592"/>
                    </a:avLst>
                  </a:prstGeom>
                  <a:gradFill flip="none" rotWithShape="1">
                    <a:gsLst>
                      <a:gs pos="18000">
                        <a:schemeClr val="accent1">
                          <a:lumMod val="0"/>
                          <a:lumOff val="100000"/>
                        </a:schemeClr>
                      </a:gs>
                      <a:gs pos="92000">
                        <a:srgbClr val="00B050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2" name="Cube 841">
                    <a:extLst>
                      <a:ext uri="{FF2B5EF4-FFF2-40B4-BE49-F238E27FC236}">
                        <a16:creationId xmlns:a16="http://schemas.microsoft.com/office/drawing/2014/main" id="{053A4AFE-4236-ACEE-06F9-68623F8CF307}"/>
                      </a:ext>
                    </a:extLst>
                  </p:cNvPr>
                  <p:cNvSpPr/>
                  <p:nvPr/>
                </p:nvSpPr>
                <p:spPr>
                  <a:xfrm>
                    <a:off x="8913787" y="2640181"/>
                    <a:ext cx="130798" cy="102769"/>
                  </a:xfrm>
                  <a:prstGeom prst="cube">
                    <a:avLst>
                      <a:gd name="adj" fmla="val 35592"/>
                    </a:avLst>
                  </a:prstGeom>
                  <a:gradFill flip="none" rotWithShape="1">
                    <a:gsLst>
                      <a:gs pos="18000">
                        <a:schemeClr val="accent1">
                          <a:lumMod val="0"/>
                          <a:lumOff val="100000"/>
                        </a:schemeClr>
                      </a:gs>
                      <a:gs pos="92000">
                        <a:srgbClr val="00B050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D0CF5BA-17C3-46E7-C048-2E1E5F06BBDD}"/>
                      </a:ext>
                    </a:extLst>
                  </p:cNvPr>
                  <p:cNvSpPr txBox="1"/>
                  <p:nvPr/>
                </p:nvSpPr>
                <p:spPr>
                  <a:xfrm>
                    <a:off x="9363230" y="3080719"/>
                    <a:ext cx="334750" cy="3343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5437" name="TextBox 5436">
                    <a:extLst>
                      <a:ext uri="{FF2B5EF4-FFF2-40B4-BE49-F238E27FC236}">
                        <a16:creationId xmlns:a16="http://schemas.microsoft.com/office/drawing/2014/main" id="{378BF894-ADCC-0D99-E1D4-8B0E7C48A7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3230" y="3080719"/>
                    <a:ext cx="334750" cy="334377"/>
                  </a:xfrm>
                  <a:prstGeom prst="rect">
                    <a:avLst/>
                  </a:prstGeom>
                  <a:blipFill>
                    <a:blip r:embed="rId82"/>
                    <a:stretch>
                      <a:fillRect r="-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79" name="Group 678">
              <a:extLst>
                <a:ext uri="{FF2B5EF4-FFF2-40B4-BE49-F238E27FC236}">
                  <a16:creationId xmlns:a16="http://schemas.microsoft.com/office/drawing/2014/main" id="{3E8A6262-19CD-D998-14AD-70797DEEFCA7}"/>
                </a:ext>
              </a:extLst>
            </p:cNvPr>
            <p:cNvGrpSpPr/>
            <p:nvPr/>
          </p:nvGrpSpPr>
          <p:grpSpPr>
            <a:xfrm>
              <a:off x="3143361" y="2181962"/>
              <a:ext cx="425442" cy="669041"/>
              <a:chOff x="9685063" y="2601551"/>
              <a:chExt cx="425442" cy="605720"/>
            </a:xfrm>
          </p:grpSpPr>
          <p:grpSp>
            <p:nvGrpSpPr>
              <p:cNvPr id="828" name="Group 827">
                <a:extLst>
                  <a:ext uri="{FF2B5EF4-FFF2-40B4-BE49-F238E27FC236}">
                    <a16:creationId xmlns:a16="http://schemas.microsoft.com/office/drawing/2014/main" id="{7395F99E-C803-85F1-3EF0-E69C78CCAF1C}"/>
                  </a:ext>
                </a:extLst>
              </p:cNvPr>
              <p:cNvGrpSpPr/>
              <p:nvPr/>
            </p:nvGrpSpPr>
            <p:grpSpPr>
              <a:xfrm>
                <a:off x="9685063" y="2601551"/>
                <a:ext cx="425442" cy="315175"/>
                <a:chOff x="9509221" y="2880821"/>
                <a:chExt cx="425442" cy="325127"/>
              </a:xfrm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43022BDE-B06B-476E-1391-F45DDC0F45F4}"/>
                    </a:ext>
                  </a:extLst>
                </p:cNvPr>
                <p:cNvSpPr/>
                <p:nvPr/>
              </p:nvSpPr>
              <p:spPr>
                <a:xfrm>
                  <a:off x="9509244" y="3033297"/>
                  <a:ext cx="226509" cy="172651"/>
                </a:xfrm>
                <a:prstGeom prst="cube">
                  <a:avLst>
                    <a:gd name="adj" fmla="val 35592"/>
                  </a:avLst>
                </a:prstGeom>
                <a:gradFill flip="none" rotWithShape="1">
                  <a:gsLst>
                    <a:gs pos="30000">
                      <a:schemeClr val="accent1">
                        <a:lumMod val="0"/>
                        <a:lumOff val="100000"/>
                      </a:schemeClr>
                    </a:gs>
                    <a:gs pos="92000">
                      <a:srgbClr val="FF8989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4952F84C-DFCB-A00A-214A-9B4FAE19886B}"/>
                    </a:ext>
                  </a:extLst>
                </p:cNvPr>
                <p:cNvSpPr/>
                <p:nvPr/>
              </p:nvSpPr>
              <p:spPr>
                <a:xfrm>
                  <a:off x="9708156" y="3033295"/>
                  <a:ext cx="226507" cy="172650"/>
                </a:xfrm>
                <a:prstGeom prst="cube">
                  <a:avLst>
                    <a:gd name="adj" fmla="val 35592"/>
                  </a:avLst>
                </a:prstGeom>
                <a:gradFill flip="none" rotWithShape="1">
                  <a:gsLst>
                    <a:gs pos="30000">
                      <a:schemeClr val="accent1">
                        <a:lumMod val="0"/>
                        <a:lumOff val="100000"/>
                      </a:schemeClr>
                    </a:gs>
                    <a:gs pos="92000">
                      <a:srgbClr val="FF8989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CCDE4DDC-3DC7-85D4-BFFB-4CF26C2542E0}"/>
                    </a:ext>
                  </a:extLst>
                </p:cNvPr>
                <p:cNvSpPr/>
                <p:nvPr/>
              </p:nvSpPr>
              <p:spPr>
                <a:xfrm>
                  <a:off x="9509221" y="2880822"/>
                  <a:ext cx="226507" cy="172651"/>
                </a:xfrm>
                <a:prstGeom prst="cube">
                  <a:avLst>
                    <a:gd name="adj" fmla="val 35592"/>
                  </a:avLst>
                </a:prstGeom>
                <a:gradFill flip="none" rotWithShape="1">
                  <a:gsLst>
                    <a:gs pos="30000">
                      <a:schemeClr val="accent1">
                        <a:lumMod val="0"/>
                        <a:lumOff val="100000"/>
                      </a:schemeClr>
                    </a:gs>
                    <a:gs pos="92000">
                      <a:srgbClr val="FF8989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8266C5A8-1E4A-6243-B50B-E2C54F11C7C9}"/>
                    </a:ext>
                  </a:extLst>
                </p:cNvPr>
                <p:cNvSpPr/>
                <p:nvPr/>
              </p:nvSpPr>
              <p:spPr>
                <a:xfrm>
                  <a:off x="9708156" y="2880821"/>
                  <a:ext cx="226507" cy="172650"/>
                </a:xfrm>
                <a:prstGeom prst="cube">
                  <a:avLst>
                    <a:gd name="adj" fmla="val 35592"/>
                  </a:avLst>
                </a:prstGeom>
                <a:gradFill flip="none" rotWithShape="1">
                  <a:gsLst>
                    <a:gs pos="30000">
                      <a:schemeClr val="accent1">
                        <a:lumMod val="0"/>
                        <a:lumOff val="100000"/>
                      </a:schemeClr>
                    </a:gs>
                    <a:gs pos="92000">
                      <a:srgbClr val="FF8989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9" name="TextBox 828">
                    <a:extLst>
                      <a:ext uri="{FF2B5EF4-FFF2-40B4-BE49-F238E27FC236}">
                        <a16:creationId xmlns:a16="http://schemas.microsoft.com/office/drawing/2014/main" id="{9D01A740-0F12-C1C4-8C1C-F2A7D5DC44B2}"/>
                      </a:ext>
                    </a:extLst>
                  </p:cNvPr>
                  <p:cNvSpPr txBox="1"/>
                  <p:nvPr/>
                </p:nvSpPr>
                <p:spPr>
                  <a:xfrm>
                    <a:off x="9700055" y="2872662"/>
                    <a:ext cx="334750" cy="3346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5431" name="TextBox 5430">
                    <a:extLst>
                      <a:ext uri="{FF2B5EF4-FFF2-40B4-BE49-F238E27FC236}">
                        <a16:creationId xmlns:a16="http://schemas.microsoft.com/office/drawing/2014/main" id="{6C0C16C1-5765-FACA-BF0C-957E099A7B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0055" y="2872662"/>
                    <a:ext cx="334750" cy="334609"/>
                  </a:xfrm>
                  <a:prstGeom prst="rect">
                    <a:avLst/>
                  </a:prstGeom>
                  <a:blipFill>
                    <a:blip r:embed="rId83"/>
                    <a:stretch>
                      <a:fillRect r="-7273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80" name="Picture 679">
              <a:extLst>
                <a:ext uri="{FF2B5EF4-FFF2-40B4-BE49-F238E27FC236}">
                  <a16:creationId xmlns:a16="http://schemas.microsoft.com/office/drawing/2014/main" id="{E1298B24-247C-EE82-D1DA-563E6F1E9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33006" t="10921" r="31162" b="17937"/>
            <a:stretch>
              <a:fillRect/>
            </a:stretch>
          </p:blipFill>
          <p:spPr>
            <a:xfrm rot="10800000" flipH="1">
              <a:off x="3387706" y="614417"/>
              <a:ext cx="203578" cy="543144"/>
            </a:xfrm>
            <a:prstGeom prst="rect">
              <a:avLst/>
            </a:prstGeom>
          </p:spPr>
        </p:pic>
        <p:grpSp>
          <p:nvGrpSpPr>
            <p:cNvPr id="681" name="Group 680">
              <a:extLst>
                <a:ext uri="{FF2B5EF4-FFF2-40B4-BE49-F238E27FC236}">
                  <a16:creationId xmlns:a16="http://schemas.microsoft.com/office/drawing/2014/main" id="{D4EF9D44-B1FF-4C44-ACD5-A3B08E49284B}"/>
                </a:ext>
              </a:extLst>
            </p:cNvPr>
            <p:cNvGrpSpPr/>
            <p:nvPr/>
          </p:nvGrpSpPr>
          <p:grpSpPr>
            <a:xfrm>
              <a:off x="9586117" y="1153238"/>
              <a:ext cx="3336995" cy="1826752"/>
              <a:chOff x="7772402" y="1929766"/>
              <a:chExt cx="3336995" cy="1826752"/>
            </a:xfrm>
          </p:grpSpPr>
          <p:sp>
            <p:nvSpPr>
              <p:cNvPr id="803" name="Rectangle: Rounded Corners 802">
                <a:extLst>
                  <a:ext uri="{FF2B5EF4-FFF2-40B4-BE49-F238E27FC236}">
                    <a16:creationId xmlns:a16="http://schemas.microsoft.com/office/drawing/2014/main" id="{F5E89275-68A8-E285-60B0-6422973D0572}"/>
                  </a:ext>
                </a:extLst>
              </p:cNvPr>
              <p:cNvSpPr/>
              <p:nvPr/>
            </p:nvSpPr>
            <p:spPr>
              <a:xfrm rot="16200000">
                <a:off x="8511454" y="1259031"/>
                <a:ext cx="1758435" cy="3236540"/>
              </a:xfrm>
              <a:prstGeom prst="roundRect">
                <a:avLst>
                  <a:gd name="adj" fmla="val 4552"/>
                </a:avLst>
              </a:prstGeom>
              <a:solidFill>
                <a:srgbClr val="FCEDE4"/>
              </a:solidFill>
              <a:ln w="28575">
                <a:noFill/>
                <a:prstDash val="solid"/>
              </a:ln>
              <a:effectLst>
                <a:outerShdw blurRad="101600" dist="50800" dir="3000000" algn="ctr" rotWithShape="0">
                  <a:srgbClr val="000000">
                    <a:alpha val="99000"/>
                  </a:srgb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67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04" name="Group 803">
                <a:extLst>
                  <a:ext uri="{FF2B5EF4-FFF2-40B4-BE49-F238E27FC236}">
                    <a16:creationId xmlns:a16="http://schemas.microsoft.com/office/drawing/2014/main" id="{2A775189-9485-3008-8528-1B02F61FF273}"/>
                  </a:ext>
                </a:extLst>
              </p:cNvPr>
              <p:cNvGrpSpPr/>
              <p:nvPr/>
            </p:nvGrpSpPr>
            <p:grpSpPr>
              <a:xfrm>
                <a:off x="8680109" y="2601586"/>
                <a:ext cx="962290" cy="849751"/>
                <a:chOff x="4832394" y="450839"/>
                <a:chExt cx="962290" cy="793620"/>
              </a:xfrm>
            </p:grpSpPr>
            <p:sp>
              <p:nvSpPr>
                <p:cNvPr id="826" name="Diamond 825">
                  <a:extLst>
                    <a:ext uri="{FF2B5EF4-FFF2-40B4-BE49-F238E27FC236}">
                      <a16:creationId xmlns:a16="http://schemas.microsoft.com/office/drawing/2014/main" id="{18F6B034-0E43-57A0-7585-9A972E9A39E1}"/>
                    </a:ext>
                  </a:extLst>
                </p:cNvPr>
                <p:cNvSpPr/>
                <p:nvPr/>
              </p:nvSpPr>
              <p:spPr>
                <a:xfrm>
                  <a:off x="4832394" y="450839"/>
                  <a:ext cx="962290" cy="793620"/>
                </a:xfrm>
                <a:prstGeom prst="diamond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7" name="TextBox 826">
                  <a:extLst>
                    <a:ext uri="{FF2B5EF4-FFF2-40B4-BE49-F238E27FC236}">
                      <a16:creationId xmlns:a16="http://schemas.microsoft.com/office/drawing/2014/main" id="{19E288B4-3F7B-5F96-DD10-1BC07269E7E4}"/>
                    </a:ext>
                  </a:extLst>
                </p:cNvPr>
                <p:cNvSpPr txBox="1"/>
                <p:nvPr/>
              </p:nvSpPr>
              <p:spPr>
                <a:xfrm>
                  <a:off x="4857822" y="601248"/>
                  <a:ext cx="930209" cy="4314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1" i="1" dirty="0"/>
                    <a:t>Anchor Confident?</a:t>
                  </a:r>
                </a:p>
              </p:txBody>
            </p:sp>
          </p:grpSp>
          <p:sp>
            <p:nvSpPr>
              <p:cNvPr id="805" name="Arrow: Right 804">
                <a:extLst>
                  <a:ext uri="{FF2B5EF4-FFF2-40B4-BE49-F238E27FC236}">
                    <a16:creationId xmlns:a16="http://schemas.microsoft.com/office/drawing/2014/main" id="{80DB15C1-8300-85A1-04C9-3F4CD00CF356}"/>
                  </a:ext>
                </a:extLst>
              </p:cNvPr>
              <p:cNvSpPr/>
              <p:nvPr/>
            </p:nvSpPr>
            <p:spPr>
              <a:xfrm>
                <a:off x="8323779" y="2908728"/>
                <a:ext cx="302871" cy="221649"/>
              </a:xfrm>
              <a:prstGeom prst="rightArrow">
                <a:avLst>
                  <a:gd name="adj1" fmla="val 50000"/>
                  <a:gd name="adj2" fmla="val 47899"/>
                </a:avLst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90000">
                    <a:schemeClr val="bg2"/>
                  </a:gs>
                </a:gsLst>
                <a:path path="circle">
                  <a:fillToRect l="100000" b="10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06" name="Graphic 805" descr="Stop with solid fill">
                <a:extLst>
                  <a:ext uri="{FF2B5EF4-FFF2-40B4-BE49-F238E27FC236}">
                    <a16:creationId xmlns:a16="http://schemas.microsoft.com/office/drawing/2014/main" id="{BE84BB8F-4C8B-B74A-01DD-529BE1F9E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4"/>
                  </a:ext>
                </a:extLst>
              </a:blip>
              <a:stretch>
                <a:fillRect/>
              </a:stretch>
            </p:blipFill>
            <p:spPr>
              <a:xfrm>
                <a:off x="9974132" y="2764189"/>
                <a:ext cx="494116" cy="529065"/>
              </a:xfrm>
              <a:prstGeom prst="rect">
                <a:avLst/>
              </a:prstGeom>
            </p:spPr>
          </p:pic>
          <p:grpSp>
            <p:nvGrpSpPr>
              <p:cNvPr id="807" name="Group 806">
                <a:extLst>
                  <a:ext uri="{FF2B5EF4-FFF2-40B4-BE49-F238E27FC236}">
                    <a16:creationId xmlns:a16="http://schemas.microsoft.com/office/drawing/2014/main" id="{27E10D06-B13B-F494-BCE8-B20CEEC55F20}"/>
                  </a:ext>
                </a:extLst>
              </p:cNvPr>
              <p:cNvGrpSpPr/>
              <p:nvPr/>
            </p:nvGrpSpPr>
            <p:grpSpPr>
              <a:xfrm>
                <a:off x="9094890" y="2172625"/>
                <a:ext cx="1303026" cy="468203"/>
                <a:chOff x="2854278" y="152873"/>
                <a:chExt cx="1303026" cy="43727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3" name="TextBox 822">
                      <a:extLst>
                        <a:ext uri="{FF2B5EF4-FFF2-40B4-BE49-F238E27FC236}">
                          <a16:creationId xmlns:a16="http://schemas.microsoft.com/office/drawing/2014/main" id="{12B291CD-AA50-620B-55BD-EBCA9896B3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54278" y="190599"/>
                      <a:ext cx="410765" cy="3995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sz="2004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4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4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sz="2004" i="1" dirty="0">
                                    <a:latin typeface="Cambria Math" panose="02040503050406030204" pitchFamily="18" charset="0"/>
                                  </a:rPr>
                                  <m:t>AVST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004" i="1" dirty="0"/>
                    </a:p>
                  </p:txBody>
                </p:sp>
              </mc:Choice>
              <mc:Fallback xmlns="">
                <p:sp>
                  <p:nvSpPr>
                    <p:cNvPr id="5425" name="TextBox 5424">
                      <a:extLst>
                        <a:ext uri="{FF2B5EF4-FFF2-40B4-BE49-F238E27FC236}">
                          <a16:creationId xmlns:a16="http://schemas.microsoft.com/office/drawing/2014/main" id="{3EE96B60-04CC-4AA4-EAE2-086A92AE1C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54278" y="190599"/>
                      <a:ext cx="410765" cy="399549"/>
                    </a:xfrm>
                    <a:prstGeom prst="rect">
                      <a:avLst/>
                    </a:prstGeom>
                    <a:blipFill>
                      <a:blip r:embed="rId85"/>
                      <a:stretch>
                        <a:fillRect r="-92537" b="-5714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24" name="Straight Arrow Connector 823">
                  <a:extLst>
                    <a:ext uri="{FF2B5EF4-FFF2-40B4-BE49-F238E27FC236}">
                      <a16:creationId xmlns:a16="http://schemas.microsoft.com/office/drawing/2014/main" id="{AB8F4B3A-E805-6E3A-1880-90639518E9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28147" y="369609"/>
                  <a:ext cx="194600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5" name="TextBox 824">
                      <a:extLst>
                        <a:ext uri="{FF2B5EF4-FFF2-40B4-BE49-F238E27FC236}">
                          <a16:creationId xmlns:a16="http://schemas.microsoft.com/office/drawing/2014/main" id="{A9B84C48-4D20-707A-55AE-B599D65ECF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46539" y="152873"/>
                      <a:ext cx="410765" cy="37427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2004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4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  <m:sub>
                                <m:r>
                                  <a:rPr lang="en-US" sz="2004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𝐴𝑉𝑆𝑇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4" i="1" dirty="0"/>
                    </a:p>
                  </p:txBody>
                </p:sp>
              </mc:Choice>
              <mc:Fallback xmlns="">
                <p:sp>
                  <p:nvSpPr>
                    <p:cNvPr id="5427" name="TextBox 5426">
                      <a:extLst>
                        <a:ext uri="{FF2B5EF4-FFF2-40B4-BE49-F238E27FC236}">
                          <a16:creationId xmlns:a16="http://schemas.microsoft.com/office/drawing/2014/main" id="{F5BE6E9D-B30C-906F-FECD-E608D4AFF6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46539" y="152873"/>
                      <a:ext cx="410765" cy="374279"/>
                    </a:xfrm>
                    <a:prstGeom prst="rect">
                      <a:avLst/>
                    </a:prstGeom>
                    <a:blipFill>
                      <a:blip r:embed="rId86"/>
                      <a:stretch>
                        <a:fillRect r="-82353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56AF754-01FF-774F-87BF-7886CCF3E2D2}"/>
                  </a:ext>
                </a:extLst>
              </p:cNvPr>
              <p:cNvSpPr txBox="1"/>
              <p:nvPr/>
            </p:nvSpPr>
            <p:spPr>
              <a:xfrm>
                <a:off x="9365730" y="3208852"/>
                <a:ext cx="17436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i="1" dirty="0">
                    <a:solidFill>
                      <a:schemeClr val="accent2">
                        <a:lumMod val="50000"/>
                      </a:schemeClr>
                    </a:solidFill>
                  </a:rPr>
                  <a:t>Verified Soft Target Construction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9" name="TextBox 808">
                    <a:extLst>
                      <a:ext uri="{FF2B5EF4-FFF2-40B4-BE49-F238E27FC236}">
                        <a16:creationId xmlns:a16="http://schemas.microsoft.com/office/drawing/2014/main" id="{CA690EB6-965A-4E3B-6520-CF54A516FDE1}"/>
                      </a:ext>
                    </a:extLst>
                  </p:cNvPr>
                  <p:cNvSpPr txBox="1"/>
                  <p:nvPr/>
                </p:nvSpPr>
                <p:spPr>
                  <a:xfrm>
                    <a:off x="8409738" y="1929766"/>
                    <a:ext cx="525267" cy="4007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4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4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2004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𝑡𝑎𝑠𝑘</m:t>
                              </m:r>
                            </m:sub>
                          </m:sSub>
                        </m:oMath>
                      </m:oMathPara>
                    </a14:m>
                    <a:endParaRPr lang="en-US" sz="2004" i="1" dirty="0"/>
                  </a:p>
                </p:txBody>
              </p:sp>
            </mc:Choice>
            <mc:Fallback xmlns="">
              <p:sp>
                <p:nvSpPr>
                  <p:cNvPr id="5411" name="TextBox 5410">
                    <a:extLst>
                      <a:ext uri="{FF2B5EF4-FFF2-40B4-BE49-F238E27FC236}">
                        <a16:creationId xmlns:a16="http://schemas.microsoft.com/office/drawing/2014/main" id="{DEAFACEB-E042-5367-A32D-9CA19E8301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09738" y="1929766"/>
                    <a:ext cx="525267" cy="400751"/>
                  </a:xfrm>
                  <a:prstGeom prst="rect">
                    <a:avLst/>
                  </a:prstGeom>
                  <a:blipFill>
                    <a:blip r:embed="rId87"/>
                    <a:stretch>
                      <a:fillRect r="-3488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0" name="TextBox 809">
                    <a:extLst>
                      <a:ext uri="{FF2B5EF4-FFF2-40B4-BE49-F238E27FC236}">
                        <a16:creationId xmlns:a16="http://schemas.microsoft.com/office/drawing/2014/main" id="{4DFDC8BB-AEDB-293A-BD69-273D67F8F500}"/>
                      </a:ext>
                    </a:extLst>
                  </p:cNvPr>
                  <p:cNvSpPr txBox="1"/>
                  <p:nvPr/>
                </p:nvSpPr>
                <p:spPr>
                  <a:xfrm>
                    <a:off x="8429719" y="3339947"/>
                    <a:ext cx="476874" cy="4007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4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4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2004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𝑐𝑙𝑎𝑠𝑠</m:t>
                              </m:r>
                            </m:sub>
                          </m:sSub>
                        </m:oMath>
                      </m:oMathPara>
                    </a14:m>
                    <a:endParaRPr lang="en-US" sz="2004" i="1" dirty="0"/>
                  </a:p>
                </p:txBody>
              </p:sp>
            </mc:Choice>
            <mc:Fallback xmlns="">
              <p:sp>
                <p:nvSpPr>
                  <p:cNvPr id="5412" name="TextBox 5411">
                    <a:extLst>
                      <a:ext uri="{FF2B5EF4-FFF2-40B4-BE49-F238E27FC236}">
                        <a16:creationId xmlns:a16="http://schemas.microsoft.com/office/drawing/2014/main" id="{2A35B595-1AF1-713A-3F1C-A621219482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9719" y="3339947"/>
                    <a:ext cx="476874" cy="400751"/>
                  </a:xfrm>
                  <a:prstGeom prst="rect">
                    <a:avLst/>
                  </a:prstGeom>
                  <a:blipFill>
                    <a:blip r:embed="rId88"/>
                    <a:stretch>
                      <a:fillRect r="-61538" b="-1538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11" name="Straight Arrow Connector 810">
                <a:extLst>
                  <a:ext uri="{FF2B5EF4-FFF2-40B4-BE49-F238E27FC236}">
                    <a16:creationId xmlns:a16="http://schemas.microsoft.com/office/drawing/2014/main" id="{9D58CC31-FB26-01DC-3AB1-B171F7E0B1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76781" y="3299211"/>
                <a:ext cx="210123" cy="176886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grpSp>
            <p:nvGrpSpPr>
              <p:cNvPr id="812" name="Group 811">
                <a:extLst>
                  <a:ext uri="{FF2B5EF4-FFF2-40B4-BE49-F238E27FC236}">
                    <a16:creationId xmlns:a16="http://schemas.microsoft.com/office/drawing/2014/main" id="{8F6775FC-71D8-7EE2-90AA-12DBC3CF70FC}"/>
                  </a:ext>
                </a:extLst>
              </p:cNvPr>
              <p:cNvGrpSpPr/>
              <p:nvPr/>
            </p:nvGrpSpPr>
            <p:grpSpPr>
              <a:xfrm>
                <a:off x="7872858" y="2222652"/>
                <a:ext cx="489754" cy="1261877"/>
                <a:chOff x="2646753" y="3462336"/>
                <a:chExt cx="392421" cy="1065123"/>
              </a:xfrm>
            </p:grpSpPr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9DE6D57C-4A42-4028-0C9F-2CE56E744EDF}"/>
                    </a:ext>
                  </a:extLst>
                </p:cNvPr>
                <p:cNvSpPr/>
                <p:nvPr/>
              </p:nvSpPr>
              <p:spPr>
                <a:xfrm>
                  <a:off x="2684416" y="3499217"/>
                  <a:ext cx="204575" cy="152594"/>
                </a:xfrm>
                <a:prstGeom prst="cube">
                  <a:avLst>
                    <a:gd name="adj" fmla="val 5293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2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DF88A41D-9B8B-94E2-2BBF-FE5BD5B67A3F}"/>
                    </a:ext>
                  </a:extLst>
                </p:cNvPr>
                <p:cNvSpPr/>
                <p:nvPr/>
              </p:nvSpPr>
              <p:spPr>
                <a:xfrm>
                  <a:off x="2692899" y="3721637"/>
                  <a:ext cx="204575" cy="152594"/>
                </a:xfrm>
                <a:prstGeom prst="cube">
                  <a:avLst>
                    <a:gd name="adj" fmla="val 5293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B31D5D3E-6273-9C38-5C9D-A19206911B56}"/>
                    </a:ext>
                  </a:extLst>
                </p:cNvPr>
                <p:cNvSpPr/>
                <p:nvPr/>
              </p:nvSpPr>
              <p:spPr>
                <a:xfrm>
                  <a:off x="2692899" y="3933977"/>
                  <a:ext cx="204575" cy="152594"/>
                </a:xfrm>
                <a:prstGeom prst="cube">
                  <a:avLst>
                    <a:gd name="adj" fmla="val 5293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9E46AFAE-3876-0497-D2BA-0554514168DE}"/>
                    </a:ext>
                  </a:extLst>
                </p:cNvPr>
                <p:cNvSpPr/>
                <p:nvPr/>
              </p:nvSpPr>
              <p:spPr>
                <a:xfrm>
                  <a:off x="2692899" y="4325685"/>
                  <a:ext cx="204575" cy="152594"/>
                </a:xfrm>
                <a:prstGeom prst="cube">
                  <a:avLst>
                    <a:gd name="adj" fmla="val 52933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1" name="Rectangle: Rounded Corners 820">
                  <a:extLst>
                    <a:ext uri="{FF2B5EF4-FFF2-40B4-BE49-F238E27FC236}">
                      <a16:creationId xmlns:a16="http://schemas.microsoft.com/office/drawing/2014/main" id="{464EDC5A-57B7-2585-A9F6-4F000F5BA710}"/>
                    </a:ext>
                  </a:extLst>
                </p:cNvPr>
                <p:cNvSpPr/>
                <p:nvPr/>
              </p:nvSpPr>
              <p:spPr>
                <a:xfrm rot="5400000">
                  <a:off x="2254598" y="3854491"/>
                  <a:ext cx="1065123" cy="280814"/>
                </a:xfrm>
                <a:prstGeom prst="roundRect">
                  <a:avLst>
                    <a:gd name="adj" fmla="val 10000"/>
                  </a:avLst>
                </a:prstGeom>
                <a:noFill/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6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2" name="TextBox 821">
                  <a:extLst>
                    <a:ext uri="{FF2B5EF4-FFF2-40B4-BE49-F238E27FC236}">
                      <a16:creationId xmlns:a16="http://schemas.microsoft.com/office/drawing/2014/main" id="{42775440-E94B-7900-45A8-A0247EC1FB91}"/>
                    </a:ext>
                  </a:extLst>
                </p:cNvPr>
                <p:cNvSpPr txBox="1"/>
                <p:nvPr/>
              </p:nvSpPr>
              <p:spPr>
                <a:xfrm rot="5400000">
                  <a:off x="2636812" y="4033145"/>
                  <a:ext cx="434809" cy="3699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…</a:t>
                  </a:r>
                  <a:endParaRPr lang="en-US" sz="3201" dirty="0"/>
                </a:p>
              </p:txBody>
            </p:sp>
          </p:grpSp>
          <p:cxnSp>
            <p:nvCxnSpPr>
              <p:cNvPr id="813" name="Straight Arrow Connector 812">
                <a:extLst>
                  <a:ext uri="{FF2B5EF4-FFF2-40B4-BE49-F238E27FC236}">
                    <a16:creationId xmlns:a16="http://schemas.microsoft.com/office/drawing/2014/main" id="{614EB9E9-2182-A4B4-11F8-9D9CB851FD27}"/>
                  </a:ext>
                </a:extLst>
              </p:cNvPr>
              <p:cNvCxnSpPr>
                <a:cxnSpLocks/>
                <a:stCxn id="826" idx="3"/>
                <a:endCxn id="806" idx="1"/>
              </p:cNvCxnSpPr>
              <p:nvPr/>
            </p:nvCxnSpPr>
            <p:spPr>
              <a:xfrm>
                <a:off x="9642399" y="3026462"/>
                <a:ext cx="331733" cy="226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14" name="Straight Arrow Connector 813">
                <a:extLst>
                  <a:ext uri="{FF2B5EF4-FFF2-40B4-BE49-F238E27FC236}">
                    <a16:creationId xmlns:a16="http://schemas.microsoft.com/office/drawing/2014/main" id="{5B0CAD15-C16A-53D6-3957-A6D33D9CF0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57388" y="2169038"/>
                <a:ext cx="229516" cy="194284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815" name="TextBox 814">
                <a:extLst>
                  <a:ext uri="{FF2B5EF4-FFF2-40B4-BE49-F238E27FC236}">
                    <a16:creationId xmlns:a16="http://schemas.microsoft.com/office/drawing/2014/main" id="{01B04B81-CD67-D789-D114-9CB537DD7D62}"/>
                  </a:ext>
                </a:extLst>
              </p:cNvPr>
              <p:cNvSpPr txBox="1"/>
              <p:nvPr/>
            </p:nvSpPr>
            <p:spPr>
              <a:xfrm>
                <a:off x="10385650" y="2747347"/>
                <a:ext cx="623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/>
                  <a:t>Stop Grad</a:t>
                </a:r>
              </a:p>
            </p:txBody>
          </p:sp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3A08EC9A-EE9A-03BC-E536-DF22BD3C93C7}"/>
                  </a:ext>
                </a:extLst>
              </p:cNvPr>
              <p:cNvSpPr txBox="1"/>
              <p:nvPr/>
            </p:nvSpPr>
            <p:spPr>
              <a:xfrm>
                <a:off x="9570165" y="2751252"/>
                <a:ext cx="42564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No</a:t>
                </a:r>
              </a:p>
            </p:txBody>
          </p:sp>
        </p:grpSp>
        <p:cxnSp>
          <p:nvCxnSpPr>
            <p:cNvPr id="682" name="Connector: Elbow 681">
              <a:extLst>
                <a:ext uri="{FF2B5EF4-FFF2-40B4-BE49-F238E27FC236}">
                  <a16:creationId xmlns:a16="http://schemas.microsoft.com/office/drawing/2014/main" id="{AE6EAE05-3352-CC0F-DE32-76CD4C788697}"/>
                </a:ext>
              </a:extLst>
            </p:cNvPr>
            <p:cNvCxnSpPr>
              <a:cxnSpLocks/>
              <a:stCxn id="826" idx="0"/>
              <a:endCxn id="848" idx="0"/>
            </p:cNvCxnSpPr>
            <p:nvPr/>
          </p:nvCxnSpPr>
          <p:spPr>
            <a:xfrm rot="16200000" flipV="1">
              <a:off x="7127167" y="-2022745"/>
              <a:ext cx="600638" cy="7094967"/>
            </a:xfrm>
            <a:prstGeom prst="bentConnector3">
              <a:avLst>
                <a:gd name="adj1" fmla="val 207836"/>
              </a:avLst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3" name="TextBox 682">
                  <a:extLst>
                    <a:ext uri="{FF2B5EF4-FFF2-40B4-BE49-F238E27FC236}">
                      <a16:creationId xmlns:a16="http://schemas.microsoft.com/office/drawing/2014/main" id="{E01EBC85-2B58-62E1-C9D2-193B0746B7CA}"/>
                    </a:ext>
                  </a:extLst>
                </p:cNvPr>
                <p:cNvSpPr txBox="1"/>
                <p:nvPr/>
              </p:nvSpPr>
              <p:spPr>
                <a:xfrm>
                  <a:off x="4692496" y="505631"/>
                  <a:ext cx="383058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>
            <p:sp>
              <p:nvSpPr>
                <p:cNvPr id="683" name="TextBox 682">
                  <a:extLst>
                    <a:ext uri="{FF2B5EF4-FFF2-40B4-BE49-F238E27FC236}">
                      <a16:creationId xmlns:a16="http://schemas.microsoft.com/office/drawing/2014/main" id="{E01EBC85-2B58-62E1-C9D2-193B0746B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2496" y="505631"/>
                  <a:ext cx="383058" cy="461665"/>
                </a:xfrm>
                <a:prstGeom prst="rect">
                  <a:avLst/>
                </a:prstGeom>
                <a:blipFill>
                  <a:blip r:embed="rId89"/>
                  <a:stretch>
                    <a:fillRect l="-4762" r="-95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206A1B79-A0E9-DBBC-296E-5E81B662E248}"/>
                    </a:ext>
                  </a:extLst>
                </p:cNvPr>
                <p:cNvSpPr txBox="1"/>
                <p:nvPr/>
              </p:nvSpPr>
              <p:spPr>
                <a:xfrm>
                  <a:off x="9204527" y="2359850"/>
                  <a:ext cx="410765" cy="4007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4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4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004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4" i="1" dirty="0"/>
                </a:p>
              </p:txBody>
            </p:sp>
          </mc:Choice>
          <mc:Fallback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206A1B79-A0E9-DBBC-296E-5E81B662E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4527" y="2359850"/>
                  <a:ext cx="410765" cy="400751"/>
                </a:xfrm>
                <a:prstGeom prst="rect">
                  <a:avLst/>
                </a:prstGeom>
                <a:blipFill>
                  <a:blip r:embed="rId90"/>
                  <a:stretch>
                    <a:fillRect b="-15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5" name="Connector: Elbow 684">
              <a:extLst>
                <a:ext uri="{FF2B5EF4-FFF2-40B4-BE49-F238E27FC236}">
                  <a16:creationId xmlns:a16="http://schemas.microsoft.com/office/drawing/2014/main" id="{890F8822-287D-BEA6-1184-66DAD20009BB}"/>
                </a:ext>
              </a:extLst>
            </p:cNvPr>
            <p:cNvCxnSpPr>
              <a:cxnSpLocks/>
              <a:endCxn id="683" idx="1"/>
            </p:cNvCxnSpPr>
            <p:nvPr/>
          </p:nvCxnSpPr>
          <p:spPr>
            <a:xfrm flipV="1">
              <a:off x="4050649" y="736464"/>
              <a:ext cx="641847" cy="458280"/>
            </a:xfrm>
            <a:prstGeom prst="bentConnector3">
              <a:avLst>
                <a:gd name="adj1" fmla="val -3424"/>
              </a:avLst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6" name="TextBox 685">
              <a:extLst>
                <a:ext uri="{FF2B5EF4-FFF2-40B4-BE49-F238E27FC236}">
                  <a16:creationId xmlns:a16="http://schemas.microsoft.com/office/drawing/2014/main" id="{96D5217D-DA43-043A-0986-ED707BA9BFAB}"/>
                </a:ext>
              </a:extLst>
            </p:cNvPr>
            <p:cNvSpPr txBox="1"/>
            <p:nvPr/>
          </p:nvSpPr>
          <p:spPr>
            <a:xfrm>
              <a:off x="4028237" y="713197"/>
              <a:ext cx="6220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EMA</a:t>
              </a:r>
            </a:p>
          </p:txBody>
        </p:sp>
        <p:grpSp>
          <p:nvGrpSpPr>
            <p:cNvPr id="687" name="Group 686">
              <a:extLst>
                <a:ext uri="{FF2B5EF4-FFF2-40B4-BE49-F238E27FC236}">
                  <a16:creationId xmlns:a16="http://schemas.microsoft.com/office/drawing/2014/main" id="{34AA1C94-F8DA-2C58-5796-D5DD10815D15}"/>
                </a:ext>
              </a:extLst>
            </p:cNvPr>
            <p:cNvGrpSpPr/>
            <p:nvPr/>
          </p:nvGrpSpPr>
          <p:grpSpPr>
            <a:xfrm>
              <a:off x="1860627" y="1926999"/>
              <a:ext cx="862238" cy="918261"/>
              <a:chOff x="3677421" y="1161878"/>
              <a:chExt cx="834638" cy="1002388"/>
            </a:xfrm>
          </p:grpSpPr>
          <p:grpSp>
            <p:nvGrpSpPr>
              <p:cNvPr id="799" name="Group 798">
                <a:extLst>
                  <a:ext uri="{FF2B5EF4-FFF2-40B4-BE49-F238E27FC236}">
                    <a16:creationId xmlns:a16="http://schemas.microsoft.com/office/drawing/2014/main" id="{F2BB1E29-509E-848E-E7B4-B0218DEBC196}"/>
                  </a:ext>
                </a:extLst>
              </p:cNvPr>
              <p:cNvGrpSpPr/>
              <p:nvPr/>
            </p:nvGrpSpPr>
            <p:grpSpPr>
              <a:xfrm>
                <a:off x="3677421" y="1266686"/>
                <a:ext cx="797310" cy="897580"/>
                <a:chOff x="3677421" y="1266686"/>
                <a:chExt cx="797310" cy="897580"/>
              </a:xfrm>
            </p:grpSpPr>
            <p:sp>
              <p:nvSpPr>
                <p:cNvPr id="801" name="Rectangle: Rounded Corners 800">
                  <a:extLst>
                    <a:ext uri="{FF2B5EF4-FFF2-40B4-BE49-F238E27FC236}">
                      <a16:creationId xmlns:a16="http://schemas.microsoft.com/office/drawing/2014/main" id="{A9B51198-2436-FB20-F949-96EF63D82C37}"/>
                    </a:ext>
                  </a:extLst>
                </p:cNvPr>
                <p:cNvSpPr/>
                <p:nvPr/>
              </p:nvSpPr>
              <p:spPr>
                <a:xfrm>
                  <a:off x="3677421" y="1266686"/>
                  <a:ext cx="797310" cy="897580"/>
                </a:xfrm>
                <a:prstGeom prst="round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802" name="Picture 801">
                  <a:extLst>
                    <a:ext uri="{FF2B5EF4-FFF2-40B4-BE49-F238E27FC236}">
                      <a16:creationId xmlns:a16="http://schemas.microsoft.com/office/drawing/2014/main" id="{B25AD005-D4D0-5ADB-416A-68C1782296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9"/>
                <a:stretch/>
              </p:blipFill>
              <p:spPr>
                <a:xfrm>
                  <a:off x="3677421" y="1286385"/>
                  <a:ext cx="797310" cy="829667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0" name="TextBox 799">
                    <a:extLst>
                      <a:ext uri="{FF2B5EF4-FFF2-40B4-BE49-F238E27FC236}">
                        <a16:creationId xmlns:a16="http://schemas.microsoft.com/office/drawing/2014/main" id="{6BE014E6-DAD8-ABFF-9AB6-AE65AD64EA6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3404" y="1161878"/>
                    <a:ext cx="398655" cy="50396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sz="2400" i="1" dirty="0"/>
                  </a:p>
                </p:txBody>
              </p:sp>
            </mc:Choice>
            <mc:Fallback xmlns="">
              <p:sp>
                <p:nvSpPr>
                  <p:cNvPr id="5402" name="TextBox 5401">
                    <a:extLst>
                      <a:ext uri="{FF2B5EF4-FFF2-40B4-BE49-F238E27FC236}">
                        <a16:creationId xmlns:a16="http://schemas.microsoft.com/office/drawing/2014/main" id="{3DF27EB9-C5B4-F254-86C1-88B54AF79F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3404" y="1161878"/>
                    <a:ext cx="398655" cy="503961"/>
                  </a:xfrm>
                  <a:prstGeom prst="rect">
                    <a:avLst/>
                  </a:prstGeom>
                  <a:blipFill>
                    <a:blip r:embed="rId91"/>
                    <a:stretch>
                      <a:fillRect l="-4478" r="-5970" b="-13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8" name="Group 687">
              <a:extLst>
                <a:ext uri="{FF2B5EF4-FFF2-40B4-BE49-F238E27FC236}">
                  <a16:creationId xmlns:a16="http://schemas.microsoft.com/office/drawing/2014/main" id="{6E0B8B4F-3405-8A6B-734C-12EF9A92ADD2}"/>
                </a:ext>
              </a:extLst>
            </p:cNvPr>
            <p:cNvGrpSpPr/>
            <p:nvPr/>
          </p:nvGrpSpPr>
          <p:grpSpPr>
            <a:xfrm>
              <a:off x="128984" y="296065"/>
              <a:ext cx="1342664" cy="2107710"/>
              <a:chOff x="8506546" y="4587203"/>
              <a:chExt cx="830146" cy="1303772"/>
            </a:xfrm>
            <a:effectLst>
              <a:outerShdw blurRad="101600" dist="63500" dir="3000000" algn="ctr" rotWithShape="0">
                <a:srgbClr val="000000">
                  <a:alpha val="99000"/>
                </a:srgbClr>
              </a:outerShdw>
            </a:effectLst>
          </p:grpSpPr>
          <p:sp>
            <p:nvSpPr>
              <p:cNvPr id="770" name="Rectangle: Rounded Corners 769">
                <a:extLst>
                  <a:ext uri="{FF2B5EF4-FFF2-40B4-BE49-F238E27FC236}">
                    <a16:creationId xmlns:a16="http://schemas.microsoft.com/office/drawing/2014/main" id="{D294571D-DE97-6CC2-E801-8073221C5D93}"/>
                  </a:ext>
                </a:extLst>
              </p:cNvPr>
              <p:cNvSpPr/>
              <p:nvPr/>
            </p:nvSpPr>
            <p:spPr>
              <a:xfrm>
                <a:off x="8506546" y="4607523"/>
                <a:ext cx="800223" cy="1260139"/>
              </a:xfrm>
              <a:prstGeom prst="roundRect">
                <a:avLst>
                  <a:gd name="adj" fmla="val 554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noFill/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67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71" name="Group 770">
                <a:extLst>
                  <a:ext uri="{FF2B5EF4-FFF2-40B4-BE49-F238E27FC236}">
                    <a16:creationId xmlns:a16="http://schemas.microsoft.com/office/drawing/2014/main" id="{FE77E456-C2B9-E7BE-A31E-BA1EE68DB13E}"/>
                  </a:ext>
                </a:extLst>
              </p:cNvPr>
              <p:cNvGrpSpPr/>
              <p:nvPr/>
            </p:nvGrpSpPr>
            <p:grpSpPr>
              <a:xfrm>
                <a:off x="8538957" y="4587203"/>
                <a:ext cx="797735" cy="1303772"/>
                <a:chOff x="8538957" y="4587203"/>
                <a:chExt cx="797735" cy="1303772"/>
              </a:xfrm>
            </p:grpSpPr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DA907E91-4C44-C7B0-58E6-3C85BE8B02A4}"/>
                    </a:ext>
                  </a:extLst>
                </p:cNvPr>
                <p:cNvSpPr/>
                <p:nvPr/>
              </p:nvSpPr>
              <p:spPr>
                <a:xfrm>
                  <a:off x="8555082" y="5107573"/>
                  <a:ext cx="330234" cy="323848"/>
                </a:xfrm>
                <a:prstGeom prst="cube">
                  <a:avLst>
                    <a:gd name="adj" fmla="val 6770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17A98E37-894A-20E1-8CA6-2FE696CA4A62}"/>
                    </a:ext>
                  </a:extLst>
                </p:cNvPr>
                <p:cNvSpPr/>
                <p:nvPr/>
              </p:nvSpPr>
              <p:spPr>
                <a:xfrm>
                  <a:off x="8689242" y="5143717"/>
                  <a:ext cx="256157" cy="267907"/>
                </a:xfrm>
                <a:prstGeom prst="cube">
                  <a:avLst>
                    <a:gd name="adj" fmla="val 6770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4" name="TextBox 773">
                  <a:extLst>
                    <a:ext uri="{FF2B5EF4-FFF2-40B4-BE49-F238E27FC236}">
                      <a16:creationId xmlns:a16="http://schemas.microsoft.com/office/drawing/2014/main" id="{F6C8245E-C572-927C-B6A9-591A4EB27CDC}"/>
                    </a:ext>
                  </a:extLst>
                </p:cNvPr>
                <p:cNvSpPr txBox="1"/>
                <p:nvPr/>
              </p:nvSpPr>
              <p:spPr>
                <a:xfrm>
                  <a:off x="8825273" y="5165525"/>
                  <a:ext cx="308830" cy="3161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/>
                    <a:t>…</a:t>
                  </a:r>
                  <a:endParaRPr lang="en-US" sz="2400" dirty="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2F89C51C-3854-DA2D-696D-83C5606D653C}"/>
                    </a:ext>
                  </a:extLst>
                </p:cNvPr>
                <p:cNvSpPr/>
                <p:nvPr/>
              </p:nvSpPr>
              <p:spPr>
                <a:xfrm>
                  <a:off x="9015105" y="5216657"/>
                  <a:ext cx="189633" cy="189627"/>
                </a:xfrm>
                <a:prstGeom prst="cube">
                  <a:avLst>
                    <a:gd name="adj" fmla="val 6770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26552E51-CA3B-DB26-6938-D1DDEDE18E92}"/>
                    </a:ext>
                  </a:extLst>
                </p:cNvPr>
                <p:cNvSpPr/>
                <p:nvPr/>
              </p:nvSpPr>
              <p:spPr>
                <a:xfrm>
                  <a:off x="9099947" y="5277458"/>
                  <a:ext cx="107702" cy="92275"/>
                </a:xfrm>
                <a:prstGeom prst="cube">
                  <a:avLst>
                    <a:gd name="adj" fmla="val 67706"/>
                  </a:avLst>
                </a:prstGeom>
                <a:gradFill>
                  <a:gsLst>
                    <a:gs pos="22000">
                      <a:schemeClr val="accent1">
                        <a:lumMod val="0"/>
                        <a:lumOff val="100000"/>
                      </a:schemeClr>
                    </a:gs>
                    <a:gs pos="88000">
                      <a:srgbClr val="FF0000"/>
                    </a:gs>
                  </a:gsLst>
                  <a:path path="circle">
                    <a:fillToRect l="100000" b="100000"/>
                  </a:path>
                </a:gradFill>
                <a:ln w="1270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777" name="Graphic 776" descr="Snowflake outline">
                  <a:extLst>
                    <a:ext uri="{FF2B5EF4-FFF2-40B4-BE49-F238E27FC236}">
                      <a16:creationId xmlns:a16="http://schemas.microsoft.com/office/drawing/2014/main" id="{59544628-8D3C-6730-58D0-DF2C1F28FA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38399" y="5007735"/>
                  <a:ext cx="279060" cy="265786"/>
                </a:xfrm>
                <a:prstGeom prst="rect">
                  <a:avLst/>
                </a:prstGeom>
              </p:spPr>
            </p:pic>
            <p:pic>
              <p:nvPicPr>
                <p:cNvPr id="778" name="Picture 777">
                  <a:extLst>
                    <a:ext uri="{FF2B5EF4-FFF2-40B4-BE49-F238E27FC236}">
                      <a16:creationId xmlns:a16="http://schemas.microsoft.com/office/drawing/2014/main" id="{1ACACB18-9E96-22E9-DF1E-629DCC6EE0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/>
              </p:blipFill>
              <p:spPr>
                <a:xfrm>
                  <a:off x="9166741" y="5201754"/>
                  <a:ext cx="98006" cy="119530"/>
                </a:xfrm>
                <a:prstGeom prst="rect">
                  <a:avLst/>
                </a:prstGeom>
              </p:spPr>
            </p:pic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7F10AAF0-A349-51BF-5992-355BEC599510}"/>
                    </a:ext>
                  </a:extLst>
                </p:cNvPr>
                <p:cNvSpPr/>
                <p:nvPr/>
              </p:nvSpPr>
              <p:spPr>
                <a:xfrm>
                  <a:off x="8538957" y="5516833"/>
                  <a:ext cx="330234" cy="323847"/>
                </a:xfrm>
                <a:prstGeom prst="cube">
                  <a:avLst>
                    <a:gd name="adj" fmla="val 6770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15D0BCE6-07B3-0D6E-BD69-EFD4C30CDF56}"/>
                    </a:ext>
                  </a:extLst>
                </p:cNvPr>
                <p:cNvSpPr/>
                <p:nvPr/>
              </p:nvSpPr>
              <p:spPr>
                <a:xfrm>
                  <a:off x="8673117" y="5552976"/>
                  <a:ext cx="256157" cy="267907"/>
                </a:xfrm>
                <a:prstGeom prst="cube">
                  <a:avLst>
                    <a:gd name="adj" fmla="val 6770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1" name="TextBox 780">
                  <a:extLst>
                    <a:ext uri="{FF2B5EF4-FFF2-40B4-BE49-F238E27FC236}">
                      <a16:creationId xmlns:a16="http://schemas.microsoft.com/office/drawing/2014/main" id="{B876CE03-DCDB-3DE0-998F-CFA5E27780B0}"/>
                    </a:ext>
                  </a:extLst>
                </p:cNvPr>
                <p:cNvSpPr txBox="1"/>
                <p:nvPr/>
              </p:nvSpPr>
              <p:spPr>
                <a:xfrm>
                  <a:off x="8809148" y="5574785"/>
                  <a:ext cx="308830" cy="3161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/>
                    <a:t>…</a:t>
                  </a:r>
                  <a:endParaRPr lang="en-US" sz="2400" dirty="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7E230CD-8334-E836-33CF-309C90019988}"/>
                    </a:ext>
                  </a:extLst>
                </p:cNvPr>
                <p:cNvSpPr/>
                <p:nvPr/>
              </p:nvSpPr>
              <p:spPr>
                <a:xfrm>
                  <a:off x="8998980" y="5625916"/>
                  <a:ext cx="189633" cy="189627"/>
                </a:xfrm>
                <a:prstGeom prst="cube">
                  <a:avLst>
                    <a:gd name="adj" fmla="val 6770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11063571-E05B-D996-BC05-81F1BDA9797E}"/>
                    </a:ext>
                  </a:extLst>
                </p:cNvPr>
                <p:cNvSpPr/>
                <p:nvPr/>
              </p:nvSpPr>
              <p:spPr>
                <a:xfrm>
                  <a:off x="9083822" y="5686717"/>
                  <a:ext cx="107702" cy="92275"/>
                </a:xfrm>
                <a:prstGeom prst="cube">
                  <a:avLst>
                    <a:gd name="adj" fmla="val 67706"/>
                  </a:avLst>
                </a:prstGeom>
                <a:gradFill>
                  <a:gsLst>
                    <a:gs pos="22000">
                      <a:schemeClr val="accent1">
                        <a:lumMod val="0"/>
                        <a:lumOff val="100000"/>
                      </a:schemeClr>
                    </a:gs>
                    <a:gs pos="88000">
                      <a:srgbClr val="FF0000"/>
                    </a:gs>
                  </a:gsLst>
                  <a:path path="circle">
                    <a:fillToRect l="100000" b="100000"/>
                  </a:path>
                </a:gradFill>
                <a:ln w="1270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784" name="Graphic 783" descr="Snowflake outline">
                  <a:extLst>
                    <a:ext uri="{FF2B5EF4-FFF2-40B4-BE49-F238E27FC236}">
                      <a16:creationId xmlns:a16="http://schemas.microsoft.com/office/drawing/2014/main" id="{82D01AFD-ACA8-DD2E-82EC-AFF85E8EFF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32792" y="5415671"/>
                  <a:ext cx="279060" cy="265786"/>
                </a:xfrm>
                <a:prstGeom prst="rect">
                  <a:avLst/>
                </a:prstGeom>
              </p:spPr>
            </p:pic>
            <p:pic>
              <p:nvPicPr>
                <p:cNvPr id="785" name="Picture 784">
                  <a:extLst>
                    <a:ext uri="{FF2B5EF4-FFF2-40B4-BE49-F238E27FC236}">
                      <a16:creationId xmlns:a16="http://schemas.microsoft.com/office/drawing/2014/main" id="{78D68059-6B4F-5F38-AAF5-4D26D5F67B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/>
              </p:blipFill>
              <p:spPr>
                <a:xfrm>
                  <a:off x="9150616" y="5611013"/>
                  <a:ext cx="98006" cy="119530"/>
                </a:xfrm>
                <a:prstGeom prst="rect">
                  <a:avLst/>
                </a:prstGeom>
              </p:spPr>
            </p:pic>
            <p:sp>
              <p:nvSpPr>
                <p:cNvPr id="786" name="TextBox 785">
                  <a:extLst>
                    <a:ext uri="{FF2B5EF4-FFF2-40B4-BE49-F238E27FC236}">
                      <a16:creationId xmlns:a16="http://schemas.microsoft.com/office/drawing/2014/main" id="{374B640C-F7B1-3862-6E59-C5653143A918}"/>
                    </a:ext>
                  </a:extLst>
                </p:cNvPr>
                <p:cNvSpPr txBox="1"/>
                <p:nvPr/>
              </p:nvSpPr>
              <p:spPr>
                <a:xfrm rot="5400000">
                  <a:off x="9017830" y="5361641"/>
                  <a:ext cx="28595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/>
                    <a:t>…</a:t>
                  </a:r>
                  <a:endParaRPr lang="en-US" sz="2400" dirty="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BADCF0B0-A67D-7C00-8E20-2313F33587E1}"/>
                    </a:ext>
                  </a:extLst>
                </p:cNvPr>
                <p:cNvSpPr/>
                <p:nvPr/>
              </p:nvSpPr>
              <p:spPr>
                <a:xfrm>
                  <a:off x="8556740" y="4766083"/>
                  <a:ext cx="330234" cy="323847"/>
                </a:xfrm>
                <a:prstGeom prst="cube">
                  <a:avLst>
                    <a:gd name="adj" fmla="val 6770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CF900F00-79D5-130B-D44C-F9ACEDE9D5E3}"/>
                    </a:ext>
                  </a:extLst>
                </p:cNvPr>
                <p:cNvSpPr/>
                <p:nvPr/>
              </p:nvSpPr>
              <p:spPr>
                <a:xfrm>
                  <a:off x="8690900" y="4802226"/>
                  <a:ext cx="256157" cy="267907"/>
                </a:xfrm>
                <a:prstGeom prst="cube">
                  <a:avLst>
                    <a:gd name="adj" fmla="val 6770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9" name="TextBox 788">
                  <a:extLst>
                    <a:ext uri="{FF2B5EF4-FFF2-40B4-BE49-F238E27FC236}">
                      <a16:creationId xmlns:a16="http://schemas.microsoft.com/office/drawing/2014/main" id="{9AFDFCE6-22DB-77C7-BDDC-41AA843E95BD}"/>
                    </a:ext>
                  </a:extLst>
                </p:cNvPr>
                <p:cNvSpPr txBox="1"/>
                <p:nvPr/>
              </p:nvSpPr>
              <p:spPr>
                <a:xfrm>
                  <a:off x="8826931" y="4824035"/>
                  <a:ext cx="308830" cy="3161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/>
                    <a:t>…</a:t>
                  </a:r>
                  <a:endParaRPr lang="en-US" sz="2400" dirty="0"/>
                </a:p>
              </p:txBody>
            </p:sp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3E21FBBC-D84D-DB00-DB97-35D5FDE2347A}"/>
                    </a:ext>
                  </a:extLst>
                </p:cNvPr>
                <p:cNvSpPr/>
                <p:nvPr/>
              </p:nvSpPr>
              <p:spPr>
                <a:xfrm>
                  <a:off x="9016763" y="4875166"/>
                  <a:ext cx="189633" cy="189627"/>
                </a:xfrm>
                <a:prstGeom prst="cube">
                  <a:avLst>
                    <a:gd name="adj" fmla="val 6770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1B9AD182-D985-9C05-B5B1-F2581332636F}"/>
                    </a:ext>
                  </a:extLst>
                </p:cNvPr>
                <p:cNvSpPr/>
                <p:nvPr/>
              </p:nvSpPr>
              <p:spPr>
                <a:xfrm>
                  <a:off x="9101605" y="4935968"/>
                  <a:ext cx="107702" cy="92274"/>
                </a:xfrm>
                <a:prstGeom prst="cube">
                  <a:avLst>
                    <a:gd name="adj" fmla="val 67706"/>
                  </a:avLst>
                </a:prstGeom>
                <a:gradFill>
                  <a:gsLst>
                    <a:gs pos="22000">
                      <a:schemeClr val="accent1">
                        <a:lumMod val="0"/>
                        <a:lumOff val="100000"/>
                      </a:schemeClr>
                    </a:gs>
                    <a:gs pos="88000">
                      <a:srgbClr val="FF0000"/>
                    </a:gs>
                  </a:gsLst>
                  <a:path path="circle">
                    <a:fillToRect l="100000" b="100000"/>
                  </a:path>
                </a:gradFill>
                <a:ln w="1270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792" name="Graphic 791" descr="Snowflake outline">
                  <a:extLst>
                    <a:ext uri="{FF2B5EF4-FFF2-40B4-BE49-F238E27FC236}">
                      <a16:creationId xmlns:a16="http://schemas.microsoft.com/office/drawing/2014/main" id="{D49DC3D5-5D65-8B2B-42D0-0B4D5581EB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45787" y="4655007"/>
                  <a:ext cx="279060" cy="265786"/>
                </a:xfrm>
                <a:prstGeom prst="rect">
                  <a:avLst/>
                </a:prstGeom>
              </p:spPr>
            </p:pic>
            <p:pic>
              <p:nvPicPr>
                <p:cNvPr id="793" name="Picture 792">
                  <a:extLst>
                    <a:ext uri="{FF2B5EF4-FFF2-40B4-BE49-F238E27FC236}">
                      <a16:creationId xmlns:a16="http://schemas.microsoft.com/office/drawing/2014/main" id="{D46D3F05-EC22-DA81-4FCA-BCB0E3138B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/>
              </p:blipFill>
              <p:spPr>
                <a:xfrm>
                  <a:off x="9168399" y="4860264"/>
                  <a:ext cx="98006" cy="119530"/>
                </a:xfrm>
                <a:prstGeom prst="rect">
                  <a:avLst/>
                </a:prstGeom>
              </p:spPr>
            </p:pic>
            <p:grpSp>
              <p:nvGrpSpPr>
                <p:cNvPr id="794" name="Group 793">
                  <a:extLst>
                    <a:ext uri="{FF2B5EF4-FFF2-40B4-BE49-F238E27FC236}">
                      <a16:creationId xmlns:a16="http://schemas.microsoft.com/office/drawing/2014/main" id="{E11F9775-2B40-DE2E-2AA3-CE9BF5C5D1B2}"/>
                    </a:ext>
                  </a:extLst>
                </p:cNvPr>
                <p:cNvGrpSpPr/>
                <p:nvPr/>
              </p:nvGrpSpPr>
              <p:grpSpPr>
                <a:xfrm>
                  <a:off x="9058424" y="4695573"/>
                  <a:ext cx="190485" cy="154884"/>
                  <a:chOff x="8820150" y="4250861"/>
                  <a:chExt cx="967736" cy="886562"/>
                </a:xfrm>
              </p:grpSpPr>
              <p:sp>
                <p:nvSpPr>
                  <p:cNvPr id="797" name="Flowchart: Manual Operation 796">
                    <a:extLst>
                      <a:ext uri="{FF2B5EF4-FFF2-40B4-BE49-F238E27FC236}">
                        <a16:creationId xmlns:a16="http://schemas.microsoft.com/office/drawing/2014/main" id="{36651469-08F6-F365-5414-4B6CA820636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820150" y="4293916"/>
                    <a:ext cx="967732" cy="800994"/>
                  </a:xfrm>
                  <a:prstGeom prst="flowChartManualOperation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solidFill>
                      <a:schemeClr val="tx2">
                        <a:lumMod val="25000"/>
                        <a:lumOff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pic>
                <p:nvPicPr>
                  <p:cNvPr id="798" name="Graphic 797" descr="Document with solid fill">
                    <a:extLst>
                      <a:ext uri="{FF2B5EF4-FFF2-40B4-BE49-F238E27FC236}">
                        <a16:creationId xmlns:a16="http://schemas.microsoft.com/office/drawing/2014/main" id="{AFD0A2EA-1AE5-1106-3FA3-4D823FE82B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873487" y="4250861"/>
                    <a:ext cx="914399" cy="88656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95" name="Graphic 794" descr="Snowflake outline">
                  <a:extLst>
                    <a:ext uri="{FF2B5EF4-FFF2-40B4-BE49-F238E27FC236}">
                      <a16:creationId xmlns:a16="http://schemas.microsoft.com/office/drawing/2014/main" id="{4669212D-26E4-CE87-8581-AB85DB276B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12435" y="4587203"/>
                  <a:ext cx="224257" cy="207648"/>
                </a:xfrm>
                <a:prstGeom prst="rect">
                  <a:avLst/>
                </a:prstGeom>
              </p:spPr>
            </p:pic>
            <p:sp>
              <p:nvSpPr>
                <p:cNvPr id="796" name="TextBox 795">
                  <a:extLst>
                    <a:ext uri="{FF2B5EF4-FFF2-40B4-BE49-F238E27FC236}">
                      <a16:creationId xmlns:a16="http://schemas.microsoft.com/office/drawing/2014/main" id="{50A031BD-C75B-A3B2-9057-8E5D9C13B13C}"/>
                    </a:ext>
                  </a:extLst>
                </p:cNvPr>
                <p:cNvSpPr txBox="1"/>
                <p:nvPr/>
              </p:nvSpPr>
              <p:spPr>
                <a:xfrm rot="5400000">
                  <a:off x="8615856" y="5370337"/>
                  <a:ext cx="28595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/>
                    <a:t>…</a:t>
                  </a:r>
                  <a:endParaRPr lang="en-US" sz="2400" dirty="0"/>
                </a:p>
              </p:txBody>
            </p:sp>
          </p:grpSp>
        </p:grpSp>
        <p:cxnSp>
          <p:nvCxnSpPr>
            <p:cNvPr id="689" name="Connector: Curved 688">
              <a:extLst>
                <a:ext uri="{FF2B5EF4-FFF2-40B4-BE49-F238E27FC236}">
                  <a16:creationId xmlns:a16="http://schemas.microsoft.com/office/drawing/2014/main" id="{F5236321-BB36-848D-3CAA-F6900C92EAF6}"/>
                </a:ext>
              </a:extLst>
            </p:cNvPr>
            <p:cNvCxnSpPr>
              <a:cxnSpLocks/>
              <a:stCxn id="763" idx="0"/>
              <a:endCxn id="801" idx="2"/>
            </p:cNvCxnSpPr>
            <p:nvPr/>
          </p:nvCxnSpPr>
          <p:spPr>
            <a:xfrm rot="5400000" flipH="1" flipV="1">
              <a:off x="947641" y="2164075"/>
              <a:ext cx="643638" cy="200600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>
              <a:extLst>
                <a:ext uri="{FF2B5EF4-FFF2-40B4-BE49-F238E27FC236}">
                  <a16:creationId xmlns:a16="http://schemas.microsoft.com/office/drawing/2014/main" id="{41A20586-42EB-F929-8D1B-B071B55C8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3251" y="1782432"/>
              <a:ext cx="1431588" cy="547344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1" name="Straight Connector 690">
              <a:extLst>
                <a:ext uri="{FF2B5EF4-FFF2-40B4-BE49-F238E27FC236}">
                  <a16:creationId xmlns:a16="http://schemas.microsoft.com/office/drawing/2014/main" id="{72B338AC-0A81-9A6E-396C-49925541AD27}"/>
                </a:ext>
              </a:extLst>
            </p:cNvPr>
            <p:cNvCxnSpPr>
              <a:cxnSpLocks/>
              <a:endCxn id="795" idx="3"/>
            </p:cNvCxnSpPr>
            <p:nvPr/>
          </p:nvCxnSpPr>
          <p:spPr>
            <a:xfrm flipH="1" flipV="1">
              <a:off x="1471648" y="463910"/>
              <a:ext cx="1383190" cy="711602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92" name="Group 691">
              <a:extLst>
                <a:ext uri="{FF2B5EF4-FFF2-40B4-BE49-F238E27FC236}">
                  <a16:creationId xmlns:a16="http://schemas.microsoft.com/office/drawing/2014/main" id="{42338819-0282-A1D0-D037-02042A69366B}"/>
                </a:ext>
              </a:extLst>
            </p:cNvPr>
            <p:cNvGrpSpPr/>
            <p:nvPr/>
          </p:nvGrpSpPr>
          <p:grpSpPr>
            <a:xfrm>
              <a:off x="135950" y="3233729"/>
              <a:ext cx="1517208" cy="648661"/>
              <a:chOff x="10562056" y="3598797"/>
              <a:chExt cx="1517208" cy="5872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1" name="TextBox 760">
                    <a:extLst>
                      <a:ext uri="{FF2B5EF4-FFF2-40B4-BE49-F238E27FC236}">
                        <a16:creationId xmlns:a16="http://schemas.microsoft.com/office/drawing/2014/main" id="{E2E083CD-86D7-4B65-4F21-215FFA5E2F0F}"/>
                      </a:ext>
                    </a:extLst>
                  </p:cNvPr>
                  <p:cNvSpPr txBox="1"/>
                  <p:nvPr/>
                </p:nvSpPr>
                <p:spPr>
                  <a:xfrm>
                    <a:off x="11262991" y="3633642"/>
                    <a:ext cx="816273" cy="4775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𝑡𝑒𝑠𝑡</m:t>
                              </m:r>
                            </m:sup>
                          </m:sSubSup>
                        </m:oMath>
                      </m:oMathPara>
                    </a14:m>
                    <a:endParaRPr lang="en-US" sz="2800" i="1" dirty="0"/>
                  </a:p>
                </p:txBody>
              </p:sp>
            </mc:Choice>
            <mc:Fallback xmlns="">
              <p:sp>
                <p:nvSpPr>
                  <p:cNvPr id="5363" name="TextBox 5362">
                    <a:extLst>
                      <a:ext uri="{FF2B5EF4-FFF2-40B4-BE49-F238E27FC236}">
                        <a16:creationId xmlns:a16="http://schemas.microsoft.com/office/drawing/2014/main" id="{E29217DF-A703-90C6-3424-47856C15CA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62991" y="3633642"/>
                    <a:ext cx="816273" cy="477532"/>
                  </a:xfrm>
                  <a:prstGeom prst="rect">
                    <a:avLst/>
                  </a:prstGeom>
                  <a:blipFill>
                    <a:blip r:embed="rId93"/>
                    <a:stretch>
                      <a:fillRect r="-597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62" name="Group 761">
                <a:extLst>
                  <a:ext uri="{FF2B5EF4-FFF2-40B4-BE49-F238E27FC236}">
                    <a16:creationId xmlns:a16="http://schemas.microsoft.com/office/drawing/2014/main" id="{75250E45-4039-9935-25F6-8F6B65C2C47C}"/>
                  </a:ext>
                </a:extLst>
              </p:cNvPr>
              <p:cNvGrpSpPr/>
              <p:nvPr/>
            </p:nvGrpSpPr>
            <p:grpSpPr>
              <a:xfrm>
                <a:off x="10562056" y="3598797"/>
                <a:ext cx="755436" cy="587269"/>
                <a:chOff x="10562056" y="3598797"/>
                <a:chExt cx="755436" cy="587269"/>
              </a:xfrm>
            </p:grpSpPr>
            <p:pic>
              <p:nvPicPr>
                <p:cNvPr id="763" name="Picture 762">
                  <a:extLst>
                    <a:ext uri="{FF2B5EF4-FFF2-40B4-BE49-F238E27FC236}">
                      <a16:creationId xmlns:a16="http://schemas.microsoft.com/office/drawing/2014/main" id="{A7659F15-6B31-6011-5827-51238BAAEF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9"/>
                <a:stretch/>
              </p:blipFill>
              <p:spPr>
                <a:xfrm>
                  <a:off x="10562056" y="3829816"/>
                  <a:ext cx="261011" cy="21805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  <a:scene3d>
                  <a:camera prst="isometricRightUp"/>
                  <a:lightRig rig="threePt" dir="t"/>
                </a:scene3d>
              </p:spPr>
            </p:pic>
            <p:sp>
              <p:nvSpPr>
                <p:cNvPr id="764" name="Cylinder 763">
                  <a:extLst>
                    <a:ext uri="{FF2B5EF4-FFF2-40B4-BE49-F238E27FC236}">
                      <a16:creationId xmlns:a16="http://schemas.microsoft.com/office/drawing/2014/main" id="{F4E1A21F-848C-33D7-FA66-9A97595E9470}"/>
                    </a:ext>
                  </a:extLst>
                </p:cNvPr>
                <p:cNvSpPr/>
                <p:nvPr/>
              </p:nvSpPr>
              <p:spPr>
                <a:xfrm>
                  <a:off x="10565505" y="3598797"/>
                  <a:ext cx="723040" cy="587269"/>
                </a:xfrm>
                <a:prstGeom prst="ca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65" name="Picture 764">
                  <a:extLst>
                    <a:ext uri="{FF2B5EF4-FFF2-40B4-BE49-F238E27FC236}">
                      <a16:creationId xmlns:a16="http://schemas.microsoft.com/office/drawing/2014/main" id="{BD12579C-E29C-96F1-F815-CF386D4034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/>
                <a:stretch/>
              </p:blipFill>
              <p:spPr>
                <a:xfrm>
                  <a:off x="10623159" y="3842688"/>
                  <a:ext cx="274641" cy="2224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  <a:scene3d>
                  <a:camera prst="isometricRightUp"/>
                  <a:lightRig rig="threePt" dir="t"/>
                </a:scene3d>
              </p:spPr>
            </p:pic>
            <p:pic>
              <p:nvPicPr>
                <p:cNvPr id="766" name="Picture 765">
                  <a:extLst>
                    <a:ext uri="{FF2B5EF4-FFF2-40B4-BE49-F238E27FC236}">
                      <a16:creationId xmlns:a16="http://schemas.microsoft.com/office/drawing/2014/main" id="{92A9362A-47C9-9C47-7200-48CC8A1C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/>
                <a:stretch/>
              </p:blipFill>
              <p:spPr>
                <a:xfrm>
                  <a:off x="10686779" y="3821179"/>
                  <a:ext cx="315152" cy="245382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  <a:scene3d>
                  <a:camera prst="isometricRightUp"/>
                  <a:lightRig rig="threePt" dir="t"/>
                </a:scene3d>
              </p:spPr>
            </p:pic>
            <p:pic>
              <p:nvPicPr>
                <p:cNvPr id="767" name="Picture 766">
                  <a:extLst>
                    <a:ext uri="{FF2B5EF4-FFF2-40B4-BE49-F238E27FC236}">
                      <a16:creationId xmlns:a16="http://schemas.microsoft.com/office/drawing/2014/main" id="{43FC9055-25B2-B66E-3970-9015580A2D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/>
                <a:stretch/>
              </p:blipFill>
              <p:spPr>
                <a:xfrm>
                  <a:off x="10769655" y="3789432"/>
                  <a:ext cx="198259" cy="355516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  <a:scene3d>
                  <a:camera prst="isometricRightUp"/>
                  <a:lightRig rig="threePt" dir="t"/>
                </a:scene3d>
              </p:spPr>
            </p:pic>
            <p:pic>
              <p:nvPicPr>
                <p:cNvPr id="768" name="Picture 767">
                  <a:extLst>
                    <a:ext uri="{FF2B5EF4-FFF2-40B4-BE49-F238E27FC236}">
                      <a16:creationId xmlns:a16="http://schemas.microsoft.com/office/drawing/2014/main" id="{5B4DCB93-3B15-0C7D-295F-E1451E8297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4"/>
                <a:stretch/>
              </p:blipFill>
              <p:spPr>
                <a:xfrm>
                  <a:off x="10999842" y="3859962"/>
                  <a:ext cx="317650" cy="22982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  <a:scene3d>
                  <a:camera prst="isometricRightUp"/>
                  <a:lightRig rig="threePt" dir="t"/>
                </a:scene3d>
              </p:spPr>
            </p:pic>
            <p:sp>
              <p:nvSpPr>
                <p:cNvPr id="769" name="TextBox 768">
                  <a:extLst>
                    <a:ext uri="{FF2B5EF4-FFF2-40B4-BE49-F238E27FC236}">
                      <a16:creationId xmlns:a16="http://schemas.microsoft.com/office/drawing/2014/main" id="{7148FFC2-6CBF-CC63-9264-C2186A4028DD}"/>
                    </a:ext>
                  </a:extLst>
                </p:cNvPr>
                <p:cNvSpPr txBox="1"/>
                <p:nvPr/>
              </p:nvSpPr>
              <p:spPr>
                <a:xfrm>
                  <a:off x="10822962" y="3873296"/>
                  <a:ext cx="315479" cy="2925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/>
                    <a:t>…</a:t>
                  </a:r>
                </a:p>
              </p:txBody>
            </p:sp>
          </p:grpSp>
        </p:grpSp>
        <p:grpSp>
          <p:nvGrpSpPr>
            <p:cNvPr id="693" name="Group 692">
              <a:extLst>
                <a:ext uri="{FF2B5EF4-FFF2-40B4-BE49-F238E27FC236}">
                  <a16:creationId xmlns:a16="http://schemas.microsoft.com/office/drawing/2014/main" id="{CBC02363-AE4A-A838-4B37-B6D438659226}"/>
                </a:ext>
              </a:extLst>
            </p:cNvPr>
            <p:cNvGrpSpPr/>
            <p:nvPr/>
          </p:nvGrpSpPr>
          <p:grpSpPr>
            <a:xfrm>
              <a:off x="4969387" y="1046155"/>
              <a:ext cx="4320816" cy="2753158"/>
              <a:chOff x="3325579" y="3694017"/>
              <a:chExt cx="4320816" cy="2753158"/>
            </a:xfrm>
          </p:grpSpPr>
          <p:sp>
            <p:nvSpPr>
              <p:cNvPr id="705" name="Rectangle: Rounded Corners 704">
                <a:extLst>
                  <a:ext uri="{FF2B5EF4-FFF2-40B4-BE49-F238E27FC236}">
                    <a16:creationId xmlns:a16="http://schemas.microsoft.com/office/drawing/2014/main" id="{2F99D1F2-3B6C-F86B-2E48-0B5907FD1EC9}"/>
                  </a:ext>
                </a:extLst>
              </p:cNvPr>
              <p:cNvSpPr/>
              <p:nvPr/>
            </p:nvSpPr>
            <p:spPr>
              <a:xfrm rot="16200000">
                <a:off x="4217918" y="3023893"/>
                <a:ext cx="2687726" cy="4055489"/>
              </a:xfrm>
              <a:prstGeom prst="roundRect">
                <a:avLst>
                  <a:gd name="adj" fmla="val 2168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28575">
                <a:noFill/>
                <a:prstDash val="solid"/>
              </a:ln>
              <a:effectLst>
                <a:outerShdw blurRad="114300" dist="50800" dir="3000000" algn="ctr" rotWithShape="0">
                  <a:srgbClr val="000000">
                    <a:alpha val="99000"/>
                  </a:srgb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67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6" name="TextBox 705">
                <a:extLst>
                  <a:ext uri="{FF2B5EF4-FFF2-40B4-BE49-F238E27FC236}">
                    <a16:creationId xmlns:a16="http://schemas.microsoft.com/office/drawing/2014/main" id="{4FA5C485-D2C7-14FD-F575-0303F30A3154}"/>
                  </a:ext>
                </a:extLst>
              </p:cNvPr>
              <p:cNvSpPr txBox="1"/>
              <p:nvPr/>
            </p:nvSpPr>
            <p:spPr>
              <a:xfrm>
                <a:off x="3325579" y="3694017"/>
                <a:ext cx="4320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b="1" i="1" dirty="0">
                    <a:solidFill>
                      <a:srgbClr val="0000FF"/>
                    </a:solidFill>
                  </a:rPr>
                  <a:t>(1) Reliability-Gated Sub-bag Selection</a:t>
                </a:r>
              </a:p>
            </p:txBody>
          </p:sp>
          <p:grpSp>
            <p:nvGrpSpPr>
              <p:cNvPr id="707" name="Group 706">
                <a:extLst>
                  <a:ext uri="{FF2B5EF4-FFF2-40B4-BE49-F238E27FC236}">
                    <a16:creationId xmlns:a16="http://schemas.microsoft.com/office/drawing/2014/main" id="{9EDFE58E-B57B-8BCD-D20B-30AE8F31B8A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57460" y="4083552"/>
                <a:ext cx="816519" cy="2250397"/>
                <a:chOff x="5863513" y="4991842"/>
                <a:chExt cx="558366" cy="1393257"/>
              </a:xfrm>
            </p:grpSpPr>
            <p:grpSp>
              <p:nvGrpSpPr>
                <p:cNvPr id="736" name="Group 735">
                  <a:extLst>
                    <a:ext uri="{FF2B5EF4-FFF2-40B4-BE49-F238E27FC236}">
                      <a16:creationId xmlns:a16="http://schemas.microsoft.com/office/drawing/2014/main" id="{9F3F1CD4-61A0-5ECC-29DE-2A5B0335826E}"/>
                    </a:ext>
                  </a:extLst>
                </p:cNvPr>
                <p:cNvGrpSpPr/>
                <p:nvPr/>
              </p:nvGrpSpPr>
              <p:grpSpPr>
                <a:xfrm rot="16200000">
                  <a:off x="5592228" y="5263127"/>
                  <a:ext cx="1100936" cy="558366"/>
                  <a:chOff x="6367528" y="505948"/>
                  <a:chExt cx="1135698" cy="558366"/>
                </a:xfrm>
              </p:grpSpPr>
              <p:sp>
                <p:nvSpPr>
                  <p:cNvPr id="738" name="Rectangle: Rounded Corners 737">
                    <a:extLst>
                      <a:ext uri="{FF2B5EF4-FFF2-40B4-BE49-F238E27FC236}">
                        <a16:creationId xmlns:a16="http://schemas.microsoft.com/office/drawing/2014/main" id="{0BE2185F-24AE-D9E2-802A-B52DE4A11BA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656194" y="217282"/>
                    <a:ext cx="558366" cy="1135698"/>
                  </a:xfrm>
                  <a:prstGeom prst="roundRect">
                    <a:avLst>
                      <a:gd name="adj" fmla="val 3529"/>
                    </a:avLst>
                  </a:prstGeom>
                  <a:solidFill>
                    <a:srgbClr val="FFFF00"/>
                  </a:solidFill>
                  <a:ln w="19050">
                    <a:solidFill>
                      <a:schemeClr val="accent2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67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739" name="Group 738">
                    <a:extLst>
                      <a:ext uri="{FF2B5EF4-FFF2-40B4-BE49-F238E27FC236}">
                        <a16:creationId xmlns:a16="http://schemas.microsoft.com/office/drawing/2014/main" id="{BF899152-C90E-1C0F-9A3F-BCF36D9AAD11}"/>
                      </a:ext>
                    </a:extLst>
                  </p:cNvPr>
                  <p:cNvGrpSpPr/>
                  <p:nvPr/>
                </p:nvGrpSpPr>
                <p:grpSpPr>
                  <a:xfrm>
                    <a:off x="7212872" y="554478"/>
                    <a:ext cx="237791" cy="465834"/>
                    <a:chOff x="7712611" y="1754404"/>
                    <a:chExt cx="237791" cy="465834"/>
                  </a:xfrm>
                </p:grpSpPr>
                <p:sp>
                  <p:nvSpPr>
                    <p:cNvPr id="756" name="Rectangle: Rounded Corners 755">
                      <a:extLst>
                        <a:ext uri="{FF2B5EF4-FFF2-40B4-BE49-F238E27FC236}">
                          <a16:creationId xmlns:a16="http://schemas.microsoft.com/office/drawing/2014/main" id="{930B6581-CFF6-0747-6B9C-5E979ADFEA1A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693007" y="1962842"/>
                      <a:ext cx="277000" cy="237791"/>
                    </a:xfrm>
                    <a:prstGeom prst="roundRect">
                      <a:avLst>
                        <a:gd name="adj" fmla="val 1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rgbClr val="00B050"/>
                      </a:solidFill>
                      <a:prstDash val="solid"/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67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757" name="Group 756">
                      <a:extLst>
                        <a:ext uri="{FF2B5EF4-FFF2-40B4-BE49-F238E27FC236}">
                          <a16:creationId xmlns:a16="http://schemas.microsoft.com/office/drawing/2014/main" id="{6BB4C6AC-257F-0CDD-62A2-5CC11ABDF7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70852" y="1988376"/>
                      <a:ext cx="130798" cy="193528"/>
                      <a:chOff x="7503978" y="3168123"/>
                      <a:chExt cx="130798" cy="193528"/>
                    </a:xfrm>
                  </p:grpSpPr>
                  <p:sp>
                    <p:nvSpPr>
                      <p:cNvPr id="759" name="Cube 758">
                        <a:extLst>
                          <a:ext uri="{FF2B5EF4-FFF2-40B4-BE49-F238E27FC236}">
                            <a16:creationId xmlns:a16="http://schemas.microsoft.com/office/drawing/2014/main" id="{DFFDB3A6-1C3C-6B74-FD0A-48F20DDF76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3978" y="3258882"/>
                        <a:ext cx="130798" cy="102769"/>
                      </a:xfrm>
                      <a:prstGeom prst="cube">
                        <a:avLst>
                          <a:gd name="adj" fmla="val 35592"/>
                        </a:avLst>
                      </a:prstGeom>
                      <a:gradFill flip="none" rotWithShape="1">
                        <a:gsLst>
                          <a:gs pos="18000">
                            <a:schemeClr val="accent1">
                              <a:lumMod val="0"/>
                              <a:lumOff val="100000"/>
                            </a:schemeClr>
                          </a:gs>
                          <a:gs pos="92000">
                            <a:srgbClr val="00B050"/>
                          </a:gs>
                        </a:gsLst>
                        <a:path path="circle">
                          <a:fillToRect l="100000" b="100000"/>
                        </a:path>
                        <a:tileRect t="-100000" r="-100000"/>
                      </a:gra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0" name="Cube 759">
                        <a:extLst>
                          <a:ext uri="{FF2B5EF4-FFF2-40B4-BE49-F238E27FC236}">
                            <a16:creationId xmlns:a16="http://schemas.microsoft.com/office/drawing/2014/main" id="{F3872641-7F81-79C8-8AC2-6A58E36FC6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3978" y="3168123"/>
                        <a:ext cx="130798" cy="102769"/>
                      </a:xfrm>
                      <a:prstGeom prst="cube">
                        <a:avLst>
                          <a:gd name="adj" fmla="val 35592"/>
                        </a:avLst>
                      </a:prstGeom>
                      <a:gradFill flip="none" rotWithShape="1">
                        <a:gsLst>
                          <a:gs pos="18000">
                            <a:schemeClr val="accent1">
                              <a:lumMod val="0"/>
                              <a:lumOff val="100000"/>
                            </a:schemeClr>
                          </a:gs>
                          <a:gs pos="92000">
                            <a:srgbClr val="00B050"/>
                          </a:gs>
                        </a:gsLst>
                        <a:path path="circle">
                          <a:fillToRect l="100000" b="100000"/>
                        </a:path>
                        <a:tileRect t="-100000" r="-100000"/>
                      </a:gra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pic>
                  <p:nvPicPr>
                    <p:cNvPr id="758" name="Graphic 757" descr="Badge Tick1 outline">
                      <a:extLst>
                        <a:ext uri="{FF2B5EF4-FFF2-40B4-BE49-F238E27FC236}">
                          <a16:creationId xmlns:a16="http://schemas.microsoft.com/office/drawing/2014/main" id="{B21B8ABC-47DA-5163-73FB-D4DD5F182DA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9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5400000">
                      <a:off x="7740064" y="1754404"/>
                      <a:ext cx="182880" cy="18288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740" name="Group 739">
                    <a:extLst>
                      <a:ext uri="{FF2B5EF4-FFF2-40B4-BE49-F238E27FC236}">
                        <a16:creationId xmlns:a16="http://schemas.microsoft.com/office/drawing/2014/main" id="{5913D910-1DF8-F203-A33C-070A6C8C6F64}"/>
                      </a:ext>
                    </a:extLst>
                  </p:cNvPr>
                  <p:cNvGrpSpPr/>
                  <p:nvPr/>
                </p:nvGrpSpPr>
                <p:grpSpPr>
                  <a:xfrm>
                    <a:off x="6663313" y="550892"/>
                    <a:ext cx="237791" cy="465834"/>
                    <a:chOff x="7712611" y="1754404"/>
                    <a:chExt cx="237791" cy="465834"/>
                  </a:xfrm>
                </p:grpSpPr>
                <p:sp>
                  <p:nvSpPr>
                    <p:cNvPr id="751" name="Rectangle: Rounded Corners 750">
                      <a:extLst>
                        <a:ext uri="{FF2B5EF4-FFF2-40B4-BE49-F238E27FC236}">
                          <a16:creationId xmlns:a16="http://schemas.microsoft.com/office/drawing/2014/main" id="{29FB2679-5B38-D2B2-AAF8-87FE24679CE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693007" y="1962842"/>
                      <a:ext cx="277000" cy="237791"/>
                    </a:xfrm>
                    <a:prstGeom prst="roundRect">
                      <a:avLst>
                        <a:gd name="adj" fmla="val 1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rgbClr val="00B050"/>
                      </a:solidFill>
                      <a:prstDash val="solid"/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67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752" name="Group 751">
                      <a:extLst>
                        <a:ext uri="{FF2B5EF4-FFF2-40B4-BE49-F238E27FC236}">
                          <a16:creationId xmlns:a16="http://schemas.microsoft.com/office/drawing/2014/main" id="{253B4026-F2CB-4DEA-5D8A-9F288D1551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70852" y="1988376"/>
                      <a:ext cx="130798" cy="193528"/>
                      <a:chOff x="7503978" y="3168123"/>
                      <a:chExt cx="130798" cy="193528"/>
                    </a:xfrm>
                  </p:grpSpPr>
                  <p:sp>
                    <p:nvSpPr>
                      <p:cNvPr id="754" name="Cube 753">
                        <a:extLst>
                          <a:ext uri="{FF2B5EF4-FFF2-40B4-BE49-F238E27FC236}">
                            <a16:creationId xmlns:a16="http://schemas.microsoft.com/office/drawing/2014/main" id="{73CAE2E8-BF44-BECA-0B3F-7D44EB4190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3978" y="3258882"/>
                        <a:ext cx="130798" cy="102769"/>
                      </a:xfrm>
                      <a:prstGeom prst="cube">
                        <a:avLst>
                          <a:gd name="adj" fmla="val 35592"/>
                        </a:avLst>
                      </a:prstGeom>
                      <a:gradFill flip="none" rotWithShape="1">
                        <a:gsLst>
                          <a:gs pos="18000">
                            <a:schemeClr val="accent1">
                              <a:lumMod val="0"/>
                              <a:lumOff val="100000"/>
                            </a:schemeClr>
                          </a:gs>
                          <a:gs pos="92000">
                            <a:srgbClr val="00B050"/>
                          </a:gs>
                        </a:gsLst>
                        <a:path path="circle">
                          <a:fillToRect l="100000" b="100000"/>
                        </a:path>
                        <a:tileRect t="-100000" r="-100000"/>
                      </a:gra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55" name="Cube 754">
                        <a:extLst>
                          <a:ext uri="{FF2B5EF4-FFF2-40B4-BE49-F238E27FC236}">
                            <a16:creationId xmlns:a16="http://schemas.microsoft.com/office/drawing/2014/main" id="{B4EE83F3-897A-65D5-1795-8F6CCD6CC5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3978" y="3168123"/>
                        <a:ext cx="130798" cy="102769"/>
                      </a:xfrm>
                      <a:prstGeom prst="cube">
                        <a:avLst>
                          <a:gd name="adj" fmla="val 35592"/>
                        </a:avLst>
                      </a:prstGeom>
                      <a:gradFill flip="none" rotWithShape="1">
                        <a:gsLst>
                          <a:gs pos="18000">
                            <a:schemeClr val="accent1">
                              <a:lumMod val="0"/>
                              <a:lumOff val="100000"/>
                            </a:schemeClr>
                          </a:gs>
                          <a:gs pos="92000">
                            <a:srgbClr val="00B050"/>
                          </a:gs>
                        </a:gsLst>
                        <a:path path="circle">
                          <a:fillToRect l="100000" b="100000"/>
                        </a:path>
                        <a:tileRect t="-100000" r="-100000"/>
                      </a:gra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pic>
                  <p:nvPicPr>
                    <p:cNvPr id="753" name="Graphic 752" descr="Badge Tick1 outline">
                      <a:extLst>
                        <a:ext uri="{FF2B5EF4-FFF2-40B4-BE49-F238E27FC236}">
                          <a16:creationId xmlns:a16="http://schemas.microsoft.com/office/drawing/2014/main" id="{97F8F7CD-9758-4880-3730-BB8C8062FFE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9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5400000">
                      <a:off x="7740066" y="1754404"/>
                      <a:ext cx="182880" cy="18288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741" name="Group 740">
                    <a:extLst>
                      <a:ext uri="{FF2B5EF4-FFF2-40B4-BE49-F238E27FC236}">
                        <a16:creationId xmlns:a16="http://schemas.microsoft.com/office/drawing/2014/main" id="{4F73AD44-9699-198F-5851-3BADB31B4578}"/>
                      </a:ext>
                    </a:extLst>
                  </p:cNvPr>
                  <p:cNvGrpSpPr/>
                  <p:nvPr/>
                </p:nvGrpSpPr>
                <p:grpSpPr>
                  <a:xfrm>
                    <a:off x="6388966" y="740350"/>
                    <a:ext cx="217283" cy="272899"/>
                    <a:chOff x="6134263" y="405676"/>
                    <a:chExt cx="217283" cy="272899"/>
                  </a:xfrm>
                </p:grpSpPr>
                <p:sp>
                  <p:nvSpPr>
                    <p:cNvPr id="747" name="Rectangle: Rounded Corners 746">
                      <a:extLst>
                        <a:ext uri="{FF2B5EF4-FFF2-40B4-BE49-F238E27FC236}">
                          <a16:creationId xmlns:a16="http://schemas.microsoft.com/office/drawing/2014/main" id="{2EDCCC31-F7FE-78E8-8B06-549F3EA1E9A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06455" y="433484"/>
                      <a:ext cx="272899" cy="217283"/>
                    </a:xfrm>
                    <a:prstGeom prst="roundRect">
                      <a:avLst>
                        <a:gd name="adj" fmla="val 1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67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748" name="Group 747">
                      <a:extLst>
                        <a:ext uri="{FF2B5EF4-FFF2-40B4-BE49-F238E27FC236}">
                          <a16:creationId xmlns:a16="http://schemas.microsoft.com/office/drawing/2014/main" id="{C0B12F3E-B765-96F1-C453-76EACA7B41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84099" y="440225"/>
                      <a:ext cx="130798" cy="193528"/>
                      <a:chOff x="7503978" y="3168123"/>
                      <a:chExt cx="130798" cy="193528"/>
                    </a:xfrm>
                  </p:grpSpPr>
                  <p:sp>
                    <p:nvSpPr>
                      <p:cNvPr id="749" name="Cube 748">
                        <a:extLst>
                          <a:ext uri="{FF2B5EF4-FFF2-40B4-BE49-F238E27FC236}">
                            <a16:creationId xmlns:a16="http://schemas.microsoft.com/office/drawing/2014/main" id="{B8A5A0BB-C144-3B6C-DDFC-93A383686C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3978" y="3258882"/>
                        <a:ext cx="130798" cy="102769"/>
                      </a:xfrm>
                      <a:prstGeom prst="cube">
                        <a:avLst>
                          <a:gd name="adj" fmla="val 35592"/>
                        </a:avLst>
                      </a:prstGeom>
                      <a:gradFill flip="none" rotWithShape="1">
                        <a:gsLst>
                          <a:gs pos="18000">
                            <a:schemeClr val="accent1">
                              <a:lumMod val="0"/>
                              <a:lumOff val="100000"/>
                            </a:schemeClr>
                          </a:gs>
                          <a:gs pos="83000">
                            <a:schemeClr val="accent6">
                              <a:lumMod val="40000"/>
                              <a:lumOff val="60000"/>
                            </a:schemeClr>
                          </a:gs>
                        </a:gsLst>
                        <a:path path="circle">
                          <a:fillToRect l="100000" b="100000"/>
                        </a:path>
                        <a:tileRect t="-100000" r="-100000"/>
                      </a:gradFill>
                      <a:ln>
                        <a:solidFill>
                          <a:schemeClr val="bg2">
                            <a:lumMod val="9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50" name="Cube 749">
                        <a:extLst>
                          <a:ext uri="{FF2B5EF4-FFF2-40B4-BE49-F238E27FC236}">
                            <a16:creationId xmlns:a16="http://schemas.microsoft.com/office/drawing/2014/main" id="{6DCC509B-7191-5106-F9FC-7239DBDC47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3978" y="3168123"/>
                        <a:ext cx="130798" cy="102769"/>
                      </a:xfrm>
                      <a:prstGeom prst="cube">
                        <a:avLst>
                          <a:gd name="adj" fmla="val 35592"/>
                        </a:avLst>
                      </a:prstGeom>
                      <a:gradFill flip="none" rotWithShape="1">
                        <a:gsLst>
                          <a:gs pos="18000">
                            <a:schemeClr val="accent1">
                              <a:lumMod val="0"/>
                              <a:lumOff val="100000"/>
                            </a:schemeClr>
                          </a:gs>
                          <a:gs pos="83000">
                            <a:schemeClr val="accent6">
                              <a:lumMod val="40000"/>
                              <a:lumOff val="60000"/>
                            </a:schemeClr>
                          </a:gs>
                        </a:gsLst>
                        <a:path path="circle">
                          <a:fillToRect l="100000" b="100000"/>
                        </a:path>
                        <a:tileRect t="-100000" r="-100000"/>
                      </a:gradFill>
                      <a:ln>
                        <a:solidFill>
                          <a:schemeClr val="bg2">
                            <a:lumMod val="9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</p:grpSp>
              <p:grpSp>
                <p:nvGrpSpPr>
                  <p:cNvPr id="742" name="Group 741">
                    <a:extLst>
                      <a:ext uri="{FF2B5EF4-FFF2-40B4-BE49-F238E27FC236}">
                        <a16:creationId xmlns:a16="http://schemas.microsoft.com/office/drawing/2014/main" id="{E4111066-70E2-9AFF-EB5C-5185E611C4E5}"/>
                      </a:ext>
                    </a:extLst>
                  </p:cNvPr>
                  <p:cNvGrpSpPr/>
                  <p:nvPr/>
                </p:nvGrpSpPr>
                <p:grpSpPr>
                  <a:xfrm>
                    <a:off x="6939319" y="749508"/>
                    <a:ext cx="217283" cy="272899"/>
                    <a:chOff x="6134263" y="405676"/>
                    <a:chExt cx="217283" cy="272899"/>
                  </a:xfrm>
                </p:grpSpPr>
                <p:sp>
                  <p:nvSpPr>
                    <p:cNvPr id="743" name="Rectangle: Rounded Corners 742">
                      <a:extLst>
                        <a:ext uri="{FF2B5EF4-FFF2-40B4-BE49-F238E27FC236}">
                          <a16:creationId xmlns:a16="http://schemas.microsoft.com/office/drawing/2014/main" id="{A5931A9C-879A-5C94-6F27-0897FA6B886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06455" y="433484"/>
                      <a:ext cx="272899" cy="217283"/>
                    </a:xfrm>
                    <a:prstGeom prst="roundRect">
                      <a:avLst>
                        <a:gd name="adj" fmla="val 1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67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744" name="Group 743">
                      <a:extLst>
                        <a:ext uri="{FF2B5EF4-FFF2-40B4-BE49-F238E27FC236}">
                          <a16:creationId xmlns:a16="http://schemas.microsoft.com/office/drawing/2014/main" id="{5B247A9F-5450-28B4-4F8E-C10235AF9E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84099" y="440225"/>
                      <a:ext cx="130798" cy="193528"/>
                      <a:chOff x="7503978" y="3168123"/>
                      <a:chExt cx="130798" cy="193528"/>
                    </a:xfrm>
                  </p:grpSpPr>
                  <p:sp>
                    <p:nvSpPr>
                      <p:cNvPr id="745" name="Cube 744">
                        <a:extLst>
                          <a:ext uri="{FF2B5EF4-FFF2-40B4-BE49-F238E27FC236}">
                            <a16:creationId xmlns:a16="http://schemas.microsoft.com/office/drawing/2014/main" id="{90E4BA79-CE78-1BC7-6D09-42D0AE3D11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3978" y="3258882"/>
                        <a:ext cx="130798" cy="102769"/>
                      </a:xfrm>
                      <a:prstGeom prst="cube">
                        <a:avLst>
                          <a:gd name="adj" fmla="val 35592"/>
                        </a:avLst>
                      </a:prstGeom>
                      <a:gradFill flip="none" rotWithShape="1">
                        <a:gsLst>
                          <a:gs pos="18000">
                            <a:schemeClr val="accent1">
                              <a:lumMod val="0"/>
                              <a:lumOff val="100000"/>
                            </a:schemeClr>
                          </a:gs>
                          <a:gs pos="83000">
                            <a:schemeClr val="accent6">
                              <a:lumMod val="40000"/>
                              <a:lumOff val="60000"/>
                            </a:schemeClr>
                          </a:gs>
                        </a:gsLst>
                        <a:path path="circle">
                          <a:fillToRect l="100000" b="100000"/>
                        </a:path>
                        <a:tileRect t="-100000" r="-100000"/>
                      </a:gradFill>
                      <a:ln>
                        <a:solidFill>
                          <a:schemeClr val="bg2">
                            <a:lumMod val="9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46" name="Cube 745">
                        <a:extLst>
                          <a:ext uri="{FF2B5EF4-FFF2-40B4-BE49-F238E27FC236}">
                            <a16:creationId xmlns:a16="http://schemas.microsoft.com/office/drawing/2014/main" id="{FB798BB2-BBDA-74B9-DE6F-CFEE79D9E4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03978" y="3168123"/>
                        <a:ext cx="130798" cy="102769"/>
                      </a:xfrm>
                      <a:prstGeom prst="cube">
                        <a:avLst>
                          <a:gd name="adj" fmla="val 35592"/>
                        </a:avLst>
                      </a:prstGeom>
                      <a:gradFill flip="none" rotWithShape="1">
                        <a:gsLst>
                          <a:gs pos="18000">
                            <a:schemeClr val="accent1">
                              <a:lumMod val="0"/>
                              <a:lumOff val="100000"/>
                            </a:schemeClr>
                          </a:gs>
                          <a:gs pos="83000">
                            <a:schemeClr val="accent6">
                              <a:lumMod val="40000"/>
                              <a:lumOff val="60000"/>
                            </a:schemeClr>
                          </a:gs>
                        </a:gsLst>
                        <a:path path="circle">
                          <a:fillToRect l="100000" b="100000"/>
                        </a:path>
                        <a:tileRect t="-100000" r="-100000"/>
                      </a:gradFill>
                      <a:ln>
                        <a:solidFill>
                          <a:schemeClr val="bg2">
                            <a:lumMod val="9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</p:grp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7" name="TextBox 736">
                      <a:extLst>
                        <a:ext uri="{FF2B5EF4-FFF2-40B4-BE49-F238E27FC236}">
                          <a16:creationId xmlns:a16="http://schemas.microsoft.com/office/drawing/2014/main" id="{68879064-2A58-F51B-56D4-3EA1805B7B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76804" y="6099275"/>
                      <a:ext cx="334750" cy="2858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i="1" dirty="0"/>
                    </a:p>
                  </p:txBody>
                </p:sp>
              </mc:Choice>
              <mc:Fallback xmlns="">
                <p:sp>
                  <p:nvSpPr>
                    <p:cNvPr id="4579" name="TextBox 4578">
                      <a:extLst>
                        <a:ext uri="{FF2B5EF4-FFF2-40B4-BE49-F238E27FC236}">
                          <a16:creationId xmlns:a16="http://schemas.microsoft.com/office/drawing/2014/main" id="{CACDA15E-0DCD-C641-A3EF-4B2C193226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76804" y="6099275"/>
                      <a:ext cx="334750" cy="285824"/>
                    </a:xfrm>
                    <a:prstGeom prst="rect">
                      <a:avLst/>
                    </a:prstGeom>
                    <a:blipFill>
                      <a:blip r:embed="rId96"/>
                      <a:stretch>
                        <a:fillRect l="-2500" b="-131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08" name="Group 707">
                <a:extLst>
                  <a:ext uri="{FF2B5EF4-FFF2-40B4-BE49-F238E27FC236}">
                    <a16:creationId xmlns:a16="http://schemas.microsoft.com/office/drawing/2014/main" id="{E23C9D73-A4AB-7A7D-5061-ABC277EE1689}"/>
                  </a:ext>
                </a:extLst>
              </p:cNvPr>
              <p:cNvGrpSpPr/>
              <p:nvPr/>
            </p:nvGrpSpPr>
            <p:grpSpPr>
              <a:xfrm>
                <a:off x="3476981" y="3958957"/>
                <a:ext cx="3041095" cy="2455511"/>
                <a:chOff x="10334270" y="3501365"/>
                <a:chExt cx="3485800" cy="2785776"/>
              </a:xfrm>
            </p:grpSpPr>
            <p:sp>
              <p:nvSpPr>
                <p:cNvPr id="714" name="Rectangle: Rounded Corners 713">
                  <a:extLst>
                    <a:ext uri="{FF2B5EF4-FFF2-40B4-BE49-F238E27FC236}">
                      <a16:creationId xmlns:a16="http://schemas.microsoft.com/office/drawing/2014/main" id="{4590CC1F-93E7-B25B-9F9C-E4AC7EB7C3F5}"/>
                    </a:ext>
                  </a:extLst>
                </p:cNvPr>
                <p:cNvSpPr/>
                <p:nvPr/>
              </p:nvSpPr>
              <p:spPr>
                <a:xfrm rot="16200000">
                  <a:off x="11177492" y="3421474"/>
                  <a:ext cx="2090034" cy="2414972"/>
                </a:xfrm>
                <a:prstGeom prst="roundRect">
                  <a:avLst>
                    <a:gd name="adj" fmla="val 2168"/>
                  </a:avLst>
                </a:prstGeom>
                <a:solidFill>
                  <a:schemeClr val="bg1">
                    <a:lumMod val="95000"/>
                  </a:schemeClr>
                </a:solidFill>
                <a:ln w="28575">
                  <a:noFill/>
                  <a:prstDash val="solid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6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5" name="Rectangle: Rounded Corners 714">
                  <a:extLst>
                    <a:ext uri="{FF2B5EF4-FFF2-40B4-BE49-F238E27FC236}">
                      <a16:creationId xmlns:a16="http://schemas.microsoft.com/office/drawing/2014/main" id="{DED6B1F1-69EC-4403-ECEC-6AAC69508C3F}"/>
                    </a:ext>
                  </a:extLst>
                </p:cNvPr>
                <p:cNvSpPr/>
                <p:nvPr/>
              </p:nvSpPr>
              <p:spPr>
                <a:xfrm rot="16200000">
                  <a:off x="11114450" y="4560514"/>
                  <a:ext cx="1023560" cy="1203363"/>
                </a:xfrm>
                <a:prstGeom prst="roundRect">
                  <a:avLst>
                    <a:gd name="adj" fmla="val 2168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noFill/>
                  <a:prstDash val="solid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6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6" name="Straight Arrow Connector 715">
                  <a:extLst>
                    <a:ext uri="{FF2B5EF4-FFF2-40B4-BE49-F238E27FC236}">
                      <a16:creationId xmlns:a16="http://schemas.microsoft.com/office/drawing/2014/main" id="{78796C66-44AD-73F9-D4EB-4796CFA559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010900" y="3540619"/>
                  <a:ext cx="0" cy="2157557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7" name="Straight Arrow Connector 716">
                  <a:extLst>
                    <a:ext uri="{FF2B5EF4-FFF2-40B4-BE49-F238E27FC236}">
                      <a16:creationId xmlns:a16="http://schemas.microsoft.com/office/drawing/2014/main" id="{CC473DD7-10F3-28C4-9420-A8493E7908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10900" y="5689837"/>
                  <a:ext cx="2552700" cy="8339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8" name="Straight Connector 717">
                  <a:extLst>
                    <a:ext uri="{FF2B5EF4-FFF2-40B4-BE49-F238E27FC236}">
                      <a16:creationId xmlns:a16="http://schemas.microsoft.com/office/drawing/2014/main" id="{441FA79B-C956-0462-AC64-E14443AA22E2}"/>
                    </a:ext>
                  </a:extLst>
                </p:cNvPr>
                <p:cNvCxnSpPr>
                  <a:cxnSpLocks/>
                  <a:endCxn id="714" idx="3"/>
                </p:cNvCxnSpPr>
                <p:nvPr/>
              </p:nvCxnSpPr>
              <p:spPr>
                <a:xfrm flipV="1">
                  <a:off x="12222509" y="3583943"/>
                  <a:ext cx="0" cy="2130093"/>
                </a:xfrm>
                <a:prstGeom prst="line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9" name="Straight Connector 718">
                  <a:extLst>
                    <a:ext uri="{FF2B5EF4-FFF2-40B4-BE49-F238E27FC236}">
                      <a16:creationId xmlns:a16="http://schemas.microsoft.com/office/drawing/2014/main" id="{C2EBDA5D-A330-EBCD-D2D8-23CD181C5386}"/>
                    </a:ext>
                  </a:extLst>
                </p:cNvPr>
                <p:cNvCxnSpPr>
                  <a:cxnSpLocks/>
                  <a:stCxn id="714" idx="2"/>
                  <a:endCxn id="714" idx="0"/>
                </p:cNvCxnSpPr>
                <p:nvPr/>
              </p:nvCxnSpPr>
              <p:spPr>
                <a:xfrm flipH="1">
                  <a:off x="11015023" y="4628960"/>
                  <a:ext cx="2414972" cy="0"/>
                </a:xfrm>
                <a:prstGeom prst="line">
                  <a:avLst/>
                </a:prstGeom>
                <a:ln w="28575">
                  <a:solidFill>
                    <a:schemeClr val="accent5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0" name="TextBox 719">
                      <a:extLst>
                        <a:ext uri="{FF2B5EF4-FFF2-40B4-BE49-F238E27FC236}">
                          <a16:creationId xmlns:a16="http://schemas.microsoft.com/office/drawing/2014/main" id="{9F2DE729-452A-E132-B7B1-073CA31A6A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025111" y="5689837"/>
                      <a:ext cx="794959" cy="5973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sz="26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6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6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𝒞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520" name="TextBox 4519">
                      <a:extLst>
                        <a:ext uri="{FF2B5EF4-FFF2-40B4-BE49-F238E27FC236}">
                          <a16:creationId xmlns:a16="http://schemas.microsoft.com/office/drawing/2014/main" id="{1DA86DCA-C37F-A791-F1BD-FBECD59265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025111" y="5689837"/>
                      <a:ext cx="794959" cy="597304"/>
                    </a:xfrm>
                    <a:prstGeom prst="rect">
                      <a:avLst/>
                    </a:prstGeom>
                    <a:blipFill>
                      <a:blip r:embed="rId9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1" name="TextBox 720">
                      <a:extLst>
                        <a:ext uri="{FF2B5EF4-FFF2-40B4-BE49-F238E27FC236}">
                          <a16:creationId xmlns:a16="http://schemas.microsoft.com/office/drawing/2014/main" id="{3BD0585A-9D0D-6C52-A090-3141F95FD3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34270" y="3501365"/>
                      <a:ext cx="794959" cy="5949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sz="2600" i="1">
                                    <a:solidFill>
                                      <a:schemeClr val="tx2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i="1">
                                    <a:solidFill>
                                      <a:schemeClr val="tx2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600" i="1">
                                    <a:solidFill>
                                      <a:schemeClr val="tx2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600" i="1">
                                    <a:solidFill>
                                      <a:schemeClr val="tx2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𝒯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521" name="TextBox 4520">
                      <a:extLst>
                        <a:ext uri="{FF2B5EF4-FFF2-40B4-BE49-F238E27FC236}">
                          <a16:creationId xmlns:a16="http://schemas.microsoft.com/office/drawing/2014/main" id="{079CC837-8630-0A68-5A37-888B96CAA1F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34270" y="3501365"/>
                      <a:ext cx="794959" cy="594902"/>
                    </a:xfrm>
                    <a:prstGeom prst="rect">
                      <a:avLst/>
                    </a:prstGeom>
                    <a:blipFill>
                      <a:blip r:embed="rId9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2" name="TextBox 721">
                      <a:extLst>
                        <a:ext uri="{FF2B5EF4-FFF2-40B4-BE49-F238E27FC236}">
                          <a16:creationId xmlns:a16="http://schemas.microsoft.com/office/drawing/2014/main" id="{FDBA7751-84FF-9C04-0AF1-5B39C8B20F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574115" y="4559234"/>
                      <a:ext cx="747412" cy="45392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𝑒𝑛𝑡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i="1" dirty="0"/>
                    </a:p>
                  </p:txBody>
                </p:sp>
              </mc:Choice>
              <mc:Fallback xmlns="">
                <p:sp>
                  <p:nvSpPr>
                    <p:cNvPr id="4522" name="TextBox 4521">
                      <a:extLst>
                        <a:ext uri="{FF2B5EF4-FFF2-40B4-BE49-F238E27FC236}">
                          <a16:creationId xmlns:a16="http://schemas.microsoft.com/office/drawing/2014/main" id="{1C00C506-CD77-BCA1-16A0-D38AE24865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574115" y="4559234"/>
                      <a:ext cx="747412" cy="453925"/>
                    </a:xfrm>
                    <a:prstGeom prst="rect">
                      <a:avLst/>
                    </a:prstGeom>
                    <a:blipFill>
                      <a:blip r:embed="rId9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23" name="Oval 722">
                  <a:extLst>
                    <a:ext uri="{FF2B5EF4-FFF2-40B4-BE49-F238E27FC236}">
                      <a16:creationId xmlns:a16="http://schemas.microsoft.com/office/drawing/2014/main" id="{4CF10BB4-1B45-9C46-594C-152A5ABAA43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75217" y="4845217"/>
                  <a:ext cx="185290" cy="18288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4" name="Oval 723">
                  <a:extLst>
                    <a:ext uri="{FF2B5EF4-FFF2-40B4-BE49-F238E27FC236}">
                      <a16:creationId xmlns:a16="http://schemas.microsoft.com/office/drawing/2014/main" id="{22FCA1BB-54A7-CECA-8B43-5ACAF235D2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607875" y="4947559"/>
                  <a:ext cx="185290" cy="18288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5" name="Oval 724">
                  <a:extLst>
                    <a:ext uri="{FF2B5EF4-FFF2-40B4-BE49-F238E27FC236}">
                      <a16:creationId xmlns:a16="http://schemas.microsoft.com/office/drawing/2014/main" id="{9B5D5153-88E8-FE92-7D0A-2E38A198E9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34007" y="5203494"/>
                  <a:ext cx="185290" cy="18288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6" name="Oval 725">
                  <a:extLst>
                    <a:ext uri="{FF2B5EF4-FFF2-40B4-BE49-F238E27FC236}">
                      <a16:creationId xmlns:a16="http://schemas.microsoft.com/office/drawing/2014/main" id="{A557CC4E-2E96-25DD-30C0-81D53BED08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843902" y="5271961"/>
                  <a:ext cx="185290" cy="18288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7" name="Oval 726">
                  <a:extLst>
                    <a:ext uri="{FF2B5EF4-FFF2-40B4-BE49-F238E27FC236}">
                      <a16:creationId xmlns:a16="http://schemas.microsoft.com/office/drawing/2014/main" id="{F9B4B7A9-38BF-44B8-0E66-C667ED248FB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40831" y="3873904"/>
                  <a:ext cx="185290" cy="18288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8" name="Oval 727">
                  <a:extLst>
                    <a:ext uri="{FF2B5EF4-FFF2-40B4-BE49-F238E27FC236}">
                      <a16:creationId xmlns:a16="http://schemas.microsoft.com/office/drawing/2014/main" id="{F224B63E-6E07-3F28-C064-52BB4524A6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931142" y="3661721"/>
                  <a:ext cx="185290" cy="18288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9" name="Oval 728">
                  <a:extLst>
                    <a:ext uri="{FF2B5EF4-FFF2-40B4-BE49-F238E27FC236}">
                      <a16:creationId xmlns:a16="http://schemas.microsoft.com/office/drawing/2014/main" id="{1A590B64-7861-509B-38C0-43D39346665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826651" y="4300318"/>
                  <a:ext cx="185290" cy="18288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0" name="Oval 729">
                  <a:extLst>
                    <a:ext uri="{FF2B5EF4-FFF2-40B4-BE49-F238E27FC236}">
                      <a16:creationId xmlns:a16="http://schemas.microsoft.com/office/drawing/2014/main" id="{15C8496C-18D2-01BD-3C17-DF64825E94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375082" y="4300318"/>
                  <a:ext cx="185290" cy="18288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1" name="Oval 730">
                  <a:extLst>
                    <a:ext uri="{FF2B5EF4-FFF2-40B4-BE49-F238E27FC236}">
                      <a16:creationId xmlns:a16="http://schemas.microsoft.com/office/drawing/2014/main" id="{9208F3EA-067D-1FF1-8E0A-38C7304CDF6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78259" y="4152995"/>
                  <a:ext cx="185290" cy="18288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2" name="Oval 731">
                  <a:extLst>
                    <a:ext uri="{FF2B5EF4-FFF2-40B4-BE49-F238E27FC236}">
                      <a16:creationId xmlns:a16="http://schemas.microsoft.com/office/drawing/2014/main" id="{CFFCB316-A4F5-BC2E-31A8-E2064D137B6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35094" y="4373199"/>
                  <a:ext cx="185290" cy="18288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3" name="Oval 732">
                  <a:extLst>
                    <a:ext uri="{FF2B5EF4-FFF2-40B4-BE49-F238E27FC236}">
                      <a16:creationId xmlns:a16="http://schemas.microsoft.com/office/drawing/2014/main" id="{FC32ECA7-D8F1-5E6F-F28B-7989B746C7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87004" y="4885079"/>
                  <a:ext cx="185290" cy="18288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34" name="Oval 733">
                  <a:extLst>
                    <a:ext uri="{FF2B5EF4-FFF2-40B4-BE49-F238E27FC236}">
                      <a16:creationId xmlns:a16="http://schemas.microsoft.com/office/drawing/2014/main" id="{E86306FD-A2ED-24AD-9A2E-98B493E6AD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53905" y="5210335"/>
                  <a:ext cx="185290" cy="18288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5" name="Oval 734">
                  <a:extLst>
                    <a:ext uri="{FF2B5EF4-FFF2-40B4-BE49-F238E27FC236}">
                      <a16:creationId xmlns:a16="http://schemas.microsoft.com/office/drawing/2014/main" id="{E605AE5B-ADDB-1905-5A39-A6D0B16D7F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15224" y="5134796"/>
                  <a:ext cx="185290" cy="18288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09" name="Arrow: Right 708">
                <a:extLst>
                  <a:ext uri="{FF2B5EF4-FFF2-40B4-BE49-F238E27FC236}">
                    <a16:creationId xmlns:a16="http://schemas.microsoft.com/office/drawing/2014/main" id="{5CBEF434-E139-9C34-7AB5-12D4ADBAF6F2}"/>
                  </a:ext>
                </a:extLst>
              </p:cNvPr>
              <p:cNvSpPr/>
              <p:nvPr/>
            </p:nvSpPr>
            <p:spPr>
              <a:xfrm>
                <a:off x="6289867" y="4843796"/>
                <a:ext cx="302871" cy="221649"/>
              </a:xfrm>
              <a:prstGeom prst="rightArrow">
                <a:avLst>
                  <a:gd name="adj1" fmla="val 50000"/>
                  <a:gd name="adj2" fmla="val 47899"/>
                </a:avLst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90000">
                    <a:schemeClr val="bg2"/>
                  </a:gs>
                </a:gsLst>
                <a:path path="circle">
                  <a:fillToRect l="100000" b="10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0" name="Oval 709">
                <a:extLst>
                  <a:ext uri="{FF2B5EF4-FFF2-40B4-BE49-F238E27FC236}">
                    <a16:creationId xmlns:a16="http://schemas.microsoft.com/office/drawing/2014/main" id="{909EBB63-E8F7-322B-EAF9-7A9A9E7341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77336" y="5959123"/>
                <a:ext cx="161651" cy="161199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1" name="Oval 710">
                <a:extLst>
                  <a:ext uri="{FF2B5EF4-FFF2-40B4-BE49-F238E27FC236}">
                    <a16:creationId xmlns:a16="http://schemas.microsoft.com/office/drawing/2014/main" id="{A1D97731-C0DD-124E-A14A-D13DD4D310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77336" y="6197726"/>
                <a:ext cx="161651" cy="161199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2" name="TextBox 711">
                <a:extLst>
                  <a:ext uri="{FF2B5EF4-FFF2-40B4-BE49-F238E27FC236}">
                    <a16:creationId xmlns:a16="http://schemas.microsoft.com/office/drawing/2014/main" id="{F1C2D5B3-DB25-066E-2B0E-EC5C49214F56}"/>
                  </a:ext>
                </a:extLst>
              </p:cNvPr>
              <p:cNvSpPr txBox="1"/>
              <p:nvPr/>
            </p:nvSpPr>
            <p:spPr>
              <a:xfrm>
                <a:off x="3938987" y="5898150"/>
                <a:ext cx="19635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i="1" dirty="0"/>
                  <a:t>Selected Sub-bag</a:t>
                </a:r>
              </a:p>
            </p:txBody>
          </p:sp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D3FC8039-6A67-015B-CFA4-84551550DFEA}"/>
                  </a:ext>
                </a:extLst>
              </p:cNvPr>
              <p:cNvSpPr txBox="1"/>
              <p:nvPr/>
            </p:nvSpPr>
            <p:spPr>
              <a:xfrm>
                <a:off x="3937789" y="6139398"/>
                <a:ext cx="16726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i="1" dirty="0"/>
                  <a:t>Rejected Sub-bag</a:t>
                </a:r>
              </a:p>
            </p:txBody>
          </p:sp>
        </p:grpSp>
        <p:sp>
          <p:nvSpPr>
            <p:cNvPr id="694" name="Arrow: Right 693">
              <a:extLst>
                <a:ext uri="{FF2B5EF4-FFF2-40B4-BE49-F238E27FC236}">
                  <a16:creationId xmlns:a16="http://schemas.microsoft.com/office/drawing/2014/main" id="{4E97E3D5-CF29-425A-094B-DD0EC5074CE2}"/>
                </a:ext>
              </a:extLst>
            </p:cNvPr>
            <p:cNvSpPr/>
            <p:nvPr/>
          </p:nvSpPr>
          <p:spPr>
            <a:xfrm>
              <a:off x="9165313" y="2203561"/>
              <a:ext cx="399752" cy="221649"/>
            </a:xfrm>
            <a:prstGeom prst="rightArrow">
              <a:avLst>
                <a:gd name="adj1" fmla="val 50000"/>
                <a:gd name="adj2" fmla="val 47899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90000">
                  <a:schemeClr val="bg2"/>
                </a:gs>
              </a:gsLst>
              <a:path path="circle">
                <a:fillToRect l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95" name="Connector: Elbow 694">
              <a:extLst>
                <a:ext uri="{FF2B5EF4-FFF2-40B4-BE49-F238E27FC236}">
                  <a16:creationId xmlns:a16="http://schemas.microsoft.com/office/drawing/2014/main" id="{F3FA34B7-C137-8398-508C-58C7D54B90F6}"/>
                </a:ext>
              </a:extLst>
            </p:cNvPr>
            <p:cNvCxnSpPr>
              <a:cxnSpLocks/>
              <a:stCxn id="683" idx="3"/>
              <a:endCxn id="694" idx="0"/>
            </p:cNvCxnSpPr>
            <p:nvPr/>
          </p:nvCxnSpPr>
          <p:spPr>
            <a:xfrm>
              <a:off x="5075554" y="736464"/>
              <a:ext cx="4383343" cy="1467097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96" name="Group 695">
              <a:extLst>
                <a:ext uri="{FF2B5EF4-FFF2-40B4-BE49-F238E27FC236}">
                  <a16:creationId xmlns:a16="http://schemas.microsoft.com/office/drawing/2014/main" id="{0CAB1A20-CB76-36C9-1C87-B7975A5E0BA2}"/>
                </a:ext>
              </a:extLst>
            </p:cNvPr>
            <p:cNvGrpSpPr/>
            <p:nvPr/>
          </p:nvGrpSpPr>
          <p:grpSpPr>
            <a:xfrm>
              <a:off x="9795563" y="3184505"/>
              <a:ext cx="3231355" cy="645063"/>
              <a:chOff x="13456920" y="702356"/>
              <a:chExt cx="3231355" cy="645063"/>
            </a:xfrm>
          </p:grpSpPr>
          <p:sp>
            <p:nvSpPr>
              <p:cNvPr id="698" name="Rectangle: Rounded Corners 697">
                <a:extLst>
                  <a:ext uri="{FF2B5EF4-FFF2-40B4-BE49-F238E27FC236}">
                    <a16:creationId xmlns:a16="http://schemas.microsoft.com/office/drawing/2014/main" id="{C6D30280-E725-F186-8B1A-54371DACF76E}"/>
                  </a:ext>
                </a:extLst>
              </p:cNvPr>
              <p:cNvSpPr/>
              <p:nvPr/>
            </p:nvSpPr>
            <p:spPr>
              <a:xfrm>
                <a:off x="13456920" y="702356"/>
                <a:ext cx="3048000" cy="645063"/>
              </a:xfrm>
              <a:prstGeom prst="roundRect">
                <a:avLst>
                  <a:gd name="adj" fmla="val 8818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67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9" name="Group 698">
                <a:extLst>
                  <a:ext uri="{FF2B5EF4-FFF2-40B4-BE49-F238E27FC236}">
                    <a16:creationId xmlns:a16="http://schemas.microsoft.com/office/drawing/2014/main" id="{E8E24F24-E310-81A6-9CE1-478BD9E469A3}"/>
                  </a:ext>
                </a:extLst>
              </p:cNvPr>
              <p:cNvGrpSpPr/>
              <p:nvPr/>
            </p:nvGrpSpPr>
            <p:grpSpPr>
              <a:xfrm>
                <a:off x="15154502" y="762644"/>
                <a:ext cx="1533773" cy="584775"/>
                <a:chOff x="12252016" y="0"/>
                <a:chExt cx="1533773" cy="419992"/>
              </a:xfrm>
            </p:grpSpPr>
            <p:sp>
              <p:nvSpPr>
                <p:cNvPr id="703" name="Arrow: Right 702">
                  <a:extLst>
                    <a:ext uri="{FF2B5EF4-FFF2-40B4-BE49-F238E27FC236}">
                      <a16:creationId xmlns:a16="http://schemas.microsoft.com/office/drawing/2014/main" id="{B5E429AA-7921-07BE-D0BF-D23A4D414C0F}"/>
                    </a:ext>
                  </a:extLst>
                </p:cNvPr>
                <p:cNvSpPr/>
                <p:nvPr/>
              </p:nvSpPr>
              <p:spPr>
                <a:xfrm>
                  <a:off x="12252016" y="91339"/>
                  <a:ext cx="387332" cy="237313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solidFill>
                  <a:srgbClr val="FF8989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04" name="TextBox 703">
                  <a:extLst>
                    <a:ext uri="{FF2B5EF4-FFF2-40B4-BE49-F238E27FC236}">
                      <a16:creationId xmlns:a16="http://schemas.microsoft.com/office/drawing/2014/main" id="{7855A13B-E415-C00C-DA8F-AE3C2E9790BE}"/>
                    </a:ext>
                  </a:extLst>
                </p:cNvPr>
                <p:cNvSpPr txBox="1"/>
                <p:nvPr/>
              </p:nvSpPr>
              <p:spPr>
                <a:xfrm>
                  <a:off x="12639348" y="0"/>
                  <a:ext cx="1146441" cy="4199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i="1" dirty="0">
                      <a:latin typeface="Aptos (Body)"/>
                    </a:rPr>
                    <a:t>Random Sampling</a:t>
                  </a:r>
                </a:p>
              </p:txBody>
            </p:sp>
          </p:grpSp>
          <p:grpSp>
            <p:nvGrpSpPr>
              <p:cNvPr id="700" name="Group 699">
                <a:extLst>
                  <a:ext uri="{FF2B5EF4-FFF2-40B4-BE49-F238E27FC236}">
                    <a16:creationId xmlns:a16="http://schemas.microsoft.com/office/drawing/2014/main" id="{694BD8B8-5835-C295-B953-97BDF706342B}"/>
                  </a:ext>
                </a:extLst>
              </p:cNvPr>
              <p:cNvGrpSpPr/>
              <p:nvPr/>
            </p:nvGrpSpPr>
            <p:grpSpPr>
              <a:xfrm>
                <a:off x="13523236" y="750119"/>
                <a:ext cx="1711685" cy="584775"/>
                <a:chOff x="12274290" y="638595"/>
                <a:chExt cx="1711685" cy="584777"/>
              </a:xfrm>
            </p:grpSpPr>
            <p:sp>
              <p:nvSpPr>
                <p:cNvPr id="701" name="Arrow: Right 700">
                  <a:extLst>
                    <a:ext uri="{FF2B5EF4-FFF2-40B4-BE49-F238E27FC236}">
                      <a16:creationId xmlns:a16="http://schemas.microsoft.com/office/drawing/2014/main" id="{C555A99C-F0FB-B545-AAF3-AE38CAE287EA}"/>
                    </a:ext>
                  </a:extLst>
                </p:cNvPr>
                <p:cNvSpPr/>
                <p:nvPr/>
              </p:nvSpPr>
              <p:spPr>
                <a:xfrm>
                  <a:off x="12274290" y="789205"/>
                  <a:ext cx="356855" cy="308610"/>
                </a:xfrm>
                <a:prstGeom prst="rightArrow">
                  <a:avLst>
                    <a:gd name="adj1" fmla="val 50000"/>
                    <a:gd name="adj2" fmla="val 47899"/>
                  </a:avLst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02" name="TextBox 701">
                  <a:extLst>
                    <a:ext uri="{FF2B5EF4-FFF2-40B4-BE49-F238E27FC236}">
                      <a16:creationId xmlns:a16="http://schemas.microsoft.com/office/drawing/2014/main" id="{B794686F-FBC0-A039-AAA8-FB16390CF948}"/>
                    </a:ext>
                  </a:extLst>
                </p:cNvPr>
                <p:cNvSpPr txBox="1"/>
                <p:nvPr/>
              </p:nvSpPr>
              <p:spPr>
                <a:xfrm>
                  <a:off x="12645363" y="638595"/>
                  <a:ext cx="1340612" cy="584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i="1" dirty="0">
                      <a:latin typeface="Aptos (Body)"/>
                    </a:rPr>
                    <a:t>Augmented Sub-bags</a:t>
                  </a:r>
                </a:p>
              </p:txBody>
            </p:sp>
          </p:grpSp>
        </p:grpSp>
        <p:sp>
          <p:nvSpPr>
            <p:cNvPr id="697" name="Arrow: Right 696">
              <a:extLst>
                <a:ext uri="{FF2B5EF4-FFF2-40B4-BE49-F238E27FC236}">
                  <a16:creationId xmlns:a16="http://schemas.microsoft.com/office/drawing/2014/main" id="{4DF63062-3897-2432-1B78-B26355237CDF}"/>
                </a:ext>
              </a:extLst>
            </p:cNvPr>
            <p:cNvSpPr/>
            <p:nvPr/>
          </p:nvSpPr>
          <p:spPr>
            <a:xfrm>
              <a:off x="4876424" y="2191978"/>
              <a:ext cx="284430" cy="221649"/>
            </a:xfrm>
            <a:prstGeom prst="rightArrow">
              <a:avLst>
                <a:gd name="adj1" fmla="val 50000"/>
                <a:gd name="adj2" fmla="val 47899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90000">
                  <a:schemeClr val="bg2"/>
                </a:gs>
              </a:gsLst>
              <a:path path="circle">
                <a:fillToRect l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444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8906</TotalTime>
  <Words>197</Words>
  <Application>Microsoft Office PowerPoint</Application>
  <PresentationFormat>Custom</PresentationFormat>
  <Paragraphs>122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(Body)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Bùi Cao Doanh</dc:creator>
  <cp:lastModifiedBy>Đức Thành Lê</cp:lastModifiedBy>
  <cp:revision>677</cp:revision>
  <dcterms:created xsi:type="dcterms:W3CDTF">2025-04-09T01:26:54Z</dcterms:created>
  <dcterms:modified xsi:type="dcterms:W3CDTF">2026-10-17T08:52:40Z</dcterms:modified>
</cp:coreProperties>
</file>